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147378400" r:id="rId2"/>
    <p:sldId id="2147378510" r:id="rId3"/>
    <p:sldId id="2147378517" r:id="rId4"/>
    <p:sldId id="2147378527" r:id="rId5"/>
    <p:sldId id="2147378516" r:id="rId6"/>
    <p:sldId id="2147378528" r:id="rId7"/>
    <p:sldId id="2147378529" r:id="rId8"/>
    <p:sldId id="2147378531" r:id="rId9"/>
    <p:sldId id="2147378532" r:id="rId10"/>
    <p:sldId id="2147378476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6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ítulo + Subtítul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19">
            <a:extLst>
              <a:ext uri="{FF2B5EF4-FFF2-40B4-BE49-F238E27FC236}">
                <a16:creationId xmlns:a16="http://schemas.microsoft.com/office/drawing/2014/main" id="{1C335CED-F054-CF00-C96E-C1BA7B7CC803}"/>
              </a:ext>
            </a:extLst>
          </p:cNvPr>
          <p:cNvSpPr>
            <a:spLocks noGrp="1"/>
          </p:cNvSpPr>
          <p:nvPr userDrawn="1">
            <p:ph type="body" sz="quarter" idx="59" hasCustomPrompt="1"/>
          </p:nvPr>
        </p:nvSpPr>
        <p:spPr>
          <a:xfrm>
            <a:off x="469899" y="281953"/>
            <a:ext cx="11243470" cy="4062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400">
                <a:solidFill>
                  <a:srgbClr val="000000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inserir o título</a:t>
            </a:r>
          </a:p>
        </p:txBody>
      </p:sp>
      <p:sp>
        <p:nvSpPr>
          <p:cNvPr id="5" name="Espaço Reservado para Texto 19">
            <a:extLst>
              <a:ext uri="{FF2B5EF4-FFF2-40B4-BE49-F238E27FC236}">
                <a16:creationId xmlns:a16="http://schemas.microsoft.com/office/drawing/2014/main" id="{7E0455B5-6709-8F10-9D8E-7FB46D385688}"/>
              </a:ext>
            </a:extLst>
          </p:cNvPr>
          <p:cNvSpPr>
            <a:spLocks noGrp="1"/>
          </p:cNvSpPr>
          <p:nvPr userDrawn="1">
            <p:ph type="body" sz="quarter" idx="60" hasCustomPrompt="1"/>
          </p:nvPr>
        </p:nvSpPr>
        <p:spPr>
          <a:xfrm>
            <a:off x="469900" y="710164"/>
            <a:ext cx="11243469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pt-BR" sz="1800">
                <a:solidFill>
                  <a:schemeClr val="tx1"/>
                </a:solidFill>
                <a:latin typeface="+mn-lt"/>
                <a:cs typeface="Itau Display Pro Light" panose="020B0403020204020204" pitchFamily="34" charset="0"/>
              </a:defRPr>
            </a:lvl1pPr>
          </a:lstStyle>
          <a:p>
            <a:pPr marL="228600" lvl="0" indent="-228600">
              <a:lnSpc>
                <a:spcPct val="85000"/>
              </a:lnSpc>
              <a:spcBef>
                <a:spcPts val="0"/>
              </a:spcBef>
            </a:pPr>
            <a:r>
              <a:rPr lang="pt-BR"/>
              <a:t>Clique para inserir o subtítulo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45CF5071-8722-383F-E54A-05E3B7289B5F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B2D2C237-F9C6-4079-78CE-5CEECCEB5B39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4AC4E942-5835-94D4-03FD-882BDB52687A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143A0D5A-D66B-E8C8-D130-7C8DEEC5DFB1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7F642802-B5D4-0166-6F38-44D4DF5D3F73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11821FDD-AF04-ABFA-CECE-3FA1B76829A9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D32A884F-1151-E4B7-272E-65A86EFE84E9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487AE304-B405-1E07-DD1A-7C63363AD908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63DBB26D-760F-3F0B-AC00-4622EE48FCB1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065D87FB-5559-EC17-CA4D-52C44CDB8B90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ABC5B666-1553-DC5A-FE2E-22D391963F61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700B4BC9-818F-09BF-E5A1-5F73B3BE2192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2999799C-96C1-F993-1A6C-D8E7846D9088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3200874-672F-0798-F9ED-15CBF5BFCC59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B6D44F67-12CD-9B19-C239-1C7ACB811132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6355BC23-D60D-6F2D-F232-D3E1AEF97818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C6A31C90-B295-0C9F-6A22-E401F17004F3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08057DAB-A7D5-4704-0564-252561CA5FA8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9B645D9D-4C93-A7A0-0BDF-BFF367895058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993BB22F-3A4A-09D7-073D-AF96D2CCAF91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45220725-6793-0E48-BAD2-13C579E21467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CFFB2079-DAE0-BAE0-200E-E7634DD544D8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AD777C25-2305-639C-FC63-3FCDCB8CC358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E2BCC414-67B2-92AD-1E31-6892B55BEAD8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76979D44-7887-0CEF-F4CE-159DB9F3B3B5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29041AE3-6A3E-030E-8AF3-4D481710576D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7E9ECC7D-AC4A-6D80-B5B4-4BC1A3F3960D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779E85CC-98E8-CABC-71D4-E78ED08111B0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B17DB8B3-4C10-2F0E-DAC4-51898F83B82B}"/>
              </a:ext>
            </a:extLst>
          </p:cNvPr>
          <p:cNvSpPr txBox="1"/>
          <p:nvPr userDrawn="1"/>
        </p:nvSpPr>
        <p:spPr>
          <a:xfrm rot="16200000">
            <a:off x="11243777" y="5300017"/>
            <a:ext cx="14414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821531">
              <a:defRPr/>
            </a:pPr>
            <a:r>
              <a:rPr lang="pt-BR" sz="900">
                <a:solidFill>
                  <a:srgbClr val="3B3B3B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  <a:sym typeface="Itau Display Light"/>
              </a:rPr>
              <a:t>Corporativo | Interno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DD45BC3C-1254-12BD-14FE-AA04F1C12E6E}"/>
              </a:ext>
            </a:extLst>
          </p:cNvPr>
          <p:cNvSpPr txBox="1"/>
          <p:nvPr userDrawn="1"/>
        </p:nvSpPr>
        <p:spPr>
          <a:xfrm rot="16200000">
            <a:off x="11766873" y="6179150"/>
            <a:ext cx="395287" cy="230832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algn="r">
              <a:defRPr sz="900" b="1">
                <a:solidFill>
                  <a:srgbClr val="606163"/>
                </a:solidFill>
              </a:defRPr>
            </a:lvl1pPr>
          </a:lstStyle>
          <a:p>
            <a:pPr algn="r"/>
            <a:fld id="{9B9BAEC2-C893-4510-BAEC-A634F6DBFF95}" type="slidenum">
              <a:rPr lang="en-US" altLang="pt-BR" sz="1000" b="0" smtClean="0">
                <a:solidFill>
                  <a:schemeClr val="tx1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pPr algn="r"/>
              <a:t>‹nº›</a:t>
            </a:fld>
            <a:endParaRPr lang="en-US" altLang="pt-BR" sz="1000" b="0">
              <a:solidFill>
                <a:schemeClr val="tx1"/>
              </a:solidFill>
              <a:latin typeface="Itau Display Pro XBold" panose="020B0803020204020204" pitchFamily="34" charset="0"/>
              <a:cs typeface="Itau Display Pro XBold" panose="020B0803020204020204" pitchFamily="34" charset="0"/>
            </a:endParaRPr>
          </a:p>
        </p:txBody>
      </p:sp>
      <p:pic>
        <p:nvPicPr>
          <p:cNvPr id="34" name="Imagem 33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F5B2312-86F2-B641-BB50-0E58D18A54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0516" y="6489926"/>
            <a:ext cx="288000" cy="288000"/>
          </a:xfrm>
          <a:prstGeom prst="rect">
            <a:avLst/>
          </a:prstGeom>
        </p:spPr>
      </p:pic>
      <p:sp>
        <p:nvSpPr>
          <p:cNvPr id="49" name="CaixaDeTexto 48">
            <a:extLst>
              <a:ext uri="{FF2B5EF4-FFF2-40B4-BE49-F238E27FC236}">
                <a16:creationId xmlns:a16="http://schemas.microsoft.com/office/drawing/2014/main" id="{75F783BA-E898-648A-394C-2CD4EB4D56C8}"/>
              </a:ext>
            </a:extLst>
          </p:cNvPr>
          <p:cNvSpPr txBox="1"/>
          <p:nvPr userDrawn="1"/>
        </p:nvSpPr>
        <p:spPr>
          <a:xfrm>
            <a:off x="12224146" y="207984"/>
            <a:ext cx="998458" cy="483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Ative as guias do grid em:</a:t>
            </a:r>
          </a:p>
          <a:p>
            <a:pPr marL="0" marR="0" lvl="0" indent="0" algn="l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Exibir &gt; </a:t>
            </a:r>
            <a:r>
              <a:rPr kumimoji="0" lang="pt-BR" sz="900" b="1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Guias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 </a:t>
            </a:r>
          </a:p>
        </p:txBody>
      </p: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BF96FCB9-559A-C262-CFC8-5FCAE8DE0413}"/>
              </a:ext>
            </a:extLst>
          </p:cNvPr>
          <p:cNvGrpSpPr/>
          <p:nvPr userDrawn="1"/>
        </p:nvGrpSpPr>
        <p:grpSpPr>
          <a:xfrm>
            <a:off x="12340773" y="37550"/>
            <a:ext cx="46905" cy="123529"/>
            <a:chOff x="135255" y="-325755"/>
            <a:chExt cx="161925" cy="264795"/>
          </a:xfrm>
        </p:grpSpPr>
        <p:cxnSp>
          <p:nvCxnSpPr>
            <p:cNvPr id="51" name="Conector reto 50">
              <a:extLst>
                <a:ext uri="{FF2B5EF4-FFF2-40B4-BE49-F238E27FC236}">
                  <a16:creationId xmlns:a16="http://schemas.microsoft.com/office/drawing/2014/main" id="{B9F87B49-71B0-CCAB-007C-1EC88F844BEF}"/>
                </a:ext>
              </a:extLst>
            </p:cNvPr>
            <p:cNvCxnSpPr/>
            <p:nvPr userDrawn="1"/>
          </p:nvCxnSpPr>
          <p:spPr>
            <a:xfrm>
              <a:off x="135255" y="-325755"/>
              <a:ext cx="0" cy="264795"/>
            </a:xfrm>
            <a:prstGeom prst="line">
              <a:avLst/>
            </a:prstGeom>
            <a:noFill/>
            <a:ln w="9525" cap="rnd" cmpd="sng" algn="ctr">
              <a:solidFill>
                <a:schemeClr val="bg1">
                  <a:lumMod val="65000"/>
                </a:schemeClr>
              </a:solidFill>
              <a:prstDash val="sysDash"/>
              <a:round/>
            </a:ln>
            <a:effectLst/>
          </p:spPr>
        </p:cxnSp>
        <p:cxnSp>
          <p:nvCxnSpPr>
            <p:cNvPr id="52" name="Conector reto 51">
              <a:extLst>
                <a:ext uri="{FF2B5EF4-FFF2-40B4-BE49-F238E27FC236}">
                  <a16:creationId xmlns:a16="http://schemas.microsoft.com/office/drawing/2014/main" id="{2496B960-A52B-128B-F2C2-2B98C3BDB42A}"/>
                </a:ext>
              </a:extLst>
            </p:cNvPr>
            <p:cNvCxnSpPr/>
            <p:nvPr userDrawn="1"/>
          </p:nvCxnSpPr>
          <p:spPr>
            <a:xfrm>
              <a:off x="297180" y="-325755"/>
              <a:ext cx="0" cy="264795"/>
            </a:xfrm>
            <a:prstGeom prst="line">
              <a:avLst/>
            </a:prstGeom>
            <a:noFill/>
            <a:ln w="9525" cap="rnd" cmpd="sng" algn="ctr">
              <a:solidFill>
                <a:schemeClr val="bg1">
                  <a:lumMod val="65000"/>
                </a:schemeClr>
              </a:solidFill>
              <a:prstDash val="sysDash"/>
              <a:round/>
            </a:ln>
            <a:effectLst/>
          </p:spPr>
        </p:cxnSp>
      </p:grp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BE4BF6D2-BD61-733E-DBC2-7F9017D8D579}"/>
              </a:ext>
            </a:extLst>
          </p:cNvPr>
          <p:cNvGrpSpPr/>
          <p:nvPr userDrawn="1"/>
        </p:nvGrpSpPr>
        <p:grpSpPr>
          <a:xfrm rot="16200000">
            <a:off x="12340773" y="37550"/>
            <a:ext cx="46905" cy="123529"/>
            <a:chOff x="135255" y="-325755"/>
            <a:chExt cx="161925" cy="264795"/>
          </a:xfrm>
        </p:grpSpPr>
        <p:cxnSp>
          <p:nvCxnSpPr>
            <p:cNvPr id="54" name="Conector reto 53">
              <a:extLst>
                <a:ext uri="{FF2B5EF4-FFF2-40B4-BE49-F238E27FC236}">
                  <a16:creationId xmlns:a16="http://schemas.microsoft.com/office/drawing/2014/main" id="{848DB9C7-CBEF-50DD-8179-71BA97E30605}"/>
                </a:ext>
              </a:extLst>
            </p:cNvPr>
            <p:cNvCxnSpPr/>
            <p:nvPr userDrawn="1"/>
          </p:nvCxnSpPr>
          <p:spPr>
            <a:xfrm>
              <a:off x="135255" y="-325755"/>
              <a:ext cx="0" cy="264795"/>
            </a:xfrm>
            <a:prstGeom prst="line">
              <a:avLst/>
            </a:prstGeom>
            <a:noFill/>
            <a:ln w="9525" cap="rnd" cmpd="sng" algn="ctr">
              <a:solidFill>
                <a:schemeClr val="bg1">
                  <a:lumMod val="65000"/>
                </a:schemeClr>
              </a:solidFill>
              <a:prstDash val="sysDash"/>
              <a:round/>
            </a:ln>
            <a:effectLst/>
          </p:spPr>
        </p:cxnSp>
        <p:cxnSp>
          <p:nvCxnSpPr>
            <p:cNvPr id="55" name="Conector reto 54">
              <a:extLst>
                <a:ext uri="{FF2B5EF4-FFF2-40B4-BE49-F238E27FC236}">
                  <a16:creationId xmlns:a16="http://schemas.microsoft.com/office/drawing/2014/main" id="{53B6F73B-04A0-3C9D-923B-E2AC489392CF}"/>
                </a:ext>
              </a:extLst>
            </p:cNvPr>
            <p:cNvCxnSpPr/>
            <p:nvPr userDrawn="1"/>
          </p:nvCxnSpPr>
          <p:spPr>
            <a:xfrm>
              <a:off x="297180" y="-325755"/>
              <a:ext cx="0" cy="264795"/>
            </a:xfrm>
            <a:prstGeom prst="line">
              <a:avLst/>
            </a:prstGeom>
            <a:noFill/>
            <a:ln w="9525" cap="rnd" cmpd="sng" algn="ctr">
              <a:solidFill>
                <a:schemeClr val="bg1">
                  <a:lumMod val="65000"/>
                </a:schemeClr>
              </a:solidFill>
              <a:prstDash val="sysDash"/>
              <a:round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14069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escuro_log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78BF90F2-6390-B9D9-41EA-D5FCDC955FE4}"/>
              </a:ext>
            </a:extLst>
          </p:cNvPr>
          <p:cNvSpPr/>
          <p:nvPr userDrawn="1"/>
        </p:nvSpPr>
        <p:spPr>
          <a:xfrm>
            <a:off x="0" y="5969000"/>
            <a:ext cx="2260600" cy="889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F89964E-A28D-0F4F-925A-B025C653A51C}"/>
              </a:ext>
            </a:extLst>
          </p:cNvPr>
          <p:cNvSpPr/>
          <p:nvPr userDrawn="1"/>
        </p:nvSpPr>
        <p:spPr>
          <a:xfrm>
            <a:off x="10871200" y="4368800"/>
            <a:ext cx="1320800" cy="2489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0B0C5D2-4F7C-3E06-8E9F-E9518687324E}"/>
              </a:ext>
            </a:extLst>
          </p:cNvPr>
          <p:cNvSpPr txBox="1"/>
          <p:nvPr userDrawn="1"/>
        </p:nvSpPr>
        <p:spPr>
          <a:xfrm rot="16200000">
            <a:off x="11243777" y="5300017"/>
            <a:ext cx="14414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821531">
              <a:defRPr/>
            </a:pPr>
            <a:r>
              <a:rPr lang="pt-BR" sz="900">
                <a:solidFill>
                  <a:schemeClr val="bg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  <a:sym typeface="Itau Display Light"/>
              </a:rPr>
              <a:t>Corporativo | Interno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C5062DD-2F0F-1CAB-2559-F4FEB28A577E}"/>
              </a:ext>
            </a:extLst>
          </p:cNvPr>
          <p:cNvSpPr txBox="1"/>
          <p:nvPr userDrawn="1"/>
        </p:nvSpPr>
        <p:spPr>
          <a:xfrm rot="16200000">
            <a:off x="11766873" y="6179150"/>
            <a:ext cx="395287" cy="230832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algn="r">
              <a:defRPr sz="900" b="1">
                <a:solidFill>
                  <a:srgbClr val="606163"/>
                </a:solidFill>
              </a:defRPr>
            </a:lvl1pPr>
          </a:lstStyle>
          <a:p>
            <a:pPr algn="r"/>
            <a:fld id="{9B9BAEC2-C893-4510-BAEC-A634F6DBFF95}" type="slidenum">
              <a:rPr lang="en-US" altLang="pt-BR" sz="1000" b="0" smtClean="0">
                <a:solidFill>
                  <a:schemeClr val="bg1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pPr algn="r"/>
              <a:t>‹nº›</a:t>
            </a:fld>
            <a:endParaRPr lang="en-US" altLang="pt-BR" sz="1000" b="0">
              <a:solidFill>
                <a:schemeClr val="bg1"/>
              </a:solidFill>
              <a:latin typeface="Itau Display Pro XBold" panose="020B0803020204020204" pitchFamily="34" charset="0"/>
              <a:cs typeface="Itau Display Pro XBold" panose="020B0803020204020204" pitchFamily="34" charset="0"/>
            </a:endParaRPr>
          </a:p>
        </p:txBody>
      </p:sp>
      <p:pic>
        <p:nvPicPr>
          <p:cNvPr id="13" name="Imagem 12" descr="Logotipo&#10;&#10;Descrição gerada automaticamente com confiança média">
            <a:extLst>
              <a:ext uri="{FF2B5EF4-FFF2-40B4-BE49-F238E27FC236}">
                <a16:creationId xmlns:a16="http://schemas.microsoft.com/office/drawing/2014/main" id="{BA861F84-29B4-98FF-00BD-EAB7C6D6F1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0516" y="6489926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072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mplate de apresentaçõe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F8F55FF4-0B31-59B5-C40C-88946D0A97FF}"/>
              </a:ext>
            </a:extLst>
          </p:cNvPr>
          <p:cNvSpPr/>
          <p:nvPr/>
        </p:nvSpPr>
        <p:spPr>
          <a:xfrm flipH="1">
            <a:off x="6912484" y="983359"/>
            <a:ext cx="4521199" cy="4891277"/>
          </a:xfrm>
          <a:custGeom>
            <a:avLst/>
            <a:gdLst>
              <a:gd name="connsiteX0" fmla="*/ 4308475 w 4521199"/>
              <a:gd name="connsiteY0" fmla="*/ 4700778 h 4891277"/>
              <a:gd name="connsiteX1" fmla="*/ 4521200 w 4521199"/>
              <a:gd name="connsiteY1" fmla="*/ 2445639 h 4891277"/>
              <a:gd name="connsiteX2" fmla="*/ 4308475 w 4521199"/>
              <a:gd name="connsiteY2" fmla="*/ 190500 h 4891277"/>
              <a:gd name="connsiteX3" fmla="*/ 4308348 w 4521199"/>
              <a:gd name="connsiteY3" fmla="*/ 189865 h 4891277"/>
              <a:gd name="connsiteX4" fmla="*/ 4306189 w 4521199"/>
              <a:gd name="connsiteY4" fmla="*/ 180721 h 4891277"/>
              <a:gd name="connsiteX5" fmla="*/ 4271010 w 4521199"/>
              <a:gd name="connsiteY5" fmla="*/ 172339 h 4891277"/>
              <a:gd name="connsiteX6" fmla="*/ 4270248 w 4521199"/>
              <a:gd name="connsiteY6" fmla="*/ 172212 h 4891277"/>
              <a:gd name="connsiteX7" fmla="*/ 2445639 w 4521199"/>
              <a:gd name="connsiteY7" fmla="*/ 0 h 4891277"/>
              <a:gd name="connsiteX8" fmla="*/ 621030 w 4521199"/>
              <a:gd name="connsiteY8" fmla="*/ 172212 h 4891277"/>
              <a:gd name="connsiteX9" fmla="*/ 620268 w 4521199"/>
              <a:gd name="connsiteY9" fmla="*/ 172339 h 4891277"/>
              <a:gd name="connsiteX10" fmla="*/ 172212 w 4521199"/>
              <a:gd name="connsiteY10" fmla="*/ 620649 h 4891277"/>
              <a:gd name="connsiteX11" fmla="*/ 172085 w 4521199"/>
              <a:gd name="connsiteY11" fmla="*/ 621284 h 4891277"/>
              <a:gd name="connsiteX12" fmla="*/ 0 w 4521199"/>
              <a:gd name="connsiteY12" fmla="*/ 2445639 h 4891277"/>
              <a:gd name="connsiteX13" fmla="*/ 172085 w 4521199"/>
              <a:gd name="connsiteY13" fmla="*/ 4269994 h 4891277"/>
              <a:gd name="connsiteX14" fmla="*/ 172212 w 4521199"/>
              <a:gd name="connsiteY14" fmla="*/ 4270629 h 4891277"/>
              <a:gd name="connsiteX15" fmla="*/ 620268 w 4521199"/>
              <a:gd name="connsiteY15" fmla="*/ 4718939 h 4891277"/>
              <a:gd name="connsiteX16" fmla="*/ 621030 w 4521199"/>
              <a:gd name="connsiteY16" fmla="*/ 4719066 h 4891277"/>
              <a:gd name="connsiteX17" fmla="*/ 2445639 w 4521199"/>
              <a:gd name="connsiteY17" fmla="*/ 4891278 h 4891277"/>
              <a:gd name="connsiteX18" fmla="*/ 4270248 w 4521199"/>
              <a:gd name="connsiteY18" fmla="*/ 4719066 h 4891277"/>
              <a:gd name="connsiteX19" fmla="*/ 4271010 w 4521199"/>
              <a:gd name="connsiteY19" fmla="*/ 4718939 h 4891277"/>
              <a:gd name="connsiteX20" fmla="*/ 4306189 w 4521199"/>
              <a:gd name="connsiteY20" fmla="*/ 4710557 h 4891277"/>
              <a:gd name="connsiteX21" fmla="*/ 4308348 w 4521199"/>
              <a:gd name="connsiteY21" fmla="*/ 4701412 h 4891277"/>
              <a:gd name="connsiteX22" fmla="*/ 4308475 w 4521199"/>
              <a:gd name="connsiteY22" fmla="*/ 4700778 h 4891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521199" h="4891277">
                <a:moveTo>
                  <a:pt x="4308475" y="4700778"/>
                </a:moveTo>
                <a:cubicBezTo>
                  <a:pt x="4445635" y="4151884"/>
                  <a:pt x="4521200" y="3351022"/>
                  <a:pt x="4521200" y="2445639"/>
                </a:cubicBezTo>
                <a:cubicBezTo>
                  <a:pt x="4521200" y="1540256"/>
                  <a:pt x="4445635" y="739394"/>
                  <a:pt x="4308475" y="190500"/>
                </a:cubicBezTo>
                <a:cubicBezTo>
                  <a:pt x="4308475" y="190246"/>
                  <a:pt x="4308475" y="190119"/>
                  <a:pt x="4308348" y="189865"/>
                </a:cubicBezTo>
                <a:cubicBezTo>
                  <a:pt x="4307713" y="186817"/>
                  <a:pt x="4306951" y="183769"/>
                  <a:pt x="4306189" y="180721"/>
                </a:cubicBezTo>
                <a:cubicBezTo>
                  <a:pt x="4294632" y="177800"/>
                  <a:pt x="4283075" y="174879"/>
                  <a:pt x="4271010" y="172339"/>
                </a:cubicBezTo>
                <a:cubicBezTo>
                  <a:pt x="4270756" y="172339"/>
                  <a:pt x="4270502" y="172339"/>
                  <a:pt x="4270248" y="172212"/>
                </a:cubicBezTo>
                <a:cubicBezTo>
                  <a:pt x="3824351" y="66040"/>
                  <a:pt x="3125216" y="0"/>
                  <a:pt x="2445639" y="0"/>
                </a:cubicBezTo>
                <a:cubicBezTo>
                  <a:pt x="1766062" y="0"/>
                  <a:pt x="1066927" y="65913"/>
                  <a:pt x="621030" y="172212"/>
                </a:cubicBezTo>
                <a:cubicBezTo>
                  <a:pt x="620776" y="172212"/>
                  <a:pt x="620522" y="172212"/>
                  <a:pt x="620268" y="172339"/>
                </a:cubicBezTo>
                <a:cubicBezTo>
                  <a:pt x="374396" y="223647"/>
                  <a:pt x="227838" y="370205"/>
                  <a:pt x="172212" y="620649"/>
                </a:cubicBezTo>
                <a:cubicBezTo>
                  <a:pt x="172212" y="620903"/>
                  <a:pt x="172212" y="621030"/>
                  <a:pt x="172085" y="621284"/>
                </a:cubicBezTo>
                <a:cubicBezTo>
                  <a:pt x="61087" y="1065149"/>
                  <a:pt x="0" y="1713103"/>
                  <a:pt x="0" y="2445639"/>
                </a:cubicBezTo>
                <a:cubicBezTo>
                  <a:pt x="0" y="3178175"/>
                  <a:pt x="61087" y="3826129"/>
                  <a:pt x="172085" y="4269994"/>
                </a:cubicBezTo>
                <a:cubicBezTo>
                  <a:pt x="172085" y="4270248"/>
                  <a:pt x="172085" y="4270375"/>
                  <a:pt x="172212" y="4270629"/>
                </a:cubicBezTo>
                <a:cubicBezTo>
                  <a:pt x="227838" y="4521073"/>
                  <a:pt x="374396" y="4667758"/>
                  <a:pt x="620268" y="4718939"/>
                </a:cubicBezTo>
                <a:cubicBezTo>
                  <a:pt x="620522" y="4718939"/>
                  <a:pt x="620776" y="4718939"/>
                  <a:pt x="621030" y="4719066"/>
                </a:cubicBezTo>
                <a:cubicBezTo>
                  <a:pt x="1066927" y="4825237"/>
                  <a:pt x="1766062" y="4891278"/>
                  <a:pt x="2445639" y="4891278"/>
                </a:cubicBezTo>
                <a:cubicBezTo>
                  <a:pt x="3125216" y="4891278"/>
                  <a:pt x="3824351" y="4825365"/>
                  <a:pt x="4270248" y="4719066"/>
                </a:cubicBezTo>
                <a:cubicBezTo>
                  <a:pt x="4270502" y="4719066"/>
                  <a:pt x="4270756" y="4719066"/>
                  <a:pt x="4271010" y="4718939"/>
                </a:cubicBezTo>
                <a:cubicBezTo>
                  <a:pt x="4283075" y="4716398"/>
                  <a:pt x="4294632" y="4713478"/>
                  <a:pt x="4306189" y="4710557"/>
                </a:cubicBezTo>
                <a:cubicBezTo>
                  <a:pt x="4306951" y="4707509"/>
                  <a:pt x="4307713" y="4704460"/>
                  <a:pt x="4308348" y="4701412"/>
                </a:cubicBezTo>
                <a:cubicBezTo>
                  <a:pt x="4308348" y="4701159"/>
                  <a:pt x="4308348" y="4701032"/>
                  <a:pt x="4308475" y="4700778"/>
                </a:cubicBezTo>
                <a:close/>
              </a:path>
            </a:pathLst>
          </a:custGeom>
          <a:noFill/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0" name="Forma Livre: Forma 39">
            <a:extLst>
              <a:ext uri="{FF2B5EF4-FFF2-40B4-BE49-F238E27FC236}">
                <a16:creationId xmlns:a16="http://schemas.microsoft.com/office/drawing/2014/main" id="{CE3F362A-28DC-344B-F921-66D340CEF90F}"/>
              </a:ext>
            </a:extLst>
          </p:cNvPr>
          <p:cNvSpPr/>
          <p:nvPr/>
        </p:nvSpPr>
        <p:spPr>
          <a:xfrm flipH="1">
            <a:off x="6542406" y="1171954"/>
            <a:ext cx="557148" cy="4514087"/>
          </a:xfrm>
          <a:custGeom>
            <a:avLst/>
            <a:gdLst>
              <a:gd name="connsiteX0" fmla="*/ 0 w 557148"/>
              <a:gd name="connsiteY0" fmla="*/ 4514088 h 4514087"/>
              <a:gd name="connsiteX1" fmla="*/ 384937 w 557148"/>
              <a:gd name="connsiteY1" fmla="*/ 4082034 h 4514087"/>
              <a:gd name="connsiteX2" fmla="*/ 385064 w 557148"/>
              <a:gd name="connsiteY2" fmla="*/ 4081398 h 4514087"/>
              <a:gd name="connsiteX3" fmla="*/ 557149 w 557148"/>
              <a:gd name="connsiteY3" fmla="*/ 2257044 h 4514087"/>
              <a:gd name="connsiteX4" fmla="*/ 385064 w 557148"/>
              <a:gd name="connsiteY4" fmla="*/ 432689 h 4514087"/>
              <a:gd name="connsiteX5" fmla="*/ 384937 w 557148"/>
              <a:gd name="connsiteY5" fmla="*/ 432054 h 4514087"/>
              <a:gd name="connsiteX6" fmla="*/ 0 w 557148"/>
              <a:gd name="connsiteY6" fmla="*/ 0 h 4514087"/>
              <a:gd name="connsiteX7" fmla="*/ 212471 w 557148"/>
              <a:gd name="connsiteY7" fmla="*/ 2257044 h 4514087"/>
              <a:gd name="connsiteX8" fmla="*/ 0 w 557148"/>
              <a:gd name="connsiteY8" fmla="*/ 4514088 h 4514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7148" h="4514087">
                <a:moveTo>
                  <a:pt x="0" y="4514088"/>
                </a:moveTo>
                <a:cubicBezTo>
                  <a:pt x="207899" y="4451858"/>
                  <a:pt x="334264" y="4310126"/>
                  <a:pt x="384937" y="4082034"/>
                </a:cubicBezTo>
                <a:cubicBezTo>
                  <a:pt x="384937" y="4081779"/>
                  <a:pt x="384937" y="4081653"/>
                  <a:pt x="385064" y="4081398"/>
                </a:cubicBezTo>
                <a:cubicBezTo>
                  <a:pt x="496062" y="3637534"/>
                  <a:pt x="557149" y="2989580"/>
                  <a:pt x="557149" y="2257044"/>
                </a:cubicBezTo>
                <a:cubicBezTo>
                  <a:pt x="557149" y="1524508"/>
                  <a:pt x="496062" y="876554"/>
                  <a:pt x="385064" y="432689"/>
                </a:cubicBezTo>
                <a:cubicBezTo>
                  <a:pt x="385064" y="432435"/>
                  <a:pt x="385064" y="432308"/>
                  <a:pt x="384937" y="432054"/>
                </a:cubicBezTo>
                <a:cubicBezTo>
                  <a:pt x="334264" y="203962"/>
                  <a:pt x="207899" y="62230"/>
                  <a:pt x="0" y="0"/>
                </a:cubicBezTo>
                <a:cubicBezTo>
                  <a:pt x="137541" y="552704"/>
                  <a:pt x="212471" y="1367282"/>
                  <a:pt x="212471" y="2257044"/>
                </a:cubicBezTo>
                <a:cubicBezTo>
                  <a:pt x="212471" y="3146806"/>
                  <a:pt x="137541" y="3961384"/>
                  <a:pt x="0" y="4514088"/>
                </a:cubicBezTo>
                <a:close/>
              </a:path>
            </a:pathLst>
          </a:custGeom>
          <a:noFill/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094A2D2-BADA-79DD-84F3-FCD4D4254A92}"/>
              </a:ext>
            </a:extLst>
          </p:cNvPr>
          <p:cNvSpPr txBox="1">
            <a:spLocks/>
          </p:cNvSpPr>
          <p:nvPr userDrawn="1"/>
        </p:nvSpPr>
        <p:spPr>
          <a:xfrm>
            <a:off x="882578" y="897777"/>
            <a:ext cx="482538" cy="482538"/>
          </a:xfrm>
          <a:custGeom>
            <a:avLst/>
            <a:gdLst>
              <a:gd name="connsiteX0" fmla="*/ 489439 w 905044"/>
              <a:gd name="connsiteY0" fmla="*/ 629348 h 905044"/>
              <a:gd name="connsiteX1" fmla="*/ 506042 w 905044"/>
              <a:gd name="connsiteY1" fmla="*/ 630233 h 905044"/>
              <a:gd name="connsiteX2" fmla="*/ 506042 w 905044"/>
              <a:gd name="connsiteY2" fmla="*/ 648133 h 905044"/>
              <a:gd name="connsiteX3" fmla="*/ 466723 w 905044"/>
              <a:gd name="connsiteY3" fmla="*/ 688759 h 905044"/>
              <a:gd name="connsiteX4" fmla="*/ 433528 w 905044"/>
              <a:gd name="connsiteY4" fmla="*/ 661235 h 905044"/>
              <a:gd name="connsiteX5" fmla="*/ 489439 w 905044"/>
              <a:gd name="connsiteY5" fmla="*/ 629348 h 905044"/>
              <a:gd name="connsiteX6" fmla="*/ 602138 w 905044"/>
              <a:gd name="connsiteY6" fmla="*/ 503989 h 905044"/>
              <a:gd name="connsiteX7" fmla="*/ 602138 w 905044"/>
              <a:gd name="connsiteY7" fmla="*/ 651190 h 905044"/>
              <a:gd name="connsiteX8" fmla="*/ 678574 w 905044"/>
              <a:gd name="connsiteY8" fmla="*/ 736364 h 905044"/>
              <a:gd name="connsiteX9" fmla="*/ 739725 w 905044"/>
              <a:gd name="connsiteY9" fmla="*/ 706226 h 905044"/>
              <a:gd name="connsiteX10" fmla="*/ 740600 w 905044"/>
              <a:gd name="connsiteY10" fmla="*/ 730682 h 905044"/>
              <a:gd name="connsiteX11" fmla="*/ 804375 w 905044"/>
              <a:gd name="connsiteY11" fmla="*/ 730682 h 905044"/>
              <a:gd name="connsiteX12" fmla="*/ 804375 w 905044"/>
              <a:gd name="connsiteY12" fmla="*/ 503989 h 905044"/>
              <a:gd name="connsiteX13" fmla="*/ 737985 w 905044"/>
              <a:gd name="connsiteY13" fmla="*/ 503989 h 905044"/>
              <a:gd name="connsiteX14" fmla="*/ 737985 w 905044"/>
              <a:gd name="connsiteY14" fmla="*/ 637644 h 905044"/>
              <a:gd name="connsiteX15" fmla="*/ 702165 w 905044"/>
              <a:gd name="connsiteY15" fmla="*/ 682635 h 905044"/>
              <a:gd name="connsiteX16" fmla="*/ 668528 w 905044"/>
              <a:gd name="connsiteY16" fmla="*/ 640268 h 905044"/>
              <a:gd name="connsiteX17" fmla="*/ 668528 w 905044"/>
              <a:gd name="connsiteY17" fmla="*/ 503989 h 905044"/>
              <a:gd name="connsiteX18" fmla="*/ 99385 w 905044"/>
              <a:gd name="connsiteY18" fmla="*/ 503989 h 905044"/>
              <a:gd name="connsiteX19" fmla="*/ 99385 w 905044"/>
              <a:gd name="connsiteY19" fmla="*/ 730682 h 905044"/>
              <a:gd name="connsiteX20" fmla="*/ 165775 w 905044"/>
              <a:gd name="connsiteY20" fmla="*/ 730682 h 905044"/>
              <a:gd name="connsiteX21" fmla="*/ 165775 w 905044"/>
              <a:gd name="connsiteY21" fmla="*/ 503989 h 905044"/>
              <a:gd name="connsiteX22" fmla="*/ 468483 w 905044"/>
              <a:gd name="connsiteY22" fmla="*/ 498307 h 905044"/>
              <a:gd name="connsiteX23" fmla="*/ 381126 w 905044"/>
              <a:gd name="connsiteY23" fmla="*/ 513592 h 905044"/>
              <a:gd name="connsiteX24" fmla="*/ 381126 w 905044"/>
              <a:gd name="connsiteY24" fmla="*/ 566890 h 905044"/>
              <a:gd name="connsiteX25" fmla="*/ 458004 w 905044"/>
              <a:gd name="connsiteY25" fmla="*/ 550720 h 905044"/>
              <a:gd name="connsiteX26" fmla="*/ 505619 w 905044"/>
              <a:gd name="connsiteY26" fmla="*/ 589164 h 905044"/>
              <a:gd name="connsiteX27" fmla="*/ 483336 w 905044"/>
              <a:gd name="connsiteY27" fmla="*/ 588289 h 905044"/>
              <a:gd name="connsiteX28" fmla="*/ 369330 w 905044"/>
              <a:gd name="connsiteY28" fmla="*/ 666475 h 905044"/>
              <a:gd name="connsiteX29" fmla="*/ 447073 w 905044"/>
              <a:gd name="connsiteY29" fmla="*/ 736364 h 905044"/>
              <a:gd name="connsiteX30" fmla="*/ 506485 w 905044"/>
              <a:gd name="connsiteY30" fmla="*/ 707101 h 905044"/>
              <a:gd name="connsiteX31" fmla="*/ 507359 w 905044"/>
              <a:gd name="connsiteY31" fmla="*/ 730682 h 905044"/>
              <a:gd name="connsiteX32" fmla="*/ 569385 w 905044"/>
              <a:gd name="connsiteY32" fmla="*/ 730682 h 905044"/>
              <a:gd name="connsiteX33" fmla="*/ 569385 w 905044"/>
              <a:gd name="connsiteY33" fmla="*/ 597460 h 905044"/>
              <a:gd name="connsiteX34" fmla="*/ 468483 w 905044"/>
              <a:gd name="connsiteY34" fmla="*/ 498307 h 905044"/>
              <a:gd name="connsiteX35" fmla="*/ 290692 w 905044"/>
              <a:gd name="connsiteY35" fmla="*/ 435407 h 905044"/>
              <a:gd name="connsiteX36" fmla="*/ 224292 w 905044"/>
              <a:gd name="connsiteY36" fmla="*/ 447192 h 905044"/>
              <a:gd name="connsiteX37" fmla="*/ 224292 w 905044"/>
              <a:gd name="connsiteY37" fmla="*/ 503989 h 905044"/>
              <a:gd name="connsiteX38" fmla="*/ 191107 w 905044"/>
              <a:gd name="connsiteY38" fmla="*/ 503989 h 905044"/>
              <a:gd name="connsiteX39" fmla="*/ 191107 w 905044"/>
              <a:gd name="connsiteY39" fmla="*/ 555526 h 905044"/>
              <a:gd name="connsiteX40" fmla="*/ 224302 w 905044"/>
              <a:gd name="connsiteY40" fmla="*/ 555526 h 905044"/>
              <a:gd name="connsiteX41" fmla="*/ 224302 w 905044"/>
              <a:gd name="connsiteY41" fmla="*/ 652497 h 905044"/>
              <a:gd name="connsiteX42" fmla="*/ 304237 w 905044"/>
              <a:gd name="connsiteY42" fmla="*/ 735057 h 905044"/>
              <a:gd name="connsiteX43" fmla="*/ 345296 w 905044"/>
              <a:gd name="connsiteY43" fmla="*/ 730682 h 905044"/>
              <a:gd name="connsiteX44" fmla="*/ 345296 w 905044"/>
              <a:gd name="connsiteY44" fmla="*/ 680020 h 905044"/>
              <a:gd name="connsiteX45" fmla="*/ 321704 w 905044"/>
              <a:gd name="connsiteY45" fmla="*/ 682635 h 905044"/>
              <a:gd name="connsiteX46" fmla="*/ 290692 w 905044"/>
              <a:gd name="connsiteY46" fmla="*/ 648122 h 905044"/>
              <a:gd name="connsiteX47" fmla="*/ 290692 w 905044"/>
              <a:gd name="connsiteY47" fmla="*/ 555526 h 905044"/>
              <a:gd name="connsiteX48" fmla="*/ 348343 w 905044"/>
              <a:gd name="connsiteY48" fmla="*/ 555526 h 905044"/>
              <a:gd name="connsiteX49" fmla="*/ 348343 w 905044"/>
              <a:gd name="connsiteY49" fmla="*/ 503989 h 905044"/>
              <a:gd name="connsiteX50" fmla="*/ 290692 w 905044"/>
              <a:gd name="connsiteY50" fmla="*/ 503989 h 905044"/>
              <a:gd name="connsiteX51" fmla="*/ 761999 w 905044"/>
              <a:gd name="connsiteY51" fmla="*/ 415758 h 905044"/>
              <a:gd name="connsiteX52" fmla="*/ 651493 w 905044"/>
              <a:gd name="connsiteY52" fmla="*/ 435417 h 905044"/>
              <a:gd name="connsiteX53" fmla="*/ 651493 w 905044"/>
              <a:gd name="connsiteY53" fmla="*/ 473419 h 905044"/>
              <a:gd name="connsiteX54" fmla="*/ 761999 w 905044"/>
              <a:gd name="connsiteY54" fmla="*/ 473419 h 905044"/>
              <a:gd name="connsiteX55" fmla="*/ 761999 w 905044"/>
              <a:gd name="connsiteY55" fmla="*/ 473409 h 905044"/>
              <a:gd name="connsiteX56" fmla="*/ 132580 w 905044"/>
              <a:gd name="connsiteY56" fmla="*/ 404394 h 905044"/>
              <a:gd name="connsiteX57" fmla="*/ 93271 w 905044"/>
              <a:gd name="connsiteY57" fmla="*/ 442396 h 905044"/>
              <a:gd name="connsiteX58" fmla="*/ 132580 w 905044"/>
              <a:gd name="connsiteY58" fmla="*/ 480398 h 905044"/>
              <a:gd name="connsiteX59" fmla="*/ 171899 w 905044"/>
              <a:gd name="connsiteY59" fmla="*/ 442396 h 905044"/>
              <a:gd name="connsiteX60" fmla="*/ 132580 w 905044"/>
              <a:gd name="connsiteY60" fmla="*/ 404394 h 905044"/>
              <a:gd name="connsiteX61" fmla="*/ 452522 w 905044"/>
              <a:gd name="connsiteY61" fmla="*/ 0 h 905044"/>
              <a:gd name="connsiteX62" fmla="*/ 787720 w 905044"/>
              <a:gd name="connsiteY62" fmla="*/ 31656 h 905044"/>
              <a:gd name="connsiteX63" fmla="*/ 873388 w 905044"/>
              <a:gd name="connsiteY63" fmla="*/ 117324 h 905044"/>
              <a:gd name="connsiteX64" fmla="*/ 905044 w 905044"/>
              <a:gd name="connsiteY64" fmla="*/ 452523 h 905044"/>
              <a:gd name="connsiteX65" fmla="*/ 873388 w 905044"/>
              <a:gd name="connsiteY65" fmla="*/ 787720 h 905044"/>
              <a:gd name="connsiteX66" fmla="*/ 787720 w 905044"/>
              <a:gd name="connsiteY66" fmla="*/ 873388 h 905044"/>
              <a:gd name="connsiteX67" fmla="*/ 452522 w 905044"/>
              <a:gd name="connsiteY67" fmla="*/ 905044 h 905044"/>
              <a:gd name="connsiteX68" fmla="*/ 117324 w 905044"/>
              <a:gd name="connsiteY68" fmla="*/ 873388 h 905044"/>
              <a:gd name="connsiteX69" fmla="*/ 31656 w 905044"/>
              <a:gd name="connsiteY69" fmla="*/ 787720 h 905044"/>
              <a:gd name="connsiteX70" fmla="*/ 0 w 905044"/>
              <a:gd name="connsiteY70" fmla="*/ 452523 h 905044"/>
              <a:gd name="connsiteX71" fmla="*/ 31656 w 905044"/>
              <a:gd name="connsiteY71" fmla="*/ 117324 h 905044"/>
              <a:gd name="connsiteX72" fmla="*/ 117324 w 905044"/>
              <a:gd name="connsiteY72" fmla="*/ 31656 h 905044"/>
              <a:gd name="connsiteX73" fmla="*/ 452522 w 905044"/>
              <a:gd name="connsiteY73" fmla="*/ 0 h 90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905044" h="905044">
                <a:moveTo>
                  <a:pt x="489439" y="629348"/>
                </a:moveTo>
                <a:cubicBezTo>
                  <a:pt x="494679" y="629348"/>
                  <a:pt x="502985" y="629791"/>
                  <a:pt x="506042" y="630233"/>
                </a:cubicBezTo>
                <a:lnTo>
                  <a:pt x="506042" y="648133"/>
                </a:lnTo>
                <a:cubicBezTo>
                  <a:pt x="506042" y="672167"/>
                  <a:pt x="489872" y="688759"/>
                  <a:pt x="466723" y="688759"/>
                </a:cubicBezTo>
                <a:cubicBezTo>
                  <a:pt x="446189" y="688759"/>
                  <a:pt x="433528" y="679588"/>
                  <a:pt x="433528" y="661235"/>
                </a:cubicBezTo>
                <a:cubicBezTo>
                  <a:pt x="433528" y="640268"/>
                  <a:pt x="453630" y="629348"/>
                  <a:pt x="489439" y="629348"/>
                </a:cubicBezTo>
                <a:close/>
                <a:moveTo>
                  <a:pt x="602138" y="503989"/>
                </a:moveTo>
                <a:lnTo>
                  <a:pt x="602138" y="651190"/>
                </a:lnTo>
                <a:cubicBezTo>
                  <a:pt x="602148" y="703169"/>
                  <a:pt x="631844" y="736364"/>
                  <a:pt x="678574" y="736364"/>
                </a:cubicBezTo>
                <a:cubicBezTo>
                  <a:pt x="706097" y="736364"/>
                  <a:pt x="724882" y="726308"/>
                  <a:pt x="739725" y="706226"/>
                </a:cubicBezTo>
                <a:lnTo>
                  <a:pt x="740600" y="730682"/>
                </a:lnTo>
                <a:lnTo>
                  <a:pt x="804375" y="730682"/>
                </a:lnTo>
                <a:lnTo>
                  <a:pt x="804375" y="503989"/>
                </a:lnTo>
                <a:lnTo>
                  <a:pt x="737985" y="503989"/>
                </a:lnTo>
                <a:lnTo>
                  <a:pt x="737985" y="637644"/>
                </a:lnTo>
                <a:cubicBezTo>
                  <a:pt x="737985" y="665167"/>
                  <a:pt x="724439" y="682635"/>
                  <a:pt x="702165" y="682635"/>
                </a:cubicBezTo>
                <a:cubicBezTo>
                  <a:pt x="680324" y="682635"/>
                  <a:pt x="668528" y="667782"/>
                  <a:pt x="668528" y="640268"/>
                </a:cubicBezTo>
                <a:lnTo>
                  <a:pt x="668528" y="503989"/>
                </a:lnTo>
                <a:close/>
                <a:moveTo>
                  <a:pt x="99385" y="503989"/>
                </a:moveTo>
                <a:lnTo>
                  <a:pt x="99385" y="730682"/>
                </a:lnTo>
                <a:lnTo>
                  <a:pt x="165775" y="730682"/>
                </a:lnTo>
                <a:lnTo>
                  <a:pt x="165775" y="503989"/>
                </a:lnTo>
                <a:close/>
                <a:moveTo>
                  <a:pt x="468483" y="498307"/>
                </a:moveTo>
                <a:cubicBezTo>
                  <a:pt x="435298" y="498307"/>
                  <a:pt x="407775" y="503547"/>
                  <a:pt x="381126" y="513592"/>
                </a:cubicBezTo>
                <a:lnTo>
                  <a:pt x="381126" y="566890"/>
                </a:lnTo>
                <a:cubicBezTo>
                  <a:pt x="407332" y="556834"/>
                  <a:pt x="433538" y="550720"/>
                  <a:pt x="458004" y="550720"/>
                </a:cubicBezTo>
                <a:cubicBezTo>
                  <a:pt x="488575" y="550720"/>
                  <a:pt x="505619" y="564697"/>
                  <a:pt x="505619" y="589164"/>
                </a:cubicBezTo>
                <a:cubicBezTo>
                  <a:pt x="500381" y="588731"/>
                  <a:pt x="491642" y="588289"/>
                  <a:pt x="483336" y="588289"/>
                </a:cubicBezTo>
                <a:cubicBezTo>
                  <a:pt x="413446" y="588289"/>
                  <a:pt x="369330" y="617120"/>
                  <a:pt x="369330" y="666475"/>
                </a:cubicBezTo>
                <a:cubicBezTo>
                  <a:pt x="369320" y="709283"/>
                  <a:pt x="399458" y="736364"/>
                  <a:pt x="447073" y="736364"/>
                </a:cubicBezTo>
                <a:cubicBezTo>
                  <a:pt x="473722" y="736364"/>
                  <a:pt x="492939" y="725443"/>
                  <a:pt x="506485" y="707101"/>
                </a:cubicBezTo>
                <a:lnTo>
                  <a:pt x="507359" y="730682"/>
                </a:lnTo>
                <a:lnTo>
                  <a:pt x="569385" y="730682"/>
                </a:lnTo>
                <a:lnTo>
                  <a:pt x="569385" y="597460"/>
                </a:lnTo>
                <a:cubicBezTo>
                  <a:pt x="569385" y="532820"/>
                  <a:pt x="533133" y="498307"/>
                  <a:pt x="468483" y="498307"/>
                </a:cubicBezTo>
                <a:close/>
                <a:moveTo>
                  <a:pt x="290692" y="435407"/>
                </a:moveTo>
                <a:lnTo>
                  <a:pt x="224292" y="447192"/>
                </a:lnTo>
                <a:lnTo>
                  <a:pt x="224292" y="503989"/>
                </a:lnTo>
                <a:lnTo>
                  <a:pt x="191107" y="503989"/>
                </a:lnTo>
                <a:lnTo>
                  <a:pt x="191107" y="555526"/>
                </a:lnTo>
                <a:lnTo>
                  <a:pt x="224302" y="555526"/>
                </a:lnTo>
                <a:lnTo>
                  <a:pt x="224302" y="652497"/>
                </a:lnTo>
                <a:cubicBezTo>
                  <a:pt x="224302" y="707534"/>
                  <a:pt x="253142" y="735057"/>
                  <a:pt x="304237" y="735057"/>
                </a:cubicBezTo>
                <a:cubicBezTo>
                  <a:pt x="322589" y="735057"/>
                  <a:pt x="337875" y="732865"/>
                  <a:pt x="345296" y="730682"/>
                </a:cubicBezTo>
                <a:lnTo>
                  <a:pt x="345296" y="680020"/>
                </a:lnTo>
                <a:cubicBezTo>
                  <a:pt x="340489" y="681328"/>
                  <a:pt x="331751" y="682635"/>
                  <a:pt x="321704" y="682635"/>
                </a:cubicBezTo>
                <a:cubicBezTo>
                  <a:pt x="300305" y="682635"/>
                  <a:pt x="290692" y="672157"/>
                  <a:pt x="290692" y="648122"/>
                </a:cubicBezTo>
                <a:lnTo>
                  <a:pt x="290692" y="555526"/>
                </a:lnTo>
                <a:lnTo>
                  <a:pt x="348343" y="555526"/>
                </a:lnTo>
                <a:lnTo>
                  <a:pt x="348343" y="503989"/>
                </a:lnTo>
                <a:lnTo>
                  <a:pt x="290692" y="503989"/>
                </a:lnTo>
                <a:close/>
                <a:moveTo>
                  <a:pt x="761999" y="415758"/>
                </a:moveTo>
                <a:lnTo>
                  <a:pt x="651493" y="435417"/>
                </a:lnTo>
                <a:lnTo>
                  <a:pt x="651493" y="473419"/>
                </a:lnTo>
                <a:lnTo>
                  <a:pt x="761999" y="473419"/>
                </a:lnTo>
                <a:lnTo>
                  <a:pt x="761999" y="473409"/>
                </a:lnTo>
                <a:close/>
                <a:moveTo>
                  <a:pt x="132580" y="404394"/>
                </a:moveTo>
                <a:cubicBezTo>
                  <a:pt x="109431" y="404394"/>
                  <a:pt x="93271" y="420122"/>
                  <a:pt x="93271" y="442396"/>
                </a:cubicBezTo>
                <a:cubicBezTo>
                  <a:pt x="93271" y="465112"/>
                  <a:pt x="109431" y="480398"/>
                  <a:pt x="132580" y="480398"/>
                </a:cubicBezTo>
                <a:cubicBezTo>
                  <a:pt x="155739" y="480398"/>
                  <a:pt x="171899" y="464680"/>
                  <a:pt x="171899" y="442396"/>
                </a:cubicBezTo>
                <a:cubicBezTo>
                  <a:pt x="171899" y="419679"/>
                  <a:pt x="155739" y="404394"/>
                  <a:pt x="132580" y="404394"/>
                </a:cubicBezTo>
                <a:close/>
                <a:moveTo>
                  <a:pt x="452522" y="0"/>
                </a:moveTo>
                <a:cubicBezTo>
                  <a:pt x="584739" y="0"/>
                  <a:pt x="705784" y="11172"/>
                  <a:pt x="787720" y="31656"/>
                </a:cubicBezTo>
                <a:cubicBezTo>
                  <a:pt x="838000" y="42829"/>
                  <a:pt x="864076" y="72625"/>
                  <a:pt x="873388" y="117324"/>
                </a:cubicBezTo>
                <a:cubicBezTo>
                  <a:pt x="892012" y="195530"/>
                  <a:pt x="905044" y="320305"/>
                  <a:pt x="905044" y="452523"/>
                </a:cubicBezTo>
                <a:cubicBezTo>
                  <a:pt x="905044" y="584739"/>
                  <a:pt x="892012" y="709514"/>
                  <a:pt x="873388" y="787720"/>
                </a:cubicBezTo>
                <a:cubicBezTo>
                  <a:pt x="864076" y="832409"/>
                  <a:pt x="838000" y="862205"/>
                  <a:pt x="787720" y="873388"/>
                </a:cubicBezTo>
                <a:cubicBezTo>
                  <a:pt x="705784" y="893872"/>
                  <a:pt x="584739" y="905044"/>
                  <a:pt x="452522" y="905044"/>
                </a:cubicBezTo>
                <a:cubicBezTo>
                  <a:pt x="320305" y="905044"/>
                  <a:pt x="199260" y="893872"/>
                  <a:pt x="117324" y="873388"/>
                </a:cubicBezTo>
                <a:cubicBezTo>
                  <a:pt x="67044" y="862215"/>
                  <a:pt x="40969" y="832419"/>
                  <a:pt x="31656" y="787720"/>
                </a:cubicBezTo>
                <a:cubicBezTo>
                  <a:pt x="13032" y="709514"/>
                  <a:pt x="0" y="584739"/>
                  <a:pt x="0" y="452523"/>
                </a:cubicBezTo>
                <a:cubicBezTo>
                  <a:pt x="0" y="320305"/>
                  <a:pt x="13032" y="195530"/>
                  <a:pt x="31656" y="117324"/>
                </a:cubicBezTo>
                <a:cubicBezTo>
                  <a:pt x="40969" y="72635"/>
                  <a:pt x="67044" y="42839"/>
                  <a:pt x="117324" y="31656"/>
                </a:cubicBezTo>
                <a:cubicBezTo>
                  <a:pt x="199260" y="11172"/>
                  <a:pt x="320305" y="0"/>
                  <a:pt x="45252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4" name="Forma Livre: Forma 43">
            <a:extLst>
              <a:ext uri="{FF2B5EF4-FFF2-40B4-BE49-F238E27FC236}">
                <a16:creationId xmlns:a16="http://schemas.microsoft.com/office/drawing/2014/main" id="{2B00C027-B459-460E-56F8-8681983CF74F}"/>
              </a:ext>
            </a:extLst>
          </p:cNvPr>
          <p:cNvSpPr/>
          <p:nvPr/>
        </p:nvSpPr>
        <p:spPr>
          <a:xfrm flipH="1">
            <a:off x="7127495" y="958086"/>
            <a:ext cx="4331461" cy="4942077"/>
          </a:xfrm>
          <a:custGeom>
            <a:avLst/>
            <a:gdLst>
              <a:gd name="connsiteX0" fmla="*/ 4295521 w 4331461"/>
              <a:gd name="connsiteY0" fmla="*/ 4744465 h 4942077"/>
              <a:gd name="connsiteX1" fmla="*/ 2470912 w 4331461"/>
              <a:gd name="connsiteY1" fmla="*/ 4916677 h 4942077"/>
              <a:gd name="connsiteX2" fmla="*/ 646303 w 4331461"/>
              <a:gd name="connsiteY2" fmla="*/ 4744465 h 4942077"/>
              <a:gd name="connsiteX3" fmla="*/ 645541 w 4331461"/>
              <a:gd name="connsiteY3" fmla="*/ 4744339 h 4942077"/>
              <a:gd name="connsiteX4" fmla="*/ 197485 w 4331461"/>
              <a:gd name="connsiteY4" fmla="*/ 4296028 h 4942077"/>
              <a:gd name="connsiteX5" fmla="*/ 197358 w 4331461"/>
              <a:gd name="connsiteY5" fmla="*/ 4295394 h 4942077"/>
              <a:gd name="connsiteX6" fmla="*/ 25273 w 4331461"/>
              <a:gd name="connsiteY6" fmla="*/ 2471039 h 4942077"/>
              <a:gd name="connsiteX7" fmla="*/ 197358 w 4331461"/>
              <a:gd name="connsiteY7" fmla="*/ 646684 h 4942077"/>
              <a:gd name="connsiteX8" fmla="*/ 197485 w 4331461"/>
              <a:gd name="connsiteY8" fmla="*/ 646049 h 4942077"/>
              <a:gd name="connsiteX9" fmla="*/ 645541 w 4331461"/>
              <a:gd name="connsiteY9" fmla="*/ 197739 h 4942077"/>
              <a:gd name="connsiteX10" fmla="*/ 646303 w 4331461"/>
              <a:gd name="connsiteY10" fmla="*/ 197612 h 4942077"/>
              <a:gd name="connsiteX11" fmla="*/ 2470912 w 4331461"/>
              <a:gd name="connsiteY11" fmla="*/ 25400 h 4942077"/>
              <a:gd name="connsiteX12" fmla="*/ 4295521 w 4331461"/>
              <a:gd name="connsiteY12" fmla="*/ 197612 h 4942077"/>
              <a:gd name="connsiteX13" fmla="*/ 4296283 w 4331461"/>
              <a:gd name="connsiteY13" fmla="*/ 197739 h 4942077"/>
              <a:gd name="connsiteX14" fmla="*/ 4331462 w 4331461"/>
              <a:gd name="connsiteY14" fmla="*/ 206121 h 4942077"/>
              <a:gd name="connsiteX15" fmla="*/ 4324604 w 4331461"/>
              <a:gd name="connsiteY15" fmla="*/ 178054 h 4942077"/>
              <a:gd name="connsiteX16" fmla="*/ 4301490 w 4331461"/>
              <a:gd name="connsiteY16" fmla="*/ 172847 h 4942077"/>
              <a:gd name="connsiteX17" fmla="*/ 2471039 w 4331461"/>
              <a:gd name="connsiteY17" fmla="*/ 0 h 4942077"/>
              <a:gd name="connsiteX18" fmla="*/ 640588 w 4331461"/>
              <a:gd name="connsiteY18" fmla="*/ 172847 h 4942077"/>
              <a:gd name="connsiteX19" fmla="*/ 172847 w 4331461"/>
              <a:gd name="connsiteY19" fmla="*/ 640588 h 4942077"/>
              <a:gd name="connsiteX20" fmla="*/ 0 w 4331461"/>
              <a:gd name="connsiteY20" fmla="*/ 2471039 h 4942077"/>
              <a:gd name="connsiteX21" fmla="*/ 172847 w 4331461"/>
              <a:gd name="connsiteY21" fmla="*/ 4301490 h 4942077"/>
              <a:gd name="connsiteX22" fmla="*/ 640588 w 4331461"/>
              <a:gd name="connsiteY22" fmla="*/ 4769231 h 4942077"/>
              <a:gd name="connsiteX23" fmla="*/ 2471039 w 4331461"/>
              <a:gd name="connsiteY23" fmla="*/ 4942077 h 4942077"/>
              <a:gd name="connsiteX24" fmla="*/ 4301490 w 4331461"/>
              <a:gd name="connsiteY24" fmla="*/ 4769231 h 4942077"/>
              <a:gd name="connsiteX25" fmla="*/ 4324604 w 4331461"/>
              <a:gd name="connsiteY25" fmla="*/ 4764023 h 4942077"/>
              <a:gd name="connsiteX26" fmla="*/ 4331462 w 4331461"/>
              <a:gd name="connsiteY26" fmla="*/ 4735957 h 4942077"/>
              <a:gd name="connsiteX27" fmla="*/ 4296283 w 4331461"/>
              <a:gd name="connsiteY27" fmla="*/ 4744339 h 4942077"/>
              <a:gd name="connsiteX28" fmla="*/ 4295521 w 4331461"/>
              <a:gd name="connsiteY28" fmla="*/ 4744465 h 4942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331461" h="4942077">
                <a:moveTo>
                  <a:pt x="4295521" y="4744465"/>
                </a:moveTo>
                <a:cubicBezTo>
                  <a:pt x="3849624" y="4850638"/>
                  <a:pt x="3150489" y="4916677"/>
                  <a:pt x="2470912" y="4916677"/>
                </a:cubicBezTo>
                <a:cubicBezTo>
                  <a:pt x="1791335" y="4916677"/>
                  <a:pt x="1092200" y="4850765"/>
                  <a:pt x="646303" y="4744465"/>
                </a:cubicBezTo>
                <a:cubicBezTo>
                  <a:pt x="646049" y="4744465"/>
                  <a:pt x="645795" y="4744465"/>
                  <a:pt x="645541" y="4744339"/>
                </a:cubicBezTo>
                <a:cubicBezTo>
                  <a:pt x="399669" y="4693031"/>
                  <a:pt x="253111" y="4546472"/>
                  <a:pt x="197485" y="4296028"/>
                </a:cubicBezTo>
                <a:cubicBezTo>
                  <a:pt x="197485" y="4295775"/>
                  <a:pt x="197485" y="4295647"/>
                  <a:pt x="197358" y="4295394"/>
                </a:cubicBezTo>
                <a:cubicBezTo>
                  <a:pt x="86360" y="3851528"/>
                  <a:pt x="25273" y="3203575"/>
                  <a:pt x="25273" y="2471039"/>
                </a:cubicBezTo>
                <a:cubicBezTo>
                  <a:pt x="25273" y="1738503"/>
                  <a:pt x="86360" y="1090549"/>
                  <a:pt x="197358" y="646684"/>
                </a:cubicBezTo>
                <a:cubicBezTo>
                  <a:pt x="197358" y="646430"/>
                  <a:pt x="197358" y="646303"/>
                  <a:pt x="197485" y="646049"/>
                </a:cubicBezTo>
                <a:cubicBezTo>
                  <a:pt x="253111" y="395605"/>
                  <a:pt x="399669" y="248920"/>
                  <a:pt x="645541" y="197739"/>
                </a:cubicBezTo>
                <a:cubicBezTo>
                  <a:pt x="645795" y="197739"/>
                  <a:pt x="646049" y="197739"/>
                  <a:pt x="646303" y="197612"/>
                </a:cubicBezTo>
                <a:cubicBezTo>
                  <a:pt x="1092200" y="91440"/>
                  <a:pt x="1791335" y="25400"/>
                  <a:pt x="2470912" y="25400"/>
                </a:cubicBezTo>
                <a:cubicBezTo>
                  <a:pt x="3150489" y="25400"/>
                  <a:pt x="3849624" y="91313"/>
                  <a:pt x="4295521" y="197612"/>
                </a:cubicBezTo>
                <a:cubicBezTo>
                  <a:pt x="4295775" y="197612"/>
                  <a:pt x="4296029" y="197612"/>
                  <a:pt x="4296283" y="197739"/>
                </a:cubicBezTo>
                <a:cubicBezTo>
                  <a:pt x="4308348" y="200279"/>
                  <a:pt x="4319905" y="203200"/>
                  <a:pt x="4331462" y="206121"/>
                </a:cubicBezTo>
                <a:cubicBezTo>
                  <a:pt x="4329303" y="196596"/>
                  <a:pt x="4327017" y="187198"/>
                  <a:pt x="4324604" y="178054"/>
                </a:cubicBezTo>
                <a:cubicBezTo>
                  <a:pt x="4316984" y="176276"/>
                  <a:pt x="4309237" y="174498"/>
                  <a:pt x="4301490" y="172847"/>
                </a:cubicBezTo>
                <a:cubicBezTo>
                  <a:pt x="3874262" y="71120"/>
                  <a:pt x="3193034" y="0"/>
                  <a:pt x="2471039" y="0"/>
                </a:cubicBezTo>
                <a:cubicBezTo>
                  <a:pt x="1749044" y="0"/>
                  <a:pt x="1067689" y="71120"/>
                  <a:pt x="640588" y="172847"/>
                </a:cubicBezTo>
                <a:cubicBezTo>
                  <a:pt x="396621" y="223774"/>
                  <a:pt x="233934" y="366014"/>
                  <a:pt x="172847" y="640588"/>
                </a:cubicBezTo>
                <a:cubicBezTo>
                  <a:pt x="60960" y="1088009"/>
                  <a:pt x="0" y="1749044"/>
                  <a:pt x="0" y="2471039"/>
                </a:cubicBezTo>
                <a:cubicBezTo>
                  <a:pt x="0" y="3193033"/>
                  <a:pt x="60960" y="3854069"/>
                  <a:pt x="172847" y="4301490"/>
                </a:cubicBezTo>
                <a:cubicBezTo>
                  <a:pt x="233807" y="4576064"/>
                  <a:pt x="396621" y="4718303"/>
                  <a:pt x="640588" y="4769231"/>
                </a:cubicBezTo>
                <a:cubicBezTo>
                  <a:pt x="1067816" y="4870958"/>
                  <a:pt x="1749044" y="4942077"/>
                  <a:pt x="2471039" y="4942077"/>
                </a:cubicBezTo>
                <a:cubicBezTo>
                  <a:pt x="3193034" y="4942077"/>
                  <a:pt x="3874389" y="4870958"/>
                  <a:pt x="4301490" y="4769231"/>
                </a:cubicBezTo>
                <a:cubicBezTo>
                  <a:pt x="4309237" y="4767579"/>
                  <a:pt x="4316984" y="4765928"/>
                  <a:pt x="4324604" y="4764023"/>
                </a:cubicBezTo>
                <a:cubicBezTo>
                  <a:pt x="4327017" y="4754752"/>
                  <a:pt x="4329303" y="4745354"/>
                  <a:pt x="4331462" y="4735957"/>
                </a:cubicBezTo>
                <a:cubicBezTo>
                  <a:pt x="4319905" y="4738877"/>
                  <a:pt x="4308348" y="4741798"/>
                  <a:pt x="4296283" y="4744339"/>
                </a:cubicBezTo>
                <a:cubicBezTo>
                  <a:pt x="4296029" y="4744339"/>
                  <a:pt x="4295775" y="4744339"/>
                  <a:pt x="4295521" y="4744465"/>
                </a:cubicBezTo>
                <a:close/>
              </a:path>
            </a:pathLst>
          </a:custGeom>
          <a:solidFill>
            <a:schemeClr val="accent6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5" name="Forma Livre: Forma 44">
            <a:extLst>
              <a:ext uri="{FF2B5EF4-FFF2-40B4-BE49-F238E27FC236}">
                <a16:creationId xmlns:a16="http://schemas.microsoft.com/office/drawing/2014/main" id="{46821465-FC52-4EC5-1FA5-1701237FDA8B}"/>
              </a:ext>
            </a:extLst>
          </p:cNvPr>
          <p:cNvSpPr/>
          <p:nvPr/>
        </p:nvSpPr>
        <p:spPr>
          <a:xfrm flipH="1">
            <a:off x="6519386" y="1143252"/>
            <a:ext cx="589407" cy="4571491"/>
          </a:xfrm>
          <a:custGeom>
            <a:avLst/>
            <a:gdLst>
              <a:gd name="connsiteX0" fmla="*/ 416560 w 589407"/>
              <a:gd name="connsiteY0" fmla="*/ 455295 h 4571491"/>
              <a:gd name="connsiteX1" fmla="*/ 0 w 589407"/>
              <a:gd name="connsiteY1" fmla="*/ 0 h 4571491"/>
              <a:gd name="connsiteX2" fmla="*/ 5842 w 589407"/>
              <a:gd name="connsiteY2" fmla="*/ 24511 h 4571491"/>
              <a:gd name="connsiteX3" fmla="*/ 6858 w 589407"/>
              <a:gd name="connsiteY3" fmla="*/ 28702 h 4571491"/>
              <a:gd name="connsiteX4" fmla="*/ 391795 w 589407"/>
              <a:gd name="connsiteY4" fmla="*/ 460756 h 4571491"/>
              <a:gd name="connsiteX5" fmla="*/ 391922 w 589407"/>
              <a:gd name="connsiteY5" fmla="*/ 461391 h 4571491"/>
              <a:gd name="connsiteX6" fmla="*/ 564007 w 589407"/>
              <a:gd name="connsiteY6" fmla="*/ 2285746 h 4571491"/>
              <a:gd name="connsiteX7" fmla="*/ 391922 w 589407"/>
              <a:gd name="connsiteY7" fmla="*/ 4110100 h 4571491"/>
              <a:gd name="connsiteX8" fmla="*/ 391795 w 589407"/>
              <a:gd name="connsiteY8" fmla="*/ 4110736 h 4571491"/>
              <a:gd name="connsiteX9" fmla="*/ 6858 w 589407"/>
              <a:gd name="connsiteY9" fmla="*/ 4542790 h 4571491"/>
              <a:gd name="connsiteX10" fmla="*/ 5842 w 589407"/>
              <a:gd name="connsiteY10" fmla="*/ 4546980 h 4571491"/>
              <a:gd name="connsiteX11" fmla="*/ 0 w 589407"/>
              <a:gd name="connsiteY11" fmla="*/ 4571492 h 4571491"/>
              <a:gd name="connsiteX12" fmla="*/ 416560 w 589407"/>
              <a:gd name="connsiteY12" fmla="*/ 4116197 h 4571491"/>
              <a:gd name="connsiteX13" fmla="*/ 589407 w 589407"/>
              <a:gd name="connsiteY13" fmla="*/ 2285746 h 4571491"/>
              <a:gd name="connsiteX14" fmla="*/ 416560 w 589407"/>
              <a:gd name="connsiteY14" fmla="*/ 455295 h 4571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89407" h="4571491">
                <a:moveTo>
                  <a:pt x="416560" y="455295"/>
                </a:moveTo>
                <a:cubicBezTo>
                  <a:pt x="359918" y="200406"/>
                  <a:pt x="215646" y="59563"/>
                  <a:pt x="0" y="0"/>
                </a:cubicBezTo>
                <a:cubicBezTo>
                  <a:pt x="2032" y="8128"/>
                  <a:pt x="3937" y="16256"/>
                  <a:pt x="5842" y="24511"/>
                </a:cubicBezTo>
                <a:cubicBezTo>
                  <a:pt x="6223" y="25908"/>
                  <a:pt x="6477" y="27305"/>
                  <a:pt x="6858" y="28702"/>
                </a:cubicBezTo>
                <a:cubicBezTo>
                  <a:pt x="214757" y="90932"/>
                  <a:pt x="341122" y="232664"/>
                  <a:pt x="391795" y="460756"/>
                </a:cubicBezTo>
                <a:cubicBezTo>
                  <a:pt x="391795" y="461010"/>
                  <a:pt x="391795" y="461137"/>
                  <a:pt x="391922" y="461391"/>
                </a:cubicBezTo>
                <a:cubicBezTo>
                  <a:pt x="502920" y="905256"/>
                  <a:pt x="564007" y="1553210"/>
                  <a:pt x="564007" y="2285746"/>
                </a:cubicBezTo>
                <a:cubicBezTo>
                  <a:pt x="564007" y="3018282"/>
                  <a:pt x="502920" y="3666236"/>
                  <a:pt x="391922" y="4110100"/>
                </a:cubicBezTo>
                <a:cubicBezTo>
                  <a:pt x="391922" y="4110355"/>
                  <a:pt x="391922" y="4110481"/>
                  <a:pt x="391795" y="4110736"/>
                </a:cubicBezTo>
                <a:cubicBezTo>
                  <a:pt x="341122" y="4338828"/>
                  <a:pt x="214757" y="4480560"/>
                  <a:pt x="6858" y="4542790"/>
                </a:cubicBezTo>
                <a:cubicBezTo>
                  <a:pt x="6477" y="4544186"/>
                  <a:pt x="6223" y="4545584"/>
                  <a:pt x="5842" y="4546980"/>
                </a:cubicBezTo>
                <a:cubicBezTo>
                  <a:pt x="3937" y="4555236"/>
                  <a:pt x="2032" y="4563364"/>
                  <a:pt x="0" y="4571492"/>
                </a:cubicBezTo>
                <a:cubicBezTo>
                  <a:pt x="215519" y="4511929"/>
                  <a:pt x="359918" y="4371086"/>
                  <a:pt x="416560" y="4116197"/>
                </a:cubicBezTo>
                <a:cubicBezTo>
                  <a:pt x="528447" y="3668776"/>
                  <a:pt x="589407" y="3007741"/>
                  <a:pt x="589407" y="2285746"/>
                </a:cubicBezTo>
                <a:cubicBezTo>
                  <a:pt x="589407" y="1563751"/>
                  <a:pt x="528447" y="902716"/>
                  <a:pt x="416560" y="455295"/>
                </a:cubicBezTo>
                <a:close/>
              </a:path>
            </a:pathLst>
          </a:custGeom>
          <a:solidFill>
            <a:schemeClr val="accent3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CF38BCD5-7C9B-B682-2B0D-A05F7AD18C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3086"/>
          <a:stretch>
            <a:fillRect/>
          </a:stretch>
        </p:blipFill>
        <p:spPr>
          <a:xfrm>
            <a:off x="6887084" y="381000"/>
            <a:ext cx="5304916" cy="6103622"/>
          </a:xfrm>
          <a:prstGeom prst="rect">
            <a:avLst/>
          </a:prstGeom>
        </p:spPr>
      </p:pic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0AFF3C40-22EA-7656-EC51-7E32BA4FCE1F}"/>
              </a:ext>
            </a:extLst>
          </p:cNvPr>
          <p:cNvSpPr txBox="1">
            <a:spLocks/>
          </p:cNvSpPr>
          <p:nvPr userDrawn="1"/>
        </p:nvSpPr>
        <p:spPr>
          <a:xfrm>
            <a:off x="787400" y="5757023"/>
            <a:ext cx="4481098" cy="2996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0" lang="pt-BR" sz="1400" b="0" i="0" u="non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tau Text Pro Light" panose="020B0403020204020203" pitchFamily="34" charset="0"/>
                <a:ea typeface="Itau Text Pro Light" panose="020B0403020204020203" pitchFamily="34" charset="0"/>
                <a:cs typeface="Itau Text Pro Light" panose="020B040302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11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au Text Pro Light" panose="020B0403020204020203" pitchFamily="34" charset="0"/>
                <a:cs typeface="Itau Text Pro Light" panose="020B0403020204020203" pitchFamily="34" charset="0"/>
              </a:rPr>
              <a:t>Última atualização: Abril/26</a:t>
            </a:r>
          </a:p>
        </p:txBody>
      </p:sp>
      <p:sp>
        <p:nvSpPr>
          <p:cNvPr id="9" name="Espaço Reservado para Texto 7">
            <a:extLst>
              <a:ext uri="{FF2B5EF4-FFF2-40B4-BE49-F238E27FC236}">
                <a16:creationId xmlns:a16="http://schemas.microsoft.com/office/drawing/2014/main" id="{72C7269E-BE84-0B84-427B-8D5836316849}"/>
              </a:ext>
            </a:extLst>
          </p:cNvPr>
          <p:cNvSpPr txBox="1">
            <a:spLocks/>
          </p:cNvSpPr>
          <p:nvPr userDrawn="1"/>
        </p:nvSpPr>
        <p:spPr>
          <a:xfrm>
            <a:off x="762000" y="3598816"/>
            <a:ext cx="5473700" cy="1281937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5400" kern="1200" spc="0" dirty="0">
                <a:solidFill>
                  <a:schemeClr val="bg1"/>
                </a:solidFill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au Display Pro Light" panose="020B0403020204020204" pitchFamily="34" charset="0"/>
                <a:ea typeface="+mn-ea"/>
                <a:cs typeface="Itau Display Pro Light" panose="020B0403020204020204" pitchFamily="34" charset="0"/>
              </a:rPr>
              <a:t>Template</a:t>
            </a:r>
            <a:r>
              <a:rPr kumimoji="0" lang="pt-BR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au Display Pro Light" panose="020B0403020204020204" pitchFamily="34" charset="0"/>
                <a:ea typeface="+mn-ea"/>
                <a:cs typeface="Itau Display Pro Light" panose="020B0403020204020204" pitchFamily="34" charset="0"/>
              </a:rPr>
              <a:t> de </a:t>
            </a:r>
            <a:r>
              <a:rPr kumimoji="0" lang="pt-BR" sz="5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Itau Display Pro Bold" panose="020B0703020204020204" pitchFamily="34" charset="0"/>
              </a:rPr>
              <a:t>apresentações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4EAECAF-2237-5CE8-F563-ABDA966A5077}"/>
              </a:ext>
            </a:extLst>
          </p:cNvPr>
          <p:cNvSpPr txBox="1"/>
          <p:nvPr userDrawn="1"/>
        </p:nvSpPr>
        <p:spPr>
          <a:xfrm>
            <a:off x="762000" y="4607187"/>
            <a:ext cx="33655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5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Itau Display Pro Bold" panose="020B0703020204020204" pitchFamily="34" charset="0"/>
              </a:rPr>
              <a:t>BUPJ 2026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7EE7704E-B98B-E434-ABEB-D9C36A2DCAFB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A9E2BB39-2868-CBBE-A202-99C1C8D318F6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293AC8D7-032D-97FE-00EE-1D0BCDC5C5C5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4C543F8C-E1B9-3974-604C-601C0DF2408B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42AC24B8-B6E8-048A-77DB-E1D2C1150251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5329D33-D7C0-2426-E2EC-029FC5D1F03B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B2888640-2543-8EA4-4E86-7A42E038095F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A151F17D-1347-7D86-8907-6527C61AA4CF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E04003A5-016D-EDE4-9349-D6F0C5C6B0DE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EEBBF7E3-5C35-278B-6A56-61E49ADE1C51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B58804FA-09E2-4DB9-DB3A-7BE7F46A3431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7FE1E245-D41A-AADB-44FD-EE4E68EEB9C1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C1174BF4-1D50-AEA0-69CD-038314B82081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8C9B55C3-E7DD-F340-719B-193D443B133D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25182A4C-2038-7BBC-8823-7FEE9419DC39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F1906AC0-C05B-DD03-76DC-BBED05D36702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70A339D5-641B-AE32-02EB-906E5CD2E70E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93A65D1A-9781-4267-5630-11F2D6663889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A1055157-70FF-0781-8FE8-6B75C71DD9D0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DF1E42A1-45A5-3A8E-7B55-2EDF78143E0D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279311D6-C251-F53C-8AE5-A3EA71D67D01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B35EFEC0-A613-7743-C6A7-9A05D49516C5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3D28344A-7CB6-D62B-E46F-749A0EBFA521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154B8C64-7F8C-17B3-E79E-FBE4DF92E652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37" name="Retângulo: Cantos Arredondados 36">
              <a:extLst>
                <a:ext uri="{FF2B5EF4-FFF2-40B4-BE49-F238E27FC236}">
                  <a16:creationId xmlns:a16="http://schemas.microsoft.com/office/drawing/2014/main" id="{FEF8B74A-35DA-F9A7-9E4E-44239258768A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8" name="Retângulo: Cantos Arredondados 37">
              <a:extLst>
                <a:ext uri="{FF2B5EF4-FFF2-40B4-BE49-F238E27FC236}">
                  <a16:creationId xmlns:a16="http://schemas.microsoft.com/office/drawing/2014/main" id="{28F47804-2080-0447-FEEB-C3AA7D672F08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BA2DBE64-801D-5E15-956F-DFE332D10A5A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3331A63B-BF35-6149-3046-4885215CEC18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15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apa 1 fundo clar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F8F55FF4-0B31-59B5-C40C-88946D0A97FF}"/>
              </a:ext>
            </a:extLst>
          </p:cNvPr>
          <p:cNvSpPr/>
          <p:nvPr/>
        </p:nvSpPr>
        <p:spPr>
          <a:xfrm flipH="1">
            <a:off x="6912484" y="983359"/>
            <a:ext cx="4521199" cy="4891277"/>
          </a:xfrm>
          <a:custGeom>
            <a:avLst/>
            <a:gdLst>
              <a:gd name="connsiteX0" fmla="*/ 4308475 w 4521199"/>
              <a:gd name="connsiteY0" fmla="*/ 4700778 h 4891277"/>
              <a:gd name="connsiteX1" fmla="*/ 4521200 w 4521199"/>
              <a:gd name="connsiteY1" fmla="*/ 2445639 h 4891277"/>
              <a:gd name="connsiteX2" fmla="*/ 4308475 w 4521199"/>
              <a:gd name="connsiteY2" fmla="*/ 190500 h 4891277"/>
              <a:gd name="connsiteX3" fmla="*/ 4308348 w 4521199"/>
              <a:gd name="connsiteY3" fmla="*/ 189865 h 4891277"/>
              <a:gd name="connsiteX4" fmla="*/ 4306189 w 4521199"/>
              <a:gd name="connsiteY4" fmla="*/ 180721 h 4891277"/>
              <a:gd name="connsiteX5" fmla="*/ 4271010 w 4521199"/>
              <a:gd name="connsiteY5" fmla="*/ 172339 h 4891277"/>
              <a:gd name="connsiteX6" fmla="*/ 4270248 w 4521199"/>
              <a:gd name="connsiteY6" fmla="*/ 172212 h 4891277"/>
              <a:gd name="connsiteX7" fmla="*/ 2445639 w 4521199"/>
              <a:gd name="connsiteY7" fmla="*/ 0 h 4891277"/>
              <a:gd name="connsiteX8" fmla="*/ 621030 w 4521199"/>
              <a:gd name="connsiteY8" fmla="*/ 172212 h 4891277"/>
              <a:gd name="connsiteX9" fmla="*/ 620268 w 4521199"/>
              <a:gd name="connsiteY9" fmla="*/ 172339 h 4891277"/>
              <a:gd name="connsiteX10" fmla="*/ 172212 w 4521199"/>
              <a:gd name="connsiteY10" fmla="*/ 620649 h 4891277"/>
              <a:gd name="connsiteX11" fmla="*/ 172085 w 4521199"/>
              <a:gd name="connsiteY11" fmla="*/ 621284 h 4891277"/>
              <a:gd name="connsiteX12" fmla="*/ 0 w 4521199"/>
              <a:gd name="connsiteY12" fmla="*/ 2445639 h 4891277"/>
              <a:gd name="connsiteX13" fmla="*/ 172085 w 4521199"/>
              <a:gd name="connsiteY13" fmla="*/ 4269994 h 4891277"/>
              <a:gd name="connsiteX14" fmla="*/ 172212 w 4521199"/>
              <a:gd name="connsiteY14" fmla="*/ 4270629 h 4891277"/>
              <a:gd name="connsiteX15" fmla="*/ 620268 w 4521199"/>
              <a:gd name="connsiteY15" fmla="*/ 4718939 h 4891277"/>
              <a:gd name="connsiteX16" fmla="*/ 621030 w 4521199"/>
              <a:gd name="connsiteY16" fmla="*/ 4719066 h 4891277"/>
              <a:gd name="connsiteX17" fmla="*/ 2445639 w 4521199"/>
              <a:gd name="connsiteY17" fmla="*/ 4891278 h 4891277"/>
              <a:gd name="connsiteX18" fmla="*/ 4270248 w 4521199"/>
              <a:gd name="connsiteY18" fmla="*/ 4719066 h 4891277"/>
              <a:gd name="connsiteX19" fmla="*/ 4271010 w 4521199"/>
              <a:gd name="connsiteY19" fmla="*/ 4718939 h 4891277"/>
              <a:gd name="connsiteX20" fmla="*/ 4306189 w 4521199"/>
              <a:gd name="connsiteY20" fmla="*/ 4710557 h 4891277"/>
              <a:gd name="connsiteX21" fmla="*/ 4308348 w 4521199"/>
              <a:gd name="connsiteY21" fmla="*/ 4701412 h 4891277"/>
              <a:gd name="connsiteX22" fmla="*/ 4308475 w 4521199"/>
              <a:gd name="connsiteY22" fmla="*/ 4700778 h 4891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521199" h="4891277">
                <a:moveTo>
                  <a:pt x="4308475" y="4700778"/>
                </a:moveTo>
                <a:cubicBezTo>
                  <a:pt x="4445635" y="4151884"/>
                  <a:pt x="4521200" y="3351022"/>
                  <a:pt x="4521200" y="2445639"/>
                </a:cubicBezTo>
                <a:cubicBezTo>
                  <a:pt x="4521200" y="1540256"/>
                  <a:pt x="4445635" y="739394"/>
                  <a:pt x="4308475" y="190500"/>
                </a:cubicBezTo>
                <a:cubicBezTo>
                  <a:pt x="4308475" y="190246"/>
                  <a:pt x="4308475" y="190119"/>
                  <a:pt x="4308348" y="189865"/>
                </a:cubicBezTo>
                <a:cubicBezTo>
                  <a:pt x="4307713" y="186817"/>
                  <a:pt x="4306951" y="183769"/>
                  <a:pt x="4306189" y="180721"/>
                </a:cubicBezTo>
                <a:cubicBezTo>
                  <a:pt x="4294632" y="177800"/>
                  <a:pt x="4283075" y="174879"/>
                  <a:pt x="4271010" y="172339"/>
                </a:cubicBezTo>
                <a:cubicBezTo>
                  <a:pt x="4270756" y="172339"/>
                  <a:pt x="4270502" y="172339"/>
                  <a:pt x="4270248" y="172212"/>
                </a:cubicBezTo>
                <a:cubicBezTo>
                  <a:pt x="3824351" y="66040"/>
                  <a:pt x="3125216" y="0"/>
                  <a:pt x="2445639" y="0"/>
                </a:cubicBezTo>
                <a:cubicBezTo>
                  <a:pt x="1766062" y="0"/>
                  <a:pt x="1066927" y="65913"/>
                  <a:pt x="621030" y="172212"/>
                </a:cubicBezTo>
                <a:cubicBezTo>
                  <a:pt x="620776" y="172212"/>
                  <a:pt x="620522" y="172212"/>
                  <a:pt x="620268" y="172339"/>
                </a:cubicBezTo>
                <a:cubicBezTo>
                  <a:pt x="374396" y="223647"/>
                  <a:pt x="227838" y="370205"/>
                  <a:pt x="172212" y="620649"/>
                </a:cubicBezTo>
                <a:cubicBezTo>
                  <a:pt x="172212" y="620903"/>
                  <a:pt x="172212" y="621030"/>
                  <a:pt x="172085" y="621284"/>
                </a:cubicBezTo>
                <a:cubicBezTo>
                  <a:pt x="61087" y="1065149"/>
                  <a:pt x="0" y="1713103"/>
                  <a:pt x="0" y="2445639"/>
                </a:cubicBezTo>
                <a:cubicBezTo>
                  <a:pt x="0" y="3178175"/>
                  <a:pt x="61087" y="3826129"/>
                  <a:pt x="172085" y="4269994"/>
                </a:cubicBezTo>
                <a:cubicBezTo>
                  <a:pt x="172085" y="4270248"/>
                  <a:pt x="172085" y="4270375"/>
                  <a:pt x="172212" y="4270629"/>
                </a:cubicBezTo>
                <a:cubicBezTo>
                  <a:pt x="227838" y="4521073"/>
                  <a:pt x="374396" y="4667758"/>
                  <a:pt x="620268" y="4718939"/>
                </a:cubicBezTo>
                <a:cubicBezTo>
                  <a:pt x="620522" y="4718939"/>
                  <a:pt x="620776" y="4718939"/>
                  <a:pt x="621030" y="4719066"/>
                </a:cubicBezTo>
                <a:cubicBezTo>
                  <a:pt x="1066927" y="4825237"/>
                  <a:pt x="1766062" y="4891278"/>
                  <a:pt x="2445639" y="4891278"/>
                </a:cubicBezTo>
                <a:cubicBezTo>
                  <a:pt x="3125216" y="4891278"/>
                  <a:pt x="3824351" y="4825365"/>
                  <a:pt x="4270248" y="4719066"/>
                </a:cubicBezTo>
                <a:cubicBezTo>
                  <a:pt x="4270502" y="4719066"/>
                  <a:pt x="4270756" y="4719066"/>
                  <a:pt x="4271010" y="4718939"/>
                </a:cubicBezTo>
                <a:cubicBezTo>
                  <a:pt x="4283075" y="4716398"/>
                  <a:pt x="4294632" y="4713478"/>
                  <a:pt x="4306189" y="4710557"/>
                </a:cubicBezTo>
                <a:cubicBezTo>
                  <a:pt x="4306951" y="4707509"/>
                  <a:pt x="4307713" y="4704460"/>
                  <a:pt x="4308348" y="4701412"/>
                </a:cubicBezTo>
                <a:cubicBezTo>
                  <a:pt x="4308348" y="4701159"/>
                  <a:pt x="4308348" y="4701032"/>
                  <a:pt x="4308475" y="4700778"/>
                </a:cubicBezTo>
                <a:close/>
              </a:path>
            </a:pathLst>
          </a:custGeom>
          <a:noFill/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0" name="Forma Livre: Forma 39">
            <a:extLst>
              <a:ext uri="{FF2B5EF4-FFF2-40B4-BE49-F238E27FC236}">
                <a16:creationId xmlns:a16="http://schemas.microsoft.com/office/drawing/2014/main" id="{CE3F362A-28DC-344B-F921-66D340CEF90F}"/>
              </a:ext>
            </a:extLst>
          </p:cNvPr>
          <p:cNvSpPr/>
          <p:nvPr/>
        </p:nvSpPr>
        <p:spPr>
          <a:xfrm flipH="1">
            <a:off x="6542406" y="1171954"/>
            <a:ext cx="557148" cy="4514087"/>
          </a:xfrm>
          <a:custGeom>
            <a:avLst/>
            <a:gdLst>
              <a:gd name="connsiteX0" fmla="*/ 0 w 557148"/>
              <a:gd name="connsiteY0" fmla="*/ 4514088 h 4514087"/>
              <a:gd name="connsiteX1" fmla="*/ 384937 w 557148"/>
              <a:gd name="connsiteY1" fmla="*/ 4082034 h 4514087"/>
              <a:gd name="connsiteX2" fmla="*/ 385064 w 557148"/>
              <a:gd name="connsiteY2" fmla="*/ 4081398 h 4514087"/>
              <a:gd name="connsiteX3" fmla="*/ 557149 w 557148"/>
              <a:gd name="connsiteY3" fmla="*/ 2257044 h 4514087"/>
              <a:gd name="connsiteX4" fmla="*/ 385064 w 557148"/>
              <a:gd name="connsiteY4" fmla="*/ 432689 h 4514087"/>
              <a:gd name="connsiteX5" fmla="*/ 384937 w 557148"/>
              <a:gd name="connsiteY5" fmla="*/ 432054 h 4514087"/>
              <a:gd name="connsiteX6" fmla="*/ 0 w 557148"/>
              <a:gd name="connsiteY6" fmla="*/ 0 h 4514087"/>
              <a:gd name="connsiteX7" fmla="*/ 212471 w 557148"/>
              <a:gd name="connsiteY7" fmla="*/ 2257044 h 4514087"/>
              <a:gd name="connsiteX8" fmla="*/ 0 w 557148"/>
              <a:gd name="connsiteY8" fmla="*/ 4514088 h 4514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7148" h="4514087">
                <a:moveTo>
                  <a:pt x="0" y="4514088"/>
                </a:moveTo>
                <a:cubicBezTo>
                  <a:pt x="207899" y="4451858"/>
                  <a:pt x="334264" y="4310126"/>
                  <a:pt x="384937" y="4082034"/>
                </a:cubicBezTo>
                <a:cubicBezTo>
                  <a:pt x="384937" y="4081779"/>
                  <a:pt x="384937" y="4081653"/>
                  <a:pt x="385064" y="4081398"/>
                </a:cubicBezTo>
                <a:cubicBezTo>
                  <a:pt x="496062" y="3637534"/>
                  <a:pt x="557149" y="2989580"/>
                  <a:pt x="557149" y="2257044"/>
                </a:cubicBezTo>
                <a:cubicBezTo>
                  <a:pt x="557149" y="1524508"/>
                  <a:pt x="496062" y="876554"/>
                  <a:pt x="385064" y="432689"/>
                </a:cubicBezTo>
                <a:cubicBezTo>
                  <a:pt x="385064" y="432435"/>
                  <a:pt x="385064" y="432308"/>
                  <a:pt x="384937" y="432054"/>
                </a:cubicBezTo>
                <a:cubicBezTo>
                  <a:pt x="334264" y="203962"/>
                  <a:pt x="207899" y="62230"/>
                  <a:pt x="0" y="0"/>
                </a:cubicBezTo>
                <a:cubicBezTo>
                  <a:pt x="137541" y="552704"/>
                  <a:pt x="212471" y="1367282"/>
                  <a:pt x="212471" y="2257044"/>
                </a:cubicBezTo>
                <a:cubicBezTo>
                  <a:pt x="212471" y="3146806"/>
                  <a:pt x="137541" y="3961384"/>
                  <a:pt x="0" y="4514088"/>
                </a:cubicBezTo>
                <a:close/>
              </a:path>
            </a:pathLst>
          </a:custGeom>
          <a:noFill/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1DF9F5C1-2C98-9471-5440-E9DF272CF2F8}"/>
              </a:ext>
            </a:extLst>
          </p:cNvPr>
          <p:cNvSpPr/>
          <p:nvPr/>
        </p:nvSpPr>
        <p:spPr>
          <a:xfrm flipH="1">
            <a:off x="7134353" y="401953"/>
            <a:ext cx="5832347" cy="6054215"/>
          </a:xfrm>
          <a:custGeom>
            <a:avLst/>
            <a:gdLst>
              <a:gd name="connsiteX0" fmla="*/ 3978656 w 5832347"/>
              <a:gd name="connsiteY0" fmla="*/ 5498084 h 6054215"/>
              <a:gd name="connsiteX1" fmla="*/ 2148205 w 5832347"/>
              <a:gd name="connsiteY1" fmla="*/ 5325236 h 6054215"/>
              <a:gd name="connsiteX2" fmla="*/ 1680464 w 5832347"/>
              <a:gd name="connsiteY2" fmla="*/ 4857496 h 6054215"/>
              <a:gd name="connsiteX3" fmla="*/ 1507617 w 5832347"/>
              <a:gd name="connsiteY3" fmla="*/ 3027045 h 6054215"/>
              <a:gd name="connsiteX4" fmla="*/ 1680464 w 5832347"/>
              <a:gd name="connsiteY4" fmla="*/ 1196594 h 6054215"/>
              <a:gd name="connsiteX5" fmla="*/ 2148205 w 5832347"/>
              <a:gd name="connsiteY5" fmla="*/ 728853 h 6054215"/>
              <a:gd name="connsiteX6" fmla="*/ 3978656 w 5832347"/>
              <a:gd name="connsiteY6" fmla="*/ 556006 h 6054215"/>
              <a:gd name="connsiteX7" fmla="*/ 5809107 w 5832347"/>
              <a:gd name="connsiteY7" fmla="*/ 728853 h 6054215"/>
              <a:gd name="connsiteX8" fmla="*/ 5832221 w 5832347"/>
              <a:gd name="connsiteY8" fmla="*/ 734060 h 6054215"/>
              <a:gd name="connsiteX9" fmla="*/ 5283200 w 5832347"/>
              <a:gd name="connsiteY9" fmla="*/ 212979 h 6054215"/>
              <a:gd name="connsiteX10" fmla="*/ 5282438 w 5832347"/>
              <a:gd name="connsiteY10" fmla="*/ 212852 h 6054215"/>
              <a:gd name="connsiteX11" fmla="*/ 3027045 w 5832347"/>
              <a:gd name="connsiteY11" fmla="*/ 0 h 6054215"/>
              <a:gd name="connsiteX12" fmla="*/ 771652 w 5832347"/>
              <a:gd name="connsiteY12" fmla="*/ 212852 h 6054215"/>
              <a:gd name="connsiteX13" fmla="*/ 770890 w 5832347"/>
              <a:gd name="connsiteY13" fmla="*/ 212979 h 6054215"/>
              <a:gd name="connsiteX14" fmla="*/ 212725 w 5832347"/>
              <a:gd name="connsiteY14" fmla="*/ 771398 h 6054215"/>
              <a:gd name="connsiteX15" fmla="*/ 212598 w 5832347"/>
              <a:gd name="connsiteY15" fmla="*/ 772033 h 6054215"/>
              <a:gd name="connsiteX16" fmla="*/ 0 w 5832347"/>
              <a:gd name="connsiteY16" fmla="*/ 3027045 h 6054215"/>
              <a:gd name="connsiteX17" fmla="*/ 212725 w 5832347"/>
              <a:gd name="connsiteY17" fmla="*/ 5282184 h 6054215"/>
              <a:gd name="connsiteX18" fmla="*/ 212852 w 5832347"/>
              <a:gd name="connsiteY18" fmla="*/ 5282818 h 6054215"/>
              <a:gd name="connsiteX19" fmla="*/ 771017 w 5832347"/>
              <a:gd name="connsiteY19" fmla="*/ 5841237 h 6054215"/>
              <a:gd name="connsiteX20" fmla="*/ 771779 w 5832347"/>
              <a:gd name="connsiteY20" fmla="*/ 5841364 h 6054215"/>
              <a:gd name="connsiteX21" fmla="*/ 3027172 w 5832347"/>
              <a:gd name="connsiteY21" fmla="*/ 6054216 h 6054215"/>
              <a:gd name="connsiteX22" fmla="*/ 5282565 w 5832347"/>
              <a:gd name="connsiteY22" fmla="*/ 5841364 h 6054215"/>
              <a:gd name="connsiteX23" fmla="*/ 5283327 w 5832347"/>
              <a:gd name="connsiteY23" fmla="*/ 5841237 h 6054215"/>
              <a:gd name="connsiteX24" fmla="*/ 5832348 w 5832347"/>
              <a:gd name="connsiteY24" fmla="*/ 5320156 h 6054215"/>
              <a:gd name="connsiteX25" fmla="*/ 5809234 w 5832347"/>
              <a:gd name="connsiteY25" fmla="*/ 5325363 h 6054215"/>
              <a:gd name="connsiteX26" fmla="*/ 3978783 w 5832347"/>
              <a:gd name="connsiteY26" fmla="*/ 5498210 h 6054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832347" h="6054215">
                <a:moveTo>
                  <a:pt x="3978656" y="5498084"/>
                </a:moveTo>
                <a:cubicBezTo>
                  <a:pt x="3256661" y="5498084"/>
                  <a:pt x="2575306" y="5426963"/>
                  <a:pt x="2148205" y="5325236"/>
                </a:cubicBezTo>
                <a:cubicBezTo>
                  <a:pt x="1904238" y="5274310"/>
                  <a:pt x="1741551" y="5132070"/>
                  <a:pt x="1680464" y="4857496"/>
                </a:cubicBezTo>
                <a:cubicBezTo>
                  <a:pt x="1568577" y="4410075"/>
                  <a:pt x="1507617" y="3749040"/>
                  <a:pt x="1507617" y="3027045"/>
                </a:cubicBezTo>
                <a:cubicBezTo>
                  <a:pt x="1507617" y="2305050"/>
                  <a:pt x="1568577" y="1644015"/>
                  <a:pt x="1680464" y="1196594"/>
                </a:cubicBezTo>
                <a:cubicBezTo>
                  <a:pt x="1741424" y="922020"/>
                  <a:pt x="1904238" y="779780"/>
                  <a:pt x="2148205" y="728853"/>
                </a:cubicBezTo>
                <a:cubicBezTo>
                  <a:pt x="2575433" y="627126"/>
                  <a:pt x="3256661" y="556006"/>
                  <a:pt x="3978656" y="556006"/>
                </a:cubicBezTo>
                <a:cubicBezTo>
                  <a:pt x="4700651" y="556006"/>
                  <a:pt x="5382006" y="627126"/>
                  <a:pt x="5809107" y="728853"/>
                </a:cubicBezTo>
                <a:cubicBezTo>
                  <a:pt x="5816854" y="730504"/>
                  <a:pt x="5824601" y="732155"/>
                  <a:pt x="5832221" y="734060"/>
                </a:cubicBezTo>
                <a:cubicBezTo>
                  <a:pt x="5756910" y="444881"/>
                  <a:pt x="5576951" y="274193"/>
                  <a:pt x="5283200" y="212979"/>
                </a:cubicBezTo>
                <a:cubicBezTo>
                  <a:pt x="5282946" y="212979"/>
                  <a:pt x="5282692" y="212979"/>
                  <a:pt x="5282438" y="212852"/>
                </a:cubicBezTo>
                <a:cubicBezTo>
                  <a:pt x="4731131" y="81534"/>
                  <a:pt x="3867023" y="0"/>
                  <a:pt x="3027045" y="0"/>
                </a:cubicBezTo>
                <a:cubicBezTo>
                  <a:pt x="2187067" y="0"/>
                  <a:pt x="1322959" y="81534"/>
                  <a:pt x="771652" y="212852"/>
                </a:cubicBezTo>
                <a:cubicBezTo>
                  <a:pt x="771398" y="212852"/>
                  <a:pt x="771144" y="212852"/>
                  <a:pt x="770890" y="212979"/>
                </a:cubicBezTo>
                <a:cubicBezTo>
                  <a:pt x="464566" y="276860"/>
                  <a:pt x="282067" y="459486"/>
                  <a:pt x="212725" y="771398"/>
                </a:cubicBezTo>
                <a:cubicBezTo>
                  <a:pt x="212725" y="771652"/>
                  <a:pt x="212725" y="771779"/>
                  <a:pt x="212598" y="772033"/>
                </a:cubicBezTo>
                <a:cubicBezTo>
                  <a:pt x="75565" y="1320800"/>
                  <a:pt x="0" y="2121662"/>
                  <a:pt x="0" y="3027045"/>
                </a:cubicBezTo>
                <a:cubicBezTo>
                  <a:pt x="0" y="3932428"/>
                  <a:pt x="75565" y="4733290"/>
                  <a:pt x="212725" y="5282184"/>
                </a:cubicBezTo>
                <a:cubicBezTo>
                  <a:pt x="212725" y="5282437"/>
                  <a:pt x="212725" y="5282565"/>
                  <a:pt x="212852" y="5282818"/>
                </a:cubicBezTo>
                <a:cubicBezTo>
                  <a:pt x="282067" y="5594730"/>
                  <a:pt x="464693" y="5777356"/>
                  <a:pt x="771017" y="5841237"/>
                </a:cubicBezTo>
                <a:cubicBezTo>
                  <a:pt x="771271" y="5841237"/>
                  <a:pt x="771525" y="5841237"/>
                  <a:pt x="771779" y="5841364"/>
                </a:cubicBezTo>
                <a:cubicBezTo>
                  <a:pt x="1323086" y="5972682"/>
                  <a:pt x="2187321" y="6054216"/>
                  <a:pt x="3027172" y="6054216"/>
                </a:cubicBezTo>
                <a:cubicBezTo>
                  <a:pt x="3867023" y="6054216"/>
                  <a:pt x="4731258" y="5972682"/>
                  <a:pt x="5282565" y="5841364"/>
                </a:cubicBezTo>
                <a:cubicBezTo>
                  <a:pt x="5282819" y="5841364"/>
                  <a:pt x="5283073" y="5841364"/>
                  <a:pt x="5283327" y="5841237"/>
                </a:cubicBezTo>
                <a:cubicBezTo>
                  <a:pt x="5577205" y="5780023"/>
                  <a:pt x="5757037" y="5609335"/>
                  <a:pt x="5832348" y="5320156"/>
                </a:cubicBezTo>
                <a:cubicBezTo>
                  <a:pt x="5824728" y="5321935"/>
                  <a:pt x="5816981" y="5323712"/>
                  <a:pt x="5809234" y="5325363"/>
                </a:cubicBezTo>
                <a:cubicBezTo>
                  <a:pt x="5382006" y="5427091"/>
                  <a:pt x="4700778" y="5498210"/>
                  <a:pt x="3978783" y="5498210"/>
                </a:cubicBezTo>
                <a:close/>
              </a:path>
            </a:pathLst>
          </a:custGeom>
          <a:noFill/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4" name="Forma Livre: Forma 43">
            <a:extLst>
              <a:ext uri="{FF2B5EF4-FFF2-40B4-BE49-F238E27FC236}">
                <a16:creationId xmlns:a16="http://schemas.microsoft.com/office/drawing/2014/main" id="{2B00C027-B459-460E-56F8-8681983CF74F}"/>
              </a:ext>
            </a:extLst>
          </p:cNvPr>
          <p:cNvSpPr/>
          <p:nvPr/>
        </p:nvSpPr>
        <p:spPr>
          <a:xfrm flipH="1">
            <a:off x="7127495" y="958086"/>
            <a:ext cx="4331461" cy="4942077"/>
          </a:xfrm>
          <a:custGeom>
            <a:avLst/>
            <a:gdLst>
              <a:gd name="connsiteX0" fmla="*/ 4295521 w 4331461"/>
              <a:gd name="connsiteY0" fmla="*/ 4744465 h 4942077"/>
              <a:gd name="connsiteX1" fmla="*/ 2470912 w 4331461"/>
              <a:gd name="connsiteY1" fmla="*/ 4916677 h 4942077"/>
              <a:gd name="connsiteX2" fmla="*/ 646303 w 4331461"/>
              <a:gd name="connsiteY2" fmla="*/ 4744465 h 4942077"/>
              <a:gd name="connsiteX3" fmla="*/ 645541 w 4331461"/>
              <a:gd name="connsiteY3" fmla="*/ 4744339 h 4942077"/>
              <a:gd name="connsiteX4" fmla="*/ 197485 w 4331461"/>
              <a:gd name="connsiteY4" fmla="*/ 4296028 h 4942077"/>
              <a:gd name="connsiteX5" fmla="*/ 197358 w 4331461"/>
              <a:gd name="connsiteY5" fmla="*/ 4295394 h 4942077"/>
              <a:gd name="connsiteX6" fmla="*/ 25273 w 4331461"/>
              <a:gd name="connsiteY6" fmla="*/ 2471039 h 4942077"/>
              <a:gd name="connsiteX7" fmla="*/ 197358 w 4331461"/>
              <a:gd name="connsiteY7" fmla="*/ 646684 h 4942077"/>
              <a:gd name="connsiteX8" fmla="*/ 197485 w 4331461"/>
              <a:gd name="connsiteY8" fmla="*/ 646049 h 4942077"/>
              <a:gd name="connsiteX9" fmla="*/ 645541 w 4331461"/>
              <a:gd name="connsiteY9" fmla="*/ 197739 h 4942077"/>
              <a:gd name="connsiteX10" fmla="*/ 646303 w 4331461"/>
              <a:gd name="connsiteY10" fmla="*/ 197612 h 4942077"/>
              <a:gd name="connsiteX11" fmla="*/ 2470912 w 4331461"/>
              <a:gd name="connsiteY11" fmla="*/ 25400 h 4942077"/>
              <a:gd name="connsiteX12" fmla="*/ 4295521 w 4331461"/>
              <a:gd name="connsiteY12" fmla="*/ 197612 h 4942077"/>
              <a:gd name="connsiteX13" fmla="*/ 4296283 w 4331461"/>
              <a:gd name="connsiteY13" fmla="*/ 197739 h 4942077"/>
              <a:gd name="connsiteX14" fmla="*/ 4331462 w 4331461"/>
              <a:gd name="connsiteY14" fmla="*/ 206121 h 4942077"/>
              <a:gd name="connsiteX15" fmla="*/ 4324604 w 4331461"/>
              <a:gd name="connsiteY15" fmla="*/ 178054 h 4942077"/>
              <a:gd name="connsiteX16" fmla="*/ 4301490 w 4331461"/>
              <a:gd name="connsiteY16" fmla="*/ 172847 h 4942077"/>
              <a:gd name="connsiteX17" fmla="*/ 2471039 w 4331461"/>
              <a:gd name="connsiteY17" fmla="*/ 0 h 4942077"/>
              <a:gd name="connsiteX18" fmla="*/ 640588 w 4331461"/>
              <a:gd name="connsiteY18" fmla="*/ 172847 h 4942077"/>
              <a:gd name="connsiteX19" fmla="*/ 172847 w 4331461"/>
              <a:gd name="connsiteY19" fmla="*/ 640588 h 4942077"/>
              <a:gd name="connsiteX20" fmla="*/ 0 w 4331461"/>
              <a:gd name="connsiteY20" fmla="*/ 2471039 h 4942077"/>
              <a:gd name="connsiteX21" fmla="*/ 172847 w 4331461"/>
              <a:gd name="connsiteY21" fmla="*/ 4301490 h 4942077"/>
              <a:gd name="connsiteX22" fmla="*/ 640588 w 4331461"/>
              <a:gd name="connsiteY22" fmla="*/ 4769231 h 4942077"/>
              <a:gd name="connsiteX23" fmla="*/ 2471039 w 4331461"/>
              <a:gd name="connsiteY23" fmla="*/ 4942077 h 4942077"/>
              <a:gd name="connsiteX24" fmla="*/ 4301490 w 4331461"/>
              <a:gd name="connsiteY24" fmla="*/ 4769231 h 4942077"/>
              <a:gd name="connsiteX25" fmla="*/ 4324604 w 4331461"/>
              <a:gd name="connsiteY25" fmla="*/ 4764023 h 4942077"/>
              <a:gd name="connsiteX26" fmla="*/ 4331462 w 4331461"/>
              <a:gd name="connsiteY26" fmla="*/ 4735957 h 4942077"/>
              <a:gd name="connsiteX27" fmla="*/ 4296283 w 4331461"/>
              <a:gd name="connsiteY27" fmla="*/ 4744339 h 4942077"/>
              <a:gd name="connsiteX28" fmla="*/ 4295521 w 4331461"/>
              <a:gd name="connsiteY28" fmla="*/ 4744465 h 4942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331461" h="4942077">
                <a:moveTo>
                  <a:pt x="4295521" y="4744465"/>
                </a:moveTo>
                <a:cubicBezTo>
                  <a:pt x="3849624" y="4850638"/>
                  <a:pt x="3150489" y="4916677"/>
                  <a:pt x="2470912" y="4916677"/>
                </a:cubicBezTo>
                <a:cubicBezTo>
                  <a:pt x="1791335" y="4916677"/>
                  <a:pt x="1092200" y="4850765"/>
                  <a:pt x="646303" y="4744465"/>
                </a:cubicBezTo>
                <a:cubicBezTo>
                  <a:pt x="646049" y="4744465"/>
                  <a:pt x="645795" y="4744465"/>
                  <a:pt x="645541" y="4744339"/>
                </a:cubicBezTo>
                <a:cubicBezTo>
                  <a:pt x="399669" y="4693031"/>
                  <a:pt x="253111" y="4546472"/>
                  <a:pt x="197485" y="4296028"/>
                </a:cubicBezTo>
                <a:cubicBezTo>
                  <a:pt x="197485" y="4295775"/>
                  <a:pt x="197485" y="4295647"/>
                  <a:pt x="197358" y="4295394"/>
                </a:cubicBezTo>
                <a:cubicBezTo>
                  <a:pt x="86360" y="3851528"/>
                  <a:pt x="25273" y="3203575"/>
                  <a:pt x="25273" y="2471039"/>
                </a:cubicBezTo>
                <a:cubicBezTo>
                  <a:pt x="25273" y="1738503"/>
                  <a:pt x="86360" y="1090549"/>
                  <a:pt x="197358" y="646684"/>
                </a:cubicBezTo>
                <a:cubicBezTo>
                  <a:pt x="197358" y="646430"/>
                  <a:pt x="197358" y="646303"/>
                  <a:pt x="197485" y="646049"/>
                </a:cubicBezTo>
                <a:cubicBezTo>
                  <a:pt x="253111" y="395605"/>
                  <a:pt x="399669" y="248920"/>
                  <a:pt x="645541" y="197739"/>
                </a:cubicBezTo>
                <a:cubicBezTo>
                  <a:pt x="645795" y="197739"/>
                  <a:pt x="646049" y="197739"/>
                  <a:pt x="646303" y="197612"/>
                </a:cubicBezTo>
                <a:cubicBezTo>
                  <a:pt x="1092200" y="91440"/>
                  <a:pt x="1791335" y="25400"/>
                  <a:pt x="2470912" y="25400"/>
                </a:cubicBezTo>
                <a:cubicBezTo>
                  <a:pt x="3150489" y="25400"/>
                  <a:pt x="3849624" y="91313"/>
                  <a:pt x="4295521" y="197612"/>
                </a:cubicBezTo>
                <a:cubicBezTo>
                  <a:pt x="4295775" y="197612"/>
                  <a:pt x="4296029" y="197612"/>
                  <a:pt x="4296283" y="197739"/>
                </a:cubicBezTo>
                <a:cubicBezTo>
                  <a:pt x="4308348" y="200279"/>
                  <a:pt x="4319905" y="203200"/>
                  <a:pt x="4331462" y="206121"/>
                </a:cubicBezTo>
                <a:cubicBezTo>
                  <a:pt x="4329303" y="196596"/>
                  <a:pt x="4327017" y="187198"/>
                  <a:pt x="4324604" y="178054"/>
                </a:cubicBezTo>
                <a:cubicBezTo>
                  <a:pt x="4316984" y="176276"/>
                  <a:pt x="4309237" y="174498"/>
                  <a:pt x="4301490" y="172847"/>
                </a:cubicBezTo>
                <a:cubicBezTo>
                  <a:pt x="3874262" y="71120"/>
                  <a:pt x="3193034" y="0"/>
                  <a:pt x="2471039" y="0"/>
                </a:cubicBezTo>
                <a:cubicBezTo>
                  <a:pt x="1749044" y="0"/>
                  <a:pt x="1067689" y="71120"/>
                  <a:pt x="640588" y="172847"/>
                </a:cubicBezTo>
                <a:cubicBezTo>
                  <a:pt x="396621" y="223774"/>
                  <a:pt x="233934" y="366014"/>
                  <a:pt x="172847" y="640588"/>
                </a:cubicBezTo>
                <a:cubicBezTo>
                  <a:pt x="60960" y="1088009"/>
                  <a:pt x="0" y="1749044"/>
                  <a:pt x="0" y="2471039"/>
                </a:cubicBezTo>
                <a:cubicBezTo>
                  <a:pt x="0" y="3193033"/>
                  <a:pt x="60960" y="3854069"/>
                  <a:pt x="172847" y="4301490"/>
                </a:cubicBezTo>
                <a:cubicBezTo>
                  <a:pt x="233807" y="4576064"/>
                  <a:pt x="396621" y="4718303"/>
                  <a:pt x="640588" y="4769231"/>
                </a:cubicBezTo>
                <a:cubicBezTo>
                  <a:pt x="1067816" y="4870958"/>
                  <a:pt x="1749044" y="4942077"/>
                  <a:pt x="2471039" y="4942077"/>
                </a:cubicBezTo>
                <a:cubicBezTo>
                  <a:pt x="3193034" y="4942077"/>
                  <a:pt x="3874389" y="4870958"/>
                  <a:pt x="4301490" y="4769231"/>
                </a:cubicBezTo>
                <a:cubicBezTo>
                  <a:pt x="4309237" y="4767579"/>
                  <a:pt x="4316984" y="4765928"/>
                  <a:pt x="4324604" y="4764023"/>
                </a:cubicBezTo>
                <a:cubicBezTo>
                  <a:pt x="4327017" y="4754752"/>
                  <a:pt x="4329303" y="4745354"/>
                  <a:pt x="4331462" y="4735957"/>
                </a:cubicBezTo>
                <a:cubicBezTo>
                  <a:pt x="4319905" y="4738877"/>
                  <a:pt x="4308348" y="4741798"/>
                  <a:pt x="4296283" y="4744339"/>
                </a:cubicBezTo>
                <a:cubicBezTo>
                  <a:pt x="4296029" y="4744339"/>
                  <a:pt x="4295775" y="4744339"/>
                  <a:pt x="4295521" y="4744465"/>
                </a:cubicBezTo>
                <a:close/>
              </a:path>
            </a:pathLst>
          </a:custGeom>
          <a:solidFill>
            <a:schemeClr val="accent6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5" name="Forma Livre: Forma 44">
            <a:extLst>
              <a:ext uri="{FF2B5EF4-FFF2-40B4-BE49-F238E27FC236}">
                <a16:creationId xmlns:a16="http://schemas.microsoft.com/office/drawing/2014/main" id="{46821465-FC52-4EC5-1FA5-1701237FDA8B}"/>
              </a:ext>
            </a:extLst>
          </p:cNvPr>
          <p:cNvSpPr/>
          <p:nvPr/>
        </p:nvSpPr>
        <p:spPr>
          <a:xfrm flipH="1">
            <a:off x="6519386" y="1143252"/>
            <a:ext cx="589407" cy="4571491"/>
          </a:xfrm>
          <a:custGeom>
            <a:avLst/>
            <a:gdLst>
              <a:gd name="connsiteX0" fmla="*/ 416560 w 589407"/>
              <a:gd name="connsiteY0" fmla="*/ 455295 h 4571491"/>
              <a:gd name="connsiteX1" fmla="*/ 0 w 589407"/>
              <a:gd name="connsiteY1" fmla="*/ 0 h 4571491"/>
              <a:gd name="connsiteX2" fmla="*/ 5842 w 589407"/>
              <a:gd name="connsiteY2" fmla="*/ 24511 h 4571491"/>
              <a:gd name="connsiteX3" fmla="*/ 6858 w 589407"/>
              <a:gd name="connsiteY3" fmla="*/ 28702 h 4571491"/>
              <a:gd name="connsiteX4" fmla="*/ 391795 w 589407"/>
              <a:gd name="connsiteY4" fmla="*/ 460756 h 4571491"/>
              <a:gd name="connsiteX5" fmla="*/ 391922 w 589407"/>
              <a:gd name="connsiteY5" fmla="*/ 461391 h 4571491"/>
              <a:gd name="connsiteX6" fmla="*/ 564007 w 589407"/>
              <a:gd name="connsiteY6" fmla="*/ 2285746 h 4571491"/>
              <a:gd name="connsiteX7" fmla="*/ 391922 w 589407"/>
              <a:gd name="connsiteY7" fmla="*/ 4110100 h 4571491"/>
              <a:gd name="connsiteX8" fmla="*/ 391795 w 589407"/>
              <a:gd name="connsiteY8" fmla="*/ 4110736 h 4571491"/>
              <a:gd name="connsiteX9" fmla="*/ 6858 w 589407"/>
              <a:gd name="connsiteY9" fmla="*/ 4542790 h 4571491"/>
              <a:gd name="connsiteX10" fmla="*/ 5842 w 589407"/>
              <a:gd name="connsiteY10" fmla="*/ 4546980 h 4571491"/>
              <a:gd name="connsiteX11" fmla="*/ 0 w 589407"/>
              <a:gd name="connsiteY11" fmla="*/ 4571492 h 4571491"/>
              <a:gd name="connsiteX12" fmla="*/ 416560 w 589407"/>
              <a:gd name="connsiteY12" fmla="*/ 4116197 h 4571491"/>
              <a:gd name="connsiteX13" fmla="*/ 589407 w 589407"/>
              <a:gd name="connsiteY13" fmla="*/ 2285746 h 4571491"/>
              <a:gd name="connsiteX14" fmla="*/ 416560 w 589407"/>
              <a:gd name="connsiteY14" fmla="*/ 455295 h 4571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89407" h="4571491">
                <a:moveTo>
                  <a:pt x="416560" y="455295"/>
                </a:moveTo>
                <a:cubicBezTo>
                  <a:pt x="359918" y="200406"/>
                  <a:pt x="215646" y="59563"/>
                  <a:pt x="0" y="0"/>
                </a:cubicBezTo>
                <a:cubicBezTo>
                  <a:pt x="2032" y="8128"/>
                  <a:pt x="3937" y="16256"/>
                  <a:pt x="5842" y="24511"/>
                </a:cubicBezTo>
                <a:cubicBezTo>
                  <a:pt x="6223" y="25908"/>
                  <a:pt x="6477" y="27305"/>
                  <a:pt x="6858" y="28702"/>
                </a:cubicBezTo>
                <a:cubicBezTo>
                  <a:pt x="214757" y="90932"/>
                  <a:pt x="341122" y="232664"/>
                  <a:pt x="391795" y="460756"/>
                </a:cubicBezTo>
                <a:cubicBezTo>
                  <a:pt x="391795" y="461010"/>
                  <a:pt x="391795" y="461137"/>
                  <a:pt x="391922" y="461391"/>
                </a:cubicBezTo>
                <a:cubicBezTo>
                  <a:pt x="502920" y="905256"/>
                  <a:pt x="564007" y="1553210"/>
                  <a:pt x="564007" y="2285746"/>
                </a:cubicBezTo>
                <a:cubicBezTo>
                  <a:pt x="564007" y="3018282"/>
                  <a:pt x="502920" y="3666236"/>
                  <a:pt x="391922" y="4110100"/>
                </a:cubicBezTo>
                <a:cubicBezTo>
                  <a:pt x="391922" y="4110355"/>
                  <a:pt x="391922" y="4110481"/>
                  <a:pt x="391795" y="4110736"/>
                </a:cubicBezTo>
                <a:cubicBezTo>
                  <a:pt x="341122" y="4338828"/>
                  <a:pt x="214757" y="4480560"/>
                  <a:pt x="6858" y="4542790"/>
                </a:cubicBezTo>
                <a:cubicBezTo>
                  <a:pt x="6477" y="4544186"/>
                  <a:pt x="6223" y="4545584"/>
                  <a:pt x="5842" y="4546980"/>
                </a:cubicBezTo>
                <a:cubicBezTo>
                  <a:pt x="3937" y="4555236"/>
                  <a:pt x="2032" y="4563364"/>
                  <a:pt x="0" y="4571492"/>
                </a:cubicBezTo>
                <a:cubicBezTo>
                  <a:pt x="215519" y="4511929"/>
                  <a:pt x="359918" y="4371086"/>
                  <a:pt x="416560" y="4116197"/>
                </a:cubicBezTo>
                <a:cubicBezTo>
                  <a:pt x="528447" y="3668776"/>
                  <a:pt x="589407" y="3007741"/>
                  <a:pt x="589407" y="2285746"/>
                </a:cubicBezTo>
                <a:cubicBezTo>
                  <a:pt x="589407" y="1563751"/>
                  <a:pt x="528447" y="902716"/>
                  <a:pt x="416560" y="455295"/>
                </a:cubicBezTo>
                <a:close/>
              </a:path>
            </a:pathLst>
          </a:custGeom>
          <a:solidFill>
            <a:schemeClr val="accent3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094A2D2-BADA-79DD-84F3-FCD4D4254A92}"/>
              </a:ext>
            </a:extLst>
          </p:cNvPr>
          <p:cNvSpPr txBox="1">
            <a:spLocks/>
          </p:cNvSpPr>
          <p:nvPr/>
        </p:nvSpPr>
        <p:spPr>
          <a:xfrm>
            <a:off x="882578" y="897777"/>
            <a:ext cx="482538" cy="482538"/>
          </a:xfrm>
          <a:custGeom>
            <a:avLst/>
            <a:gdLst>
              <a:gd name="connsiteX0" fmla="*/ 489439 w 905044"/>
              <a:gd name="connsiteY0" fmla="*/ 629348 h 905044"/>
              <a:gd name="connsiteX1" fmla="*/ 506042 w 905044"/>
              <a:gd name="connsiteY1" fmla="*/ 630233 h 905044"/>
              <a:gd name="connsiteX2" fmla="*/ 506042 w 905044"/>
              <a:gd name="connsiteY2" fmla="*/ 648133 h 905044"/>
              <a:gd name="connsiteX3" fmla="*/ 466723 w 905044"/>
              <a:gd name="connsiteY3" fmla="*/ 688759 h 905044"/>
              <a:gd name="connsiteX4" fmla="*/ 433528 w 905044"/>
              <a:gd name="connsiteY4" fmla="*/ 661235 h 905044"/>
              <a:gd name="connsiteX5" fmla="*/ 489439 w 905044"/>
              <a:gd name="connsiteY5" fmla="*/ 629348 h 905044"/>
              <a:gd name="connsiteX6" fmla="*/ 602138 w 905044"/>
              <a:gd name="connsiteY6" fmla="*/ 503989 h 905044"/>
              <a:gd name="connsiteX7" fmla="*/ 602138 w 905044"/>
              <a:gd name="connsiteY7" fmla="*/ 651190 h 905044"/>
              <a:gd name="connsiteX8" fmla="*/ 678574 w 905044"/>
              <a:gd name="connsiteY8" fmla="*/ 736364 h 905044"/>
              <a:gd name="connsiteX9" fmla="*/ 739725 w 905044"/>
              <a:gd name="connsiteY9" fmla="*/ 706226 h 905044"/>
              <a:gd name="connsiteX10" fmla="*/ 740600 w 905044"/>
              <a:gd name="connsiteY10" fmla="*/ 730682 h 905044"/>
              <a:gd name="connsiteX11" fmla="*/ 804375 w 905044"/>
              <a:gd name="connsiteY11" fmla="*/ 730682 h 905044"/>
              <a:gd name="connsiteX12" fmla="*/ 804375 w 905044"/>
              <a:gd name="connsiteY12" fmla="*/ 503989 h 905044"/>
              <a:gd name="connsiteX13" fmla="*/ 737985 w 905044"/>
              <a:gd name="connsiteY13" fmla="*/ 503989 h 905044"/>
              <a:gd name="connsiteX14" fmla="*/ 737985 w 905044"/>
              <a:gd name="connsiteY14" fmla="*/ 637644 h 905044"/>
              <a:gd name="connsiteX15" fmla="*/ 702165 w 905044"/>
              <a:gd name="connsiteY15" fmla="*/ 682635 h 905044"/>
              <a:gd name="connsiteX16" fmla="*/ 668528 w 905044"/>
              <a:gd name="connsiteY16" fmla="*/ 640268 h 905044"/>
              <a:gd name="connsiteX17" fmla="*/ 668528 w 905044"/>
              <a:gd name="connsiteY17" fmla="*/ 503989 h 905044"/>
              <a:gd name="connsiteX18" fmla="*/ 99385 w 905044"/>
              <a:gd name="connsiteY18" fmla="*/ 503989 h 905044"/>
              <a:gd name="connsiteX19" fmla="*/ 99385 w 905044"/>
              <a:gd name="connsiteY19" fmla="*/ 730682 h 905044"/>
              <a:gd name="connsiteX20" fmla="*/ 165775 w 905044"/>
              <a:gd name="connsiteY20" fmla="*/ 730682 h 905044"/>
              <a:gd name="connsiteX21" fmla="*/ 165775 w 905044"/>
              <a:gd name="connsiteY21" fmla="*/ 503989 h 905044"/>
              <a:gd name="connsiteX22" fmla="*/ 468483 w 905044"/>
              <a:gd name="connsiteY22" fmla="*/ 498307 h 905044"/>
              <a:gd name="connsiteX23" fmla="*/ 381126 w 905044"/>
              <a:gd name="connsiteY23" fmla="*/ 513592 h 905044"/>
              <a:gd name="connsiteX24" fmla="*/ 381126 w 905044"/>
              <a:gd name="connsiteY24" fmla="*/ 566890 h 905044"/>
              <a:gd name="connsiteX25" fmla="*/ 458004 w 905044"/>
              <a:gd name="connsiteY25" fmla="*/ 550720 h 905044"/>
              <a:gd name="connsiteX26" fmla="*/ 505619 w 905044"/>
              <a:gd name="connsiteY26" fmla="*/ 589164 h 905044"/>
              <a:gd name="connsiteX27" fmla="*/ 483336 w 905044"/>
              <a:gd name="connsiteY27" fmla="*/ 588289 h 905044"/>
              <a:gd name="connsiteX28" fmla="*/ 369330 w 905044"/>
              <a:gd name="connsiteY28" fmla="*/ 666475 h 905044"/>
              <a:gd name="connsiteX29" fmla="*/ 447073 w 905044"/>
              <a:gd name="connsiteY29" fmla="*/ 736364 h 905044"/>
              <a:gd name="connsiteX30" fmla="*/ 506485 w 905044"/>
              <a:gd name="connsiteY30" fmla="*/ 707101 h 905044"/>
              <a:gd name="connsiteX31" fmla="*/ 507359 w 905044"/>
              <a:gd name="connsiteY31" fmla="*/ 730682 h 905044"/>
              <a:gd name="connsiteX32" fmla="*/ 569385 w 905044"/>
              <a:gd name="connsiteY32" fmla="*/ 730682 h 905044"/>
              <a:gd name="connsiteX33" fmla="*/ 569385 w 905044"/>
              <a:gd name="connsiteY33" fmla="*/ 597460 h 905044"/>
              <a:gd name="connsiteX34" fmla="*/ 468483 w 905044"/>
              <a:gd name="connsiteY34" fmla="*/ 498307 h 905044"/>
              <a:gd name="connsiteX35" fmla="*/ 290692 w 905044"/>
              <a:gd name="connsiteY35" fmla="*/ 435407 h 905044"/>
              <a:gd name="connsiteX36" fmla="*/ 224292 w 905044"/>
              <a:gd name="connsiteY36" fmla="*/ 447192 h 905044"/>
              <a:gd name="connsiteX37" fmla="*/ 224292 w 905044"/>
              <a:gd name="connsiteY37" fmla="*/ 503989 h 905044"/>
              <a:gd name="connsiteX38" fmla="*/ 191107 w 905044"/>
              <a:gd name="connsiteY38" fmla="*/ 503989 h 905044"/>
              <a:gd name="connsiteX39" fmla="*/ 191107 w 905044"/>
              <a:gd name="connsiteY39" fmla="*/ 555526 h 905044"/>
              <a:gd name="connsiteX40" fmla="*/ 224302 w 905044"/>
              <a:gd name="connsiteY40" fmla="*/ 555526 h 905044"/>
              <a:gd name="connsiteX41" fmla="*/ 224302 w 905044"/>
              <a:gd name="connsiteY41" fmla="*/ 652497 h 905044"/>
              <a:gd name="connsiteX42" fmla="*/ 304237 w 905044"/>
              <a:gd name="connsiteY42" fmla="*/ 735057 h 905044"/>
              <a:gd name="connsiteX43" fmla="*/ 345296 w 905044"/>
              <a:gd name="connsiteY43" fmla="*/ 730682 h 905044"/>
              <a:gd name="connsiteX44" fmla="*/ 345296 w 905044"/>
              <a:gd name="connsiteY44" fmla="*/ 680020 h 905044"/>
              <a:gd name="connsiteX45" fmla="*/ 321704 w 905044"/>
              <a:gd name="connsiteY45" fmla="*/ 682635 h 905044"/>
              <a:gd name="connsiteX46" fmla="*/ 290692 w 905044"/>
              <a:gd name="connsiteY46" fmla="*/ 648122 h 905044"/>
              <a:gd name="connsiteX47" fmla="*/ 290692 w 905044"/>
              <a:gd name="connsiteY47" fmla="*/ 555526 h 905044"/>
              <a:gd name="connsiteX48" fmla="*/ 348343 w 905044"/>
              <a:gd name="connsiteY48" fmla="*/ 555526 h 905044"/>
              <a:gd name="connsiteX49" fmla="*/ 348343 w 905044"/>
              <a:gd name="connsiteY49" fmla="*/ 503989 h 905044"/>
              <a:gd name="connsiteX50" fmla="*/ 290692 w 905044"/>
              <a:gd name="connsiteY50" fmla="*/ 503989 h 905044"/>
              <a:gd name="connsiteX51" fmla="*/ 761999 w 905044"/>
              <a:gd name="connsiteY51" fmla="*/ 415758 h 905044"/>
              <a:gd name="connsiteX52" fmla="*/ 651493 w 905044"/>
              <a:gd name="connsiteY52" fmla="*/ 435417 h 905044"/>
              <a:gd name="connsiteX53" fmla="*/ 651493 w 905044"/>
              <a:gd name="connsiteY53" fmla="*/ 473419 h 905044"/>
              <a:gd name="connsiteX54" fmla="*/ 761999 w 905044"/>
              <a:gd name="connsiteY54" fmla="*/ 473419 h 905044"/>
              <a:gd name="connsiteX55" fmla="*/ 761999 w 905044"/>
              <a:gd name="connsiteY55" fmla="*/ 473409 h 905044"/>
              <a:gd name="connsiteX56" fmla="*/ 132580 w 905044"/>
              <a:gd name="connsiteY56" fmla="*/ 404394 h 905044"/>
              <a:gd name="connsiteX57" fmla="*/ 93271 w 905044"/>
              <a:gd name="connsiteY57" fmla="*/ 442396 h 905044"/>
              <a:gd name="connsiteX58" fmla="*/ 132580 w 905044"/>
              <a:gd name="connsiteY58" fmla="*/ 480398 h 905044"/>
              <a:gd name="connsiteX59" fmla="*/ 171899 w 905044"/>
              <a:gd name="connsiteY59" fmla="*/ 442396 h 905044"/>
              <a:gd name="connsiteX60" fmla="*/ 132580 w 905044"/>
              <a:gd name="connsiteY60" fmla="*/ 404394 h 905044"/>
              <a:gd name="connsiteX61" fmla="*/ 452522 w 905044"/>
              <a:gd name="connsiteY61" fmla="*/ 0 h 905044"/>
              <a:gd name="connsiteX62" fmla="*/ 787720 w 905044"/>
              <a:gd name="connsiteY62" fmla="*/ 31656 h 905044"/>
              <a:gd name="connsiteX63" fmla="*/ 873388 w 905044"/>
              <a:gd name="connsiteY63" fmla="*/ 117324 h 905044"/>
              <a:gd name="connsiteX64" fmla="*/ 905044 w 905044"/>
              <a:gd name="connsiteY64" fmla="*/ 452523 h 905044"/>
              <a:gd name="connsiteX65" fmla="*/ 873388 w 905044"/>
              <a:gd name="connsiteY65" fmla="*/ 787720 h 905044"/>
              <a:gd name="connsiteX66" fmla="*/ 787720 w 905044"/>
              <a:gd name="connsiteY66" fmla="*/ 873388 h 905044"/>
              <a:gd name="connsiteX67" fmla="*/ 452522 w 905044"/>
              <a:gd name="connsiteY67" fmla="*/ 905044 h 905044"/>
              <a:gd name="connsiteX68" fmla="*/ 117324 w 905044"/>
              <a:gd name="connsiteY68" fmla="*/ 873388 h 905044"/>
              <a:gd name="connsiteX69" fmla="*/ 31656 w 905044"/>
              <a:gd name="connsiteY69" fmla="*/ 787720 h 905044"/>
              <a:gd name="connsiteX70" fmla="*/ 0 w 905044"/>
              <a:gd name="connsiteY70" fmla="*/ 452523 h 905044"/>
              <a:gd name="connsiteX71" fmla="*/ 31656 w 905044"/>
              <a:gd name="connsiteY71" fmla="*/ 117324 h 905044"/>
              <a:gd name="connsiteX72" fmla="*/ 117324 w 905044"/>
              <a:gd name="connsiteY72" fmla="*/ 31656 h 905044"/>
              <a:gd name="connsiteX73" fmla="*/ 452522 w 905044"/>
              <a:gd name="connsiteY73" fmla="*/ 0 h 90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905044" h="905044">
                <a:moveTo>
                  <a:pt x="489439" y="629348"/>
                </a:moveTo>
                <a:cubicBezTo>
                  <a:pt x="494679" y="629348"/>
                  <a:pt x="502985" y="629791"/>
                  <a:pt x="506042" y="630233"/>
                </a:cubicBezTo>
                <a:lnTo>
                  <a:pt x="506042" y="648133"/>
                </a:lnTo>
                <a:cubicBezTo>
                  <a:pt x="506042" y="672167"/>
                  <a:pt x="489872" y="688759"/>
                  <a:pt x="466723" y="688759"/>
                </a:cubicBezTo>
                <a:cubicBezTo>
                  <a:pt x="446189" y="688759"/>
                  <a:pt x="433528" y="679588"/>
                  <a:pt x="433528" y="661235"/>
                </a:cubicBezTo>
                <a:cubicBezTo>
                  <a:pt x="433528" y="640268"/>
                  <a:pt x="453630" y="629348"/>
                  <a:pt x="489439" y="629348"/>
                </a:cubicBezTo>
                <a:close/>
                <a:moveTo>
                  <a:pt x="602138" y="503989"/>
                </a:moveTo>
                <a:lnTo>
                  <a:pt x="602138" y="651190"/>
                </a:lnTo>
                <a:cubicBezTo>
                  <a:pt x="602148" y="703169"/>
                  <a:pt x="631844" y="736364"/>
                  <a:pt x="678574" y="736364"/>
                </a:cubicBezTo>
                <a:cubicBezTo>
                  <a:pt x="706097" y="736364"/>
                  <a:pt x="724882" y="726308"/>
                  <a:pt x="739725" y="706226"/>
                </a:cubicBezTo>
                <a:lnTo>
                  <a:pt x="740600" y="730682"/>
                </a:lnTo>
                <a:lnTo>
                  <a:pt x="804375" y="730682"/>
                </a:lnTo>
                <a:lnTo>
                  <a:pt x="804375" y="503989"/>
                </a:lnTo>
                <a:lnTo>
                  <a:pt x="737985" y="503989"/>
                </a:lnTo>
                <a:lnTo>
                  <a:pt x="737985" y="637644"/>
                </a:lnTo>
                <a:cubicBezTo>
                  <a:pt x="737985" y="665167"/>
                  <a:pt x="724439" y="682635"/>
                  <a:pt x="702165" y="682635"/>
                </a:cubicBezTo>
                <a:cubicBezTo>
                  <a:pt x="680324" y="682635"/>
                  <a:pt x="668528" y="667782"/>
                  <a:pt x="668528" y="640268"/>
                </a:cubicBezTo>
                <a:lnTo>
                  <a:pt x="668528" y="503989"/>
                </a:lnTo>
                <a:close/>
                <a:moveTo>
                  <a:pt x="99385" y="503989"/>
                </a:moveTo>
                <a:lnTo>
                  <a:pt x="99385" y="730682"/>
                </a:lnTo>
                <a:lnTo>
                  <a:pt x="165775" y="730682"/>
                </a:lnTo>
                <a:lnTo>
                  <a:pt x="165775" y="503989"/>
                </a:lnTo>
                <a:close/>
                <a:moveTo>
                  <a:pt x="468483" y="498307"/>
                </a:moveTo>
                <a:cubicBezTo>
                  <a:pt x="435298" y="498307"/>
                  <a:pt x="407775" y="503547"/>
                  <a:pt x="381126" y="513592"/>
                </a:cubicBezTo>
                <a:lnTo>
                  <a:pt x="381126" y="566890"/>
                </a:lnTo>
                <a:cubicBezTo>
                  <a:pt x="407332" y="556834"/>
                  <a:pt x="433538" y="550720"/>
                  <a:pt x="458004" y="550720"/>
                </a:cubicBezTo>
                <a:cubicBezTo>
                  <a:pt x="488575" y="550720"/>
                  <a:pt x="505619" y="564697"/>
                  <a:pt x="505619" y="589164"/>
                </a:cubicBezTo>
                <a:cubicBezTo>
                  <a:pt x="500381" y="588731"/>
                  <a:pt x="491642" y="588289"/>
                  <a:pt x="483336" y="588289"/>
                </a:cubicBezTo>
                <a:cubicBezTo>
                  <a:pt x="413446" y="588289"/>
                  <a:pt x="369330" y="617120"/>
                  <a:pt x="369330" y="666475"/>
                </a:cubicBezTo>
                <a:cubicBezTo>
                  <a:pt x="369320" y="709283"/>
                  <a:pt x="399458" y="736364"/>
                  <a:pt x="447073" y="736364"/>
                </a:cubicBezTo>
                <a:cubicBezTo>
                  <a:pt x="473722" y="736364"/>
                  <a:pt x="492939" y="725443"/>
                  <a:pt x="506485" y="707101"/>
                </a:cubicBezTo>
                <a:lnTo>
                  <a:pt x="507359" y="730682"/>
                </a:lnTo>
                <a:lnTo>
                  <a:pt x="569385" y="730682"/>
                </a:lnTo>
                <a:lnTo>
                  <a:pt x="569385" y="597460"/>
                </a:lnTo>
                <a:cubicBezTo>
                  <a:pt x="569385" y="532820"/>
                  <a:pt x="533133" y="498307"/>
                  <a:pt x="468483" y="498307"/>
                </a:cubicBezTo>
                <a:close/>
                <a:moveTo>
                  <a:pt x="290692" y="435407"/>
                </a:moveTo>
                <a:lnTo>
                  <a:pt x="224292" y="447192"/>
                </a:lnTo>
                <a:lnTo>
                  <a:pt x="224292" y="503989"/>
                </a:lnTo>
                <a:lnTo>
                  <a:pt x="191107" y="503989"/>
                </a:lnTo>
                <a:lnTo>
                  <a:pt x="191107" y="555526"/>
                </a:lnTo>
                <a:lnTo>
                  <a:pt x="224302" y="555526"/>
                </a:lnTo>
                <a:lnTo>
                  <a:pt x="224302" y="652497"/>
                </a:lnTo>
                <a:cubicBezTo>
                  <a:pt x="224302" y="707534"/>
                  <a:pt x="253142" y="735057"/>
                  <a:pt x="304237" y="735057"/>
                </a:cubicBezTo>
                <a:cubicBezTo>
                  <a:pt x="322589" y="735057"/>
                  <a:pt x="337875" y="732865"/>
                  <a:pt x="345296" y="730682"/>
                </a:cubicBezTo>
                <a:lnTo>
                  <a:pt x="345296" y="680020"/>
                </a:lnTo>
                <a:cubicBezTo>
                  <a:pt x="340489" y="681328"/>
                  <a:pt x="331751" y="682635"/>
                  <a:pt x="321704" y="682635"/>
                </a:cubicBezTo>
                <a:cubicBezTo>
                  <a:pt x="300305" y="682635"/>
                  <a:pt x="290692" y="672157"/>
                  <a:pt x="290692" y="648122"/>
                </a:cubicBezTo>
                <a:lnTo>
                  <a:pt x="290692" y="555526"/>
                </a:lnTo>
                <a:lnTo>
                  <a:pt x="348343" y="555526"/>
                </a:lnTo>
                <a:lnTo>
                  <a:pt x="348343" y="503989"/>
                </a:lnTo>
                <a:lnTo>
                  <a:pt x="290692" y="503989"/>
                </a:lnTo>
                <a:close/>
                <a:moveTo>
                  <a:pt x="761999" y="415758"/>
                </a:moveTo>
                <a:lnTo>
                  <a:pt x="651493" y="435417"/>
                </a:lnTo>
                <a:lnTo>
                  <a:pt x="651493" y="473419"/>
                </a:lnTo>
                <a:lnTo>
                  <a:pt x="761999" y="473419"/>
                </a:lnTo>
                <a:lnTo>
                  <a:pt x="761999" y="473409"/>
                </a:lnTo>
                <a:close/>
                <a:moveTo>
                  <a:pt x="132580" y="404394"/>
                </a:moveTo>
                <a:cubicBezTo>
                  <a:pt x="109431" y="404394"/>
                  <a:pt x="93271" y="420122"/>
                  <a:pt x="93271" y="442396"/>
                </a:cubicBezTo>
                <a:cubicBezTo>
                  <a:pt x="93271" y="465112"/>
                  <a:pt x="109431" y="480398"/>
                  <a:pt x="132580" y="480398"/>
                </a:cubicBezTo>
                <a:cubicBezTo>
                  <a:pt x="155739" y="480398"/>
                  <a:pt x="171899" y="464680"/>
                  <a:pt x="171899" y="442396"/>
                </a:cubicBezTo>
                <a:cubicBezTo>
                  <a:pt x="171899" y="419679"/>
                  <a:pt x="155739" y="404394"/>
                  <a:pt x="132580" y="404394"/>
                </a:cubicBezTo>
                <a:close/>
                <a:moveTo>
                  <a:pt x="452522" y="0"/>
                </a:moveTo>
                <a:cubicBezTo>
                  <a:pt x="584739" y="0"/>
                  <a:pt x="705784" y="11172"/>
                  <a:pt x="787720" y="31656"/>
                </a:cubicBezTo>
                <a:cubicBezTo>
                  <a:pt x="838000" y="42829"/>
                  <a:pt x="864076" y="72625"/>
                  <a:pt x="873388" y="117324"/>
                </a:cubicBezTo>
                <a:cubicBezTo>
                  <a:pt x="892012" y="195530"/>
                  <a:pt x="905044" y="320305"/>
                  <a:pt x="905044" y="452523"/>
                </a:cubicBezTo>
                <a:cubicBezTo>
                  <a:pt x="905044" y="584739"/>
                  <a:pt x="892012" y="709514"/>
                  <a:pt x="873388" y="787720"/>
                </a:cubicBezTo>
                <a:cubicBezTo>
                  <a:pt x="864076" y="832409"/>
                  <a:pt x="838000" y="862205"/>
                  <a:pt x="787720" y="873388"/>
                </a:cubicBezTo>
                <a:cubicBezTo>
                  <a:pt x="705784" y="893872"/>
                  <a:pt x="584739" y="905044"/>
                  <a:pt x="452522" y="905044"/>
                </a:cubicBezTo>
                <a:cubicBezTo>
                  <a:pt x="320305" y="905044"/>
                  <a:pt x="199260" y="893872"/>
                  <a:pt x="117324" y="873388"/>
                </a:cubicBezTo>
                <a:cubicBezTo>
                  <a:pt x="67044" y="862215"/>
                  <a:pt x="40969" y="832419"/>
                  <a:pt x="31656" y="787720"/>
                </a:cubicBezTo>
                <a:cubicBezTo>
                  <a:pt x="13032" y="709514"/>
                  <a:pt x="0" y="584739"/>
                  <a:pt x="0" y="452523"/>
                </a:cubicBezTo>
                <a:cubicBezTo>
                  <a:pt x="0" y="320305"/>
                  <a:pt x="13032" y="195530"/>
                  <a:pt x="31656" y="117324"/>
                </a:cubicBezTo>
                <a:cubicBezTo>
                  <a:pt x="40969" y="72635"/>
                  <a:pt x="67044" y="42839"/>
                  <a:pt x="117324" y="31656"/>
                </a:cubicBezTo>
                <a:cubicBezTo>
                  <a:pt x="199260" y="11172"/>
                  <a:pt x="320305" y="0"/>
                  <a:pt x="45252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Espaço Reservado para Texto 19">
            <a:extLst>
              <a:ext uri="{FF2B5EF4-FFF2-40B4-BE49-F238E27FC236}">
                <a16:creationId xmlns:a16="http://schemas.microsoft.com/office/drawing/2014/main" id="{FAD7CF5F-31C1-1AB6-BA95-94E4860B831F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52405" y="5813095"/>
            <a:ext cx="1624264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pt-BR"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228600" lvl="0" indent="-228600">
              <a:lnSpc>
                <a:spcPct val="85000"/>
              </a:lnSpc>
              <a:spcBef>
                <a:spcPts val="0"/>
              </a:spcBef>
            </a:pPr>
            <a:r>
              <a:rPr lang="pt-BR"/>
              <a:t>00/00/2026</a:t>
            </a:r>
          </a:p>
        </p:txBody>
      </p:sp>
      <p:sp>
        <p:nvSpPr>
          <p:cNvPr id="13" name="Espaço Reservado para Texto 19">
            <a:extLst>
              <a:ext uri="{FF2B5EF4-FFF2-40B4-BE49-F238E27FC236}">
                <a16:creationId xmlns:a16="http://schemas.microsoft.com/office/drawing/2014/main" id="{47BCB0EB-67AC-E41B-4536-3014DD6C3FE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52405" y="5283845"/>
            <a:ext cx="4078216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pt-BR" sz="2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228600" lvl="0" indent="-228600">
              <a:lnSpc>
                <a:spcPct val="85000"/>
              </a:lnSpc>
              <a:spcBef>
                <a:spcPts val="0"/>
              </a:spcBef>
            </a:pPr>
            <a:r>
              <a:rPr lang="pt-BR"/>
              <a:t>Subtítulo da apresentação 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DE08AEE7-EFE0-C2AE-199B-F20DF365EA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3086"/>
          <a:stretch>
            <a:fillRect/>
          </a:stretch>
        </p:blipFill>
        <p:spPr>
          <a:xfrm>
            <a:off x="6887084" y="381000"/>
            <a:ext cx="5304916" cy="6103622"/>
          </a:xfrm>
          <a:prstGeom prst="rect">
            <a:avLst/>
          </a:prstGeom>
        </p:spPr>
      </p:pic>
      <p:sp>
        <p:nvSpPr>
          <p:cNvPr id="3" name="Espaço Reservado para Texto 19">
            <a:extLst>
              <a:ext uri="{FF2B5EF4-FFF2-40B4-BE49-F238E27FC236}">
                <a16:creationId xmlns:a16="http://schemas.microsoft.com/office/drawing/2014/main" id="{4FC3F8DA-98D7-E9D2-8CC4-EF73807A2B9A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52404" y="4233847"/>
            <a:ext cx="4595871" cy="102220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4000">
                <a:solidFill>
                  <a:schemeClr val="accent4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Exemplo de título da apresentação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A17A57AA-44C2-1A13-AA2A-4F08313AA1D8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BF2A80FB-6DC6-C08D-FC61-CC629646BDCC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AC6E14D3-8EFC-5196-3594-06EB73C0B2B3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C098AF26-969A-199F-1124-7411CB70C77E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29997864-B766-06E8-19D1-BDEB0F5E1092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67B0E65E-42AD-BB29-46C3-98B77910BC87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AA397D97-47DB-7E83-C86A-1CCB18C927DB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EB707CE7-54F1-66A1-34B8-125C041FEEA8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B76C3E15-CDA2-2CFF-EF84-BB49E169B154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227E595A-1BCB-5607-8578-46BBBBE33358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E3EC4B41-E842-7600-D356-BF85A44EDECF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F737758E-4774-4766-900A-65C0F58222DE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5C2A9FE9-BD26-F507-A360-E66DE874601F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17BCA4D-BED2-20F7-F557-5917B68D32ED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EF686CA1-FE19-1530-DCEF-CDD2E3DAFA22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9000526A-7346-68FB-1A09-EC1355B9B231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0963FBF9-5D02-9982-3B19-4FAE2C34F3BE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D90BA7A6-CD64-CAFA-B677-0AAA98649546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64164039-B5CE-8880-B11D-62CCD7357990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FCD086C1-87B3-147D-7F89-10D6D5F2A88A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2BAB8BCA-8FC4-CF7D-B42C-1F6CA401DF35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427E5DF8-008D-AB2F-7045-22DCEEB92EFE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A433AD98-20E0-42D2-6437-80A037F68AC3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24681F3E-E349-D46D-C423-13C29DB814D9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90AF0B53-2565-E749-774C-140E781050F7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2" name="Retângulo: Cantos Arredondados 31">
              <a:extLst>
                <a:ext uri="{FF2B5EF4-FFF2-40B4-BE49-F238E27FC236}">
                  <a16:creationId xmlns:a16="http://schemas.microsoft.com/office/drawing/2014/main" id="{79111C69-1608-357A-A8AA-0342E321C758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453FEE5B-2D71-2C3E-7D12-DA642C458C78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F12B6D7E-3298-591B-F063-7CA886E91458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3613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apa 1 fundo escuro 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F8F55FF4-0B31-59B5-C40C-88946D0A97FF}"/>
              </a:ext>
            </a:extLst>
          </p:cNvPr>
          <p:cNvSpPr/>
          <p:nvPr/>
        </p:nvSpPr>
        <p:spPr>
          <a:xfrm flipH="1">
            <a:off x="6912484" y="983359"/>
            <a:ext cx="4521199" cy="4891277"/>
          </a:xfrm>
          <a:custGeom>
            <a:avLst/>
            <a:gdLst>
              <a:gd name="connsiteX0" fmla="*/ 4308475 w 4521199"/>
              <a:gd name="connsiteY0" fmla="*/ 4700778 h 4891277"/>
              <a:gd name="connsiteX1" fmla="*/ 4521200 w 4521199"/>
              <a:gd name="connsiteY1" fmla="*/ 2445639 h 4891277"/>
              <a:gd name="connsiteX2" fmla="*/ 4308475 w 4521199"/>
              <a:gd name="connsiteY2" fmla="*/ 190500 h 4891277"/>
              <a:gd name="connsiteX3" fmla="*/ 4308348 w 4521199"/>
              <a:gd name="connsiteY3" fmla="*/ 189865 h 4891277"/>
              <a:gd name="connsiteX4" fmla="*/ 4306189 w 4521199"/>
              <a:gd name="connsiteY4" fmla="*/ 180721 h 4891277"/>
              <a:gd name="connsiteX5" fmla="*/ 4271010 w 4521199"/>
              <a:gd name="connsiteY5" fmla="*/ 172339 h 4891277"/>
              <a:gd name="connsiteX6" fmla="*/ 4270248 w 4521199"/>
              <a:gd name="connsiteY6" fmla="*/ 172212 h 4891277"/>
              <a:gd name="connsiteX7" fmla="*/ 2445639 w 4521199"/>
              <a:gd name="connsiteY7" fmla="*/ 0 h 4891277"/>
              <a:gd name="connsiteX8" fmla="*/ 621030 w 4521199"/>
              <a:gd name="connsiteY8" fmla="*/ 172212 h 4891277"/>
              <a:gd name="connsiteX9" fmla="*/ 620268 w 4521199"/>
              <a:gd name="connsiteY9" fmla="*/ 172339 h 4891277"/>
              <a:gd name="connsiteX10" fmla="*/ 172212 w 4521199"/>
              <a:gd name="connsiteY10" fmla="*/ 620649 h 4891277"/>
              <a:gd name="connsiteX11" fmla="*/ 172085 w 4521199"/>
              <a:gd name="connsiteY11" fmla="*/ 621284 h 4891277"/>
              <a:gd name="connsiteX12" fmla="*/ 0 w 4521199"/>
              <a:gd name="connsiteY12" fmla="*/ 2445639 h 4891277"/>
              <a:gd name="connsiteX13" fmla="*/ 172085 w 4521199"/>
              <a:gd name="connsiteY13" fmla="*/ 4269994 h 4891277"/>
              <a:gd name="connsiteX14" fmla="*/ 172212 w 4521199"/>
              <a:gd name="connsiteY14" fmla="*/ 4270629 h 4891277"/>
              <a:gd name="connsiteX15" fmla="*/ 620268 w 4521199"/>
              <a:gd name="connsiteY15" fmla="*/ 4718939 h 4891277"/>
              <a:gd name="connsiteX16" fmla="*/ 621030 w 4521199"/>
              <a:gd name="connsiteY16" fmla="*/ 4719066 h 4891277"/>
              <a:gd name="connsiteX17" fmla="*/ 2445639 w 4521199"/>
              <a:gd name="connsiteY17" fmla="*/ 4891278 h 4891277"/>
              <a:gd name="connsiteX18" fmla="*/ 4270248 w 4521199"/>
              <a:gd name="connsiteY18" fmla="*/ 4719066 h 4891277"/>
              <a:gd name="connsiteX19" fmla="*/ 4271010 w 4521199"/>
              <a:gd name="connsiteY19" fmla="*/ 4718939 h 4891277"/>
              <a:gd name="connsiteX20" fmla="*/ 4306189 w 4521199"/>
              <a:gd name="connsiteY20" fmla="*/ 4710557 h 4891277"/>
              <a:gd name="connsiteX21" fmla="*/ 4308348 w 4521199"/>
              <a:gd name="connsiteY21" fmla="*/ 4701412 h 4891277"/>
              <a:gd name="connsiteX22" fmla="*/ 4308475 w 4521199"/>
              <a:gd name="connsiteY22" fmla="*/ 4700778 h 4891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521199" h="4891277">
                <a:moveTo>
                  <a:pt x="4308475" y="4700778"/>
                </a:moveTo>
                <a:cubicBezTo>
                  <a:pt x="4445635" y="4151884"/>
                  <a:pt x="4521200" y="3351022"/>
                  <a:pt x="4521200" y="2445639"/>
                </a:cubicBezTo>
                <a:cubicBezTo>
                  <a:pt x="4521200" y="1540256"/>
                  <a:pt x="4445635" y="739394"/>
                  <a:pt x="4308475" y="190500"/>
                </a:cubicBezTo>
                <a:cubicBezTo>
                  <a:pt x="4308475" y="190246"/>
                  <a:pt x="4308475" y="190119"/>
                  <a:pt x="4308348" y="189865"/>
                </a:cubicBezTo>
                <a:cubicBezTo>
                  <a:pt x="4307713" y="186817"/>
                  <a:pt x="4306951" y="183769"/>
                  <a:pt x="4306189" y="180721"/>
                </a:cubicBezTo>
                <a:cubicBezTo>
                  <a:pt x="4294632" y="177800"/>
                  <a:pt x="4283075" y="174879"/>
                  <a:pt x="4271010" y="172339"/>
                </a:cubicBezTo>
                <a:cubicBezTo>
                  <a:pt x="4270756" y="172339"/>
                  <a:pt x="4270502" y="172339"/>
                  <a:pt x="4270248" y="172212"/>
                </a:cubicBezTo>
                <a:cubicBezTo>
                  <a:pt x="3824351" y="66040"/>
                  <a:pt x="3125216" y="0"/>
                  <a:pt x="2445639" y="0"/>
                </a:cubicBezTo>
                <a:cubicBezTo>
                  <a:pt x="1766062" y="0"/>
                  <a:pt x="1066927" y="65913"/>
                  <a:pt x="621030" y="172212"/>
                </a:cubicBezTo>
                <a:cubicBezTo>
                  <a:pt x="620776" y="172212"/>
                  <a:pt x="620522" y="172212"/>
                  <a:pt x="620268" y="172339"/>
                </a:cubicBezTo>
                <a:cubicBezTo>
                  <a:pt x="374396" y="223647"/>
                  <a:pt x="227838" y="370205"/>
                  <a:pt x="172212" y="620649"/>
                </a:cubicBezTo>
                <a:cubicBezTo>
                  <a:pt x="172212" y="620903"/>
                  <a:pt x="172212" y="621030"/>
                  <a:pt x="172085" y="621284"/>
                </a:cubicBezTo>
                <a:cubicBezTo>
                  <a:pt x="61087" y="1065149"/>
                  <a:pt x="0" y="1713103"/>
                  <a:pt x="0" y="2445639"/>
                </a:cubicBezTo>
                <a:cubicBezTo>
                  <a:pt x="0" y="3178175"/>
                  <a:pt x="61087" y="3826129"/>
                  <a:pt x="172085" y="4269994"/>
                </a:cubicBezTo>
                <a:cubicBezTo>
                  <a:pt x="172085" y="4270248"/>
                  <a:pt x="172085" y="4270375"/>
                  <a:pt x="172212" y="4270629"/>
                </a:cubicBezTo>
                <a:cubicBezTo>
                  <a:pt x="227838" y="4521073"/>
                  <a:pt x="374396" y="4667758"/>
                  <a:pt x="620268" y="4718939"/>
                </a:cubicBezTo>
                <a:cubicBezTo>
                  <a:pt x="620522" y="4718939"/>
                  <a:pt x="620776" y="4718939"/>
                  <a:pt x="621030" y="4719066"/>
                </a:cubicBezTo>
                <a:cubicBezTo>
                  <a:pt x="1066927" y="4825237"/>
                  <a:pt x="1766062" y="4891278"/>
                  <a:pt x="2445639" y="4891278"/>
                </a:cubicBezTo>
                <a:cubicBezTo>
                  <a:pt x="3125216" y="4891278"/>
                  <a:pt x="3824351" y="4825365"/>
                  <a:pt x="4270248" y="4719066"/>
                </a:cubicBezTo>
                <a:cubicBezTo>
                  <a:pt x="4270502" y="4719066"/>
                  <a:pt x="4270756" y="4719066"/>
                  <a:pt x="4271010" y="4718939"/>
                </a:cubicBezTo>
                <a:cubicBezTo>
                  <a:pt x="4283075" y="4716398"/>
                  <a:pt x="4294632" y="4713478"/>
                  <a:pt x="4306189" y="4710557"/>
                </a:cubicBezTo>
                <a:cubicBezTo>
                  <a:pt x="4306951" y="4707509"/>
                  <a:pt x="4307713" y="4704460"/>
                  <a:pt x="4308348" y="4701412"/>
                </a:cubicBezTo>
                <a:cubicBezTo>
                  <a:pt x="4308348" y="4701159"/>
                  <a:pt x="4308348" y="4701032"/>
                  <a:pt x="4308475" y="4700778"/>
                </a:cubicBezTo>
                <a:close/>
              </a:path>
            </a:pathLst>
          </a:custGeom>
          <a:noFill/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0" name="Forma Livre: Forma 39">
            <a:extLst>
              <a:ext uri="{FF2B5EF4-FFF2-40B4-BE49-F238E27FC236}">
                <a16:creationId xmlns:a16="http://schemas.microsoft.com/office/drawing/2014/main" id="{CE3F362A-28DC-344B-F921-66D340CEF90F}"/>
              </a:ext>
            </a:extLst>
          </p:cNvPr>
          <p:cNvSpPr/>
          <p:nvPr/>
        </p:nvSpPr>
        <p:spPr>
          <a:xfrm flipH="1">
            <a:off x="6542406" y="1171954"/>
            <a:ext cx="557148" cy="4514087"/>
          </a:xfrm>
          <a:custGeom>
            <a:avLst/>
            <a:gdLst>
              <a:gd name="connsiteX0" fmla="*/ 0 w 557148"/>
              <a:gd name="connsiteY0" fmla="*/ 4514088 h 4514087"/>
              <a:gd name="connsiteX1" fmla="*/ 384937 w 557148"/>
              <a:gd name="connsiteY1" fmla="*/ 4082034 h 4514087"/>
              <a:gd name="connsiteX2" fmla="*/ 385064 w 557148"/>
              <a:gd name="connsiteY2" fmla="*/ 4081398 h 4514087"/>
              <a:gd name="connsiteX3" fmla="*/ 557149 w 557148"/>
              <a:gd name="connsiteY3" fmla="*/ 2257044 h 4514087"/>
              <a:gd name="connsiteX4" fmla="*/ 385064 w 557148"/>
              <a:gd name="connsiteY4" fmla="*/ 432689 h 4514087"/>
              <a:gd name="connsiteX5" fmla="*/ 384937 w 557148"/>
              <a:gd name="connsiteY5" fmla="*/ 432054 h 4514087"/>
              <a:gd name="connsiteX6" fmla="*/ 0 w 557148"/>
              <a:gd name="connsiteY6" fmla="*/ 0 h 4514087"/>
              <a:gd name="connsiteX7" fmla="*/ 212471 w 557148"/>
              <a:gd name="connsiteY7" fmla="*/ 2257044 h 4514087"/>
              <a:gd name="connsiteX8" fmla="*/ 0 w 557148"/>
              <a:gd name="connsiteY8" fmla="*/ 4514088 h 4514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7148" h="4514087">
                <a:moveTo>
                  <a:pt x="0" y="4514088"/>
                </a:moveTo>
                <a:cubicBezTo>
                  <a:pt x="207899" y="4451858"/>
                  <a:pt x="334264" y="4310126"/>
                  <a:pt x="384937" y="4082034"/>
                </a:cubicBezTo>
                <a:cubicBezTo>
                  <a:pt x="384937" y="4081779"/>
                  <a:pt x="384937" y="4081653"/>
                  <a:pt x="385064" y="4081398"/>
                </a:cubicBezTo>
                <a:cubicBezTo>
                  <a:pt x="496062" y="3637534"/>
                  <a:pt x="557149" y="2989580"/>
                  <a:pt x="557149" y="2257044"/>
                </a:cubicBezTo>
                <a:cubicBezTo>
                  <a:pt x="557149" y="1524508"/>
                  <a:pt x="496062" y="876554"/>
                  <a:pt x="385064" y="432689"/>
                </a:cubicBezTo>
                <a:cubicBezTo>
                  <a:pt x="385064" y="432435"/>
                  <a:pt x="385064" y="432308"/>
                  <a:pt x="384937" y="432054"/>
                </a:cubicBezTo>
                <a:cubicBezTo>
                  <a:pt x="334264" y="203962"/>
                  <a:pt x="207899" y="62230"/>
                  <a:pt x="0" y="0"/>
                </a:cubicBezTo>
                <a:cubicBezTo>
                  <a:pt x="137541" y="552704"/>
                  <a:pt x="212471" y="1367282"/>
                  <a:pt x="212471" y="2257044"/>
                </a:cubicBezTo>
                <a:cubicBezTo>
                  <a:pt x="212471" y="3146806"/>
                  <a:pt x="137541" y="3961384"/>
                  <a:pt x="0" y="4514088"/>
                </a:cubicBezTo>
                <a:close/>
              </a:path>
            </a:pathLst>
          </a:custGeom>
          <a:noFill/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094A2D2-BADA-79DD-84F3-FCD4D4254A92}"/>
              </a:ext>
            </a:extLst>
          </p:cNvPr>
          <p:cNvSpPr txBox="1">
            <a:spLocks/>
          </p:cNvSpPr>
          <p:nvPr/>
        </p:nvSpPr>
        <p:spPr>
          <a:xfrm>
            <a:off x="882578" y="897777"/>
            <a:ext cx="482538" cy="482538"/>
          </a:xfrm>
          <a:custGeom>
            <a:avLst/>
            <a:gdLst>
              <a:gd name="connsiteX0" fmla="*/ 489439 w 905044"/>
              <a:gd name="connsiteY0" fmla="*/ 629348 h 905044"/>
              <a:gd name="connsiteX1" fmla="*/ 506042 w 905044"/>
              <a:gd name="connsiteY1" fmla="*/ 630233 h 905044"/>
              <a:gd name="connsiteX2" fmla="*/ 506042 w 905044"/>
              <a:gd name="connsiteY2" fmla="*/ 648133 h 905044"/>
              <a:gd name="connsiteX3" fmla="*/ 466723 w 905044"/>
              <a:gd name="connsiteY3" fmla="*/ 688759 h 905044"/>
              <a:gd name="connsiteX4" fmla="*/ 433528 w 905044"/>
              <a:gd name="connsiteY4" fmla="*/ 661235 h 905044"/>
              <a:gd name="connsiteX5" fmla="*/ 489439 w 905044"/>
              <a:gd name="connsiteY5" fmla="*/ 629348 h 905044"/>
              <a:gd name="connsiteX6" fmla="*/ 602138 w 905044"/>
              <a:gd name="connsiteY6" fmla="*/ 503989 h 905044"/>
              <a:gd name="connsiteX7" fmla="*/ 602138 w 905044"/>
              <a:gd name="connsiteY7" fmla="*/ 651190 h 905044"/>
              <a:gd name="connsiteX8" fmla="*/ 678574 w 905044"/>
              <a:gd name="connsiteY8" fmla="*/ 736364 h 905044"/>
              <a:gd name="connsiteX9" fmla="*/ 739725 w 905044"/>
              <a:gd name="connsiteY9" fmla="*/ 706226 h 905044"/>
              <a:gd name="connsiteX10" fmla="*/ 740600 w 905044"/>
              <a:gd name="connsiteY10" fmla="*/ 730682 h 905044"/>
              <a:gd name="connsiteX11" fmla="*/ 804375 w 905044"/>
              <a:gd name="connsiteY11" fmla="*/ 730682 h 905044"/>
              <a:gd name="connsiteX12" fmla="*/ 804375 w 905044"/>
              <a:gd name="connsiteY12" fmla="*/ 503989 h 905044"/>
              <a:gd name="connsiteX13" fmla="*/ 737985 w 905044"/>
              <a:gd name="connsiteY13" fmla="*/ 503989 h 905044"/>
              <a:gd name="connsiteX14" fmla="*/ 737985 w 905044"/>
              <a:gd name="connsiteY14" fmla="*/ 637644 h 905044"/>
              <a:gd name="connsiteX15" fmla="*/ 702165 w 905044"/>
              <a:gd name="connsiteY15" fmla="*/ 682635 h 905044"/>
              <a:gd name="connsiteX16" fmla="*/ 668528 w 905044"/>
              <a:gd name="connsiteY16" fmla="*/ 640268 h 905044"/>
              <a:gd name="connsiteX17" fmla="*/ 668528 w 905044"/>
              <a:gd name="connsiteY17" fmla="*/ 503989 h 905044"/>
              <a:gd name="connsiteX18" fmla="*/ 99385 w 905044"/>
              <a:gd name="connsiteY18" fmla="*/ 503989 h 905044"/>
              <a:gd name="connsiteX19" fmla="*/ 99385 w 905044"/>
              <a:gd name="connsiteY19" fmla="*/ 730682 h 905044"/>
              <a:gd name="connsiteX20" fmla="*/ 165775 w 905044"/>
              <a:gd name="connsiteY20" fmla="*/ 730682 h 905044"/>
              <a:gd name="connsiteX21" fmla="*/ 165775 w 905044"/>
              <a:gd name="connsiteY21" fmla="*/ 503989 h 905044"/>
              <a:gd name="connsiteX22" fmla="*/ 468483 w 905044"/>
              <a:gd name="connsiteY22" fmla="*/ 498307 h 905044"/>
              <a:gd name="connsiteX23" fmla="*/ 381126 w 905044"/>
              <a:gd name="connsiteY23" fmla="*/ 513592 h 905044"/>
              <a:gd name="connsiteX24" fmla="*/ 381126 w 905044"/>
              <a:gd name="connsiteY24" fmla="*/ 566890 h 905044"/>
              <a:gd name="connsiteX25" fmla="*/ 458004 w 905044"/>
              <a:gd name="connsiteY25" fmla="*/ 550720 h 905044"/>
              <a:gd name="connsiteX26" fmla="*/ 505619 w 905044"/>
              <a:gd name="connsiteY26" fmla="*/ 589164 h 905044"/>
              <a:gd name="connsiteX27" fmla="*/ 483336 w 905044"/>
              <a:gd name="connsiteY27" fmla="*/ 588289 h 905044"/>
              <a:gd name="connsiteX28" fmla="*/ 369330 w 905044"/>
              <a:gd name="connsiteY28" fmla="*/ 666475 h 905044"/>
              <a:gd name="connsiteX29" fmla="*/ 447073 w 905044"/>
              <a:gd name="connsiteY29" fmla="*/ 736364 h 905044"/>
              <a:gd name="connsiteX30" fmla="*/ 506485 w 905044"/>
              <a:gd name="connsiteY30" fmla="*/ 707101 h 905044"/>
              <a:gd name="connsiteX31" fmla="*/ 507359 w 905044"/>
              <a:gd name="connsiteY31" fmla="*/ 730682 h 905044"/>
              <a:gd name="connsiteX32" fmla="*/ 569385 w 905044"/>
              <a:gd name="connsiteY32" fmla="*/ 730682 h 905044"/>
              <a:gd name="connsiteX33" fmla="*/ 569385 w 905044"/>
              <a:gd name="connsiteY33" fmla="*/ 597460 h 905044"/>
              <a:gd name="connsiteX34" fmla="*/ 468483 w 905044"/>
              <a:gd name="connsiteY34" fmla="*/ 498307 h 905044"/>
              <a:gd name="connsiteX35" fmla="*/ 290692 w 905044"/>
              <a:gd name="connsiteY35" fmla="*/ 435407 h 905044"/>
              <a:gd name="connsiteX36" fmla="*/ 224292 w 905044"/>
              <a:gd name="connsiteY36" fmla="*/ 447192 h 905044"/>
              <a:gd name="connsiteX37" fmla="*/ 224292 w 905044"/>
              <a:gd name="connsiteY37" fmla="*/ 503989 h 905044"/>
              <a:gd name="connsiteX38" fmla="*/ 191107 w 905044"/>
              <a:gd name="connsiteY38" fmla="*/ 503989 h 905044"/>
              <a:gd name="connsiteX39" fmla="*/ 191107 w 905044"/>
              <a:gd name="connsiteY39" fmla="*/ 555526 h 905044"/>
              <a:gd name="connsiteX40" fmla="*/ 224302 w 905044"/>
              <a:gd name="connsiteY40" fmla="*/ 555526 h 905044"/>
              <a:gd name="connsiteX41" fmla="*/ 224302 w 905044"/>
              <a:gd name="connsiteY41" fmla="*/ 652497 h 905044"/>
              <a:gd name="connsiteX42" fmla="*/ 304237 w 905044"/>
              <a:gd name="connsiteY42" fmla="*/ 735057 h 905044"/>
              <a:gd name="connsiteX43" fmla="*/ 345296 w 905044"/>
              <a:gd name="connsiteY43" fmla="*/ 730682 h 905044"/>
              <a:gd name="connsiteX44" fmla="*/ 345296 w 905044"/>
              <a:gd name="connsiteY44" fmla="*/ 680020 h 905044"/>
              <a:gd name="connsiteX45" fmla="*/ 321704 w 905044"/>
              <a:gd name="connsiteY45" fmla="*/ 682635 h 905044"/>
              <a:gd name="connsiteX46" fmla="*/ 290692 w 905044"/>
              <a:gd name="connsiteY46" fmla="*/ 648122 h 905044"/>
              <a:gd name="connsiteX47" fmla="*/ 290692 w 905044"/>
              <a:gd name="connsiteY47" fmla="*/ 555526 h 905044"/>
              <a:gd name="connsiteX48" fmla="*/ 348343 w 905044"/>
              <a:gd name="connsiteY48" fmla="*/ 555526 h 905044"/>
              <a:gd name="connsiteX49" fmla="*/ 348343 w 905044"/>
              <a:gd name="connsiteY49" fmla="*/ 503989 h 905044"/>
              <a:gd name="connsiteX50" fmla="*/ 290692 w 905044"/>
              <a:gd name="connsiteY50" fmla="*/ 503989 h 905044"/>
              <a:gd name="connsiteX51" fmla="*/ 761999 w 905044"/>
              <a:gd name="connsiteY51" fmla="*/ 415758 h 905044"/>
              <a:gd name="connsiteX52" fmla="*/ 651493 w 905044"/>
              <a:gd name="connsiteY52" fmla="*/ 435417 h 905044"/>
              <a:gd name="connsiteX53" fmla="*/ 651493 w 905044"/>
              <a:gd name="connsiteY53" fmla="*/ 473419 h 905044"/>
              <a:gd name="connsiteX54" fmla="*/ 761999 w 905044"/>
              <a:gd name="connsiteY54" fmla="*/ 473419 h 905044"/>
              <a:gd name="connsiteX55" fmla="*/ 761999 w 905044"/>
              <a:gd name="connsiteY55" fmla="*/ 473409 h 905044"/>
              <a:gd name="connsiteX56" fmla="*/ 132580 w 905044"/>
              <a:gd name="connsiteY56" fmla="*/ 404394 h 905044"/>
              <a:gd name="connsiteX57" fmla="*/ 93271 w 905044"/>
              <a:gd name="connsiteY57" fmla="*/ 442396 h 905044"/>
              <a:gd name="connsiteX58" fmla="*/ 132580 w 905044"/>
              <a:gd name="connsiteY58" fmla="*/ 480398 h 905044"/>
              <a:gd name="connsiteX59" fmla="*/ 171899 w 905044"/>
              <a:gd name="connsiteY59" fmla="*/ 442396 h 905044"/>
              <a:gd name="connsiteX60" fmla="*/ 132580 w 905044"/>
              <a:gd name="connsiteY60" fmla="*/ 404394 h 905044"/>
              <a:gd name="connsiteX61" fmla="*/ 452522 w 905044"/>
              <a:gd name="connsiteY61" fmla="*/ 0 h 905044"/>
              <a:gd name="connsiteX62" fmla="*/ 787720 w 905044"/>
              <a:gd name="connsiteY62" fmla="*/ 31656 h 905044"/>
              <a:gd name="connsiteX63" fmla="*/ 873388 w 905044"/>
              <a:gd name="connsiteY63" fmla="*/ 117324 h 905044"/>
              <a:gd name="connsiteX64" fmla="*/ 905044 w 905044"/>
              <a:gd name="connsiteY64" fmla="*/ 452523 h 905044"/>
              <a:gd name="connsiteX65" fmla="*/ 873388 w 905044"/>
              <a:gd name="connsiteY65" fmla="*/ 787720 h 905044"/>
              <a:gd name="connsiteX66" fmla="*/ 787720 w 905044"/>
              <a:gd name="connsiteY66" fmla="*/ 873388 h 905044"/>
              <a:gd name="connsiteX67" fmla="*/ 452522 w 905044"/>
              <a:gd name="connsiteY67" fmla="*/ 905044 h 905044"/>
              <a:gd name="connsiteX68" fmla="*/ 117324 w 905044"/>
              <a:gd name="connsiteY68" fmla="*/ 873388 h 905044"/>
              <a:gd name="connsiteX69" fmla="*/ 31656 w 905044"/>
              <a:gd name="connsiteY69" fmla="*/ 787720 h 905044"/>
              <a:gd name="connsiteX70" fmla="*/ 0 w 905044"/>
              <a:gd name="connsiteY70" fmla="*/ 452523 h 905044"/>
              <a:gd name="connsiteX71" fmla="*/ 31656 w 905044"/>
              <a:gd name="connsiteY71" fmla="*/ 117324 h 905044"/>
              <a:gd name="connsiteX72" fmla="*/ 117324 w 905044"/>
              <a:gd name="connsiteY72" fmla="*/ 31656 h 905044"/>
              <a:gd name="connsiteX73" fmla="*/ 452522 w 905044"/>
              <a:gd name="connsiteY73" fmla="*/ 0 h 90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905044" h="905044">
                <a:moveTo>
                  <a:pt x="489439" y="629348"/>
                </a:moveTo>
                <a:cubicBezTo>
                  <a:pt x="494679" y="629348"/>
                  <a:pt x="502985" y="629791"/>
                  <a:pt x="506042" y="630233"/>
                </a:cubicBezTo>
                <a:lnTo>
                  <a:pt x="506042" y="648133"/>
                </a:lnTo>
                <a:cubicBezTo>
                  <a:pt x="506042" y="672167"/>
                  <a:pt x="489872" y="688759"/>
                  <a:pt x="466723" y="688759"/>
                </a:cubicBezTo>
                <a:cubicBezTo>
                  <a:pt x="446189" y="688759"/>
                  <a:pt x="433528" y="679588"/>
                  <a:pt x="433528" y="661235"/>
                </a:cubicBezTo>
                <a:cubicBezTo>
                  <a:pt x="433528" y="640268"/>
                  <a:pt x="453630" y="629348"/>
                  <a:pt x="489439" y="629348"/>
                </a:cubicBezTo>
                <a:close/>
                <a:moveTo>
                  <a:pt x="602138" y="503989"/>
                </a:moveTo>
                <a:lnTo>
                  <a:pt x="602138" y="651190"/>
                </a:lnTo>
                <a:cubicBezTo>
                  <a:pt x="602148" y="703169"/>
                  <a:pt x="631844" y="736364"/>
                  <a:pt x="678574" y="736364"/>
                </a:cubicBezTo>
                <a:cubicBezTo>
                  <a:pt x="706097" y="736364"/>
                  <a:pt x="724882" y="726308"/>
                  <a:pt x="739725" y="706226"/>
                </a:cubicBezTo>
                <a:lnTo>
                  <a:pt x="740600" y="730682"/>
                </a:lnTo>
                <a:lnTo>
                  <a:pt x="804375" y="730682"/>
                </a:lnTo>
                <a:lnTo>
                  <a:pt x="804375" y="503989"/>
                </a:lnTo>
                <a:lnTo>
                  <a:pt x="737985" y="503989"/>
                </a:lnTo>
                <a:lnTo>
                  <a:pt x="737985" y="637644"/>
                </a:lnTo>
                <a:cubicBezTo>
                  <a:pt x="737985" y="665167"/>
                  <a:pt x="724439" y="682635"/>
                  <a:pt x="702165" y="682635"/>
                </a:cubicBezTo>
                <a:cubicBezTo>
                  <a:pt x="680324" y="682635"/>
                  <a:pt x="668528" y="667782"/>
                  <a:pt x="668528" y="640268"/>
                </a:cubicBezTo>
                <a:lnTo>
                  <a:pt x="668528" y="503989"/>
                </a:lnTo>
                <a:close/>
                <a:moveTo>
                  <a:pt x="99385" y="503989"/>
                </a:moveTo>
                <a:lnTo>
                  <a:pt x="99385" y="730682"/>
                </a:lnTo>
                <a:lnTo>
                  <a:pt x="165775" y="730682"/>
                </a:lnTo>
                <a:lnTo>
                  <a:pt x="165775" y="503989"/>
                </a:lnTo>
                <a:close/>
                <a:moveTo>
                  <a:pt x="468483" y="498307"/>
                </a:moveTo>
                <a:cubicBezTo>
                  <a:pt x="435298" y="498307"/>
                  <a:pt x="407775" y="503547"/>
                  <a:pt x="381126" y="513592"/>
                </a:cubicBezTo>
                <a:lnTo>
                  <a:pt x="381126" y="566890"/>
                </a:lnTo>
                <a:cubicBezTo>
                  <a:pt x="407332" y="556834"/>
                  <a:pt x="433538" y="550720"/>
                  <a:pt x="458004" y="550720"/>
                </a:cubicBezTo>
                <a:cubicBezTo>
                  <a:pt x="488575" y="550720"/>
                  <a:pt x="505619" y="564697"/>
                  <a:pt x="505619" y="589164"/>
                </a:cubicBezTo>
                <a:cubicBezTo>
                  <a:pt x="500381" y="588731"/>
                  <a:pt x="491642" y="588289"/>
                  <a:pt x="483336" y="588289"/>
                </a:cubicBezTo>
                <a:cubicBezTo>
                  <a:pt x="413446" y="588289"/>
                  <a:pt x="369330" y="617120"/>
                  <a:pt x="369330" y="666475"/>
                </a:cubicBezTo>
                <a:cubicBezTo>
                  <a:pt x="369320" y="709283"/>
                  <a:pt x="399458" y="736364"/>
                  <a:pt x="447073" y="736364"/>
                </a:cubicBezTo>
                <a:cubicBezTo>
                  <a:pt x="473722" y="736364"/>
                  <a:pt x="492939" y="725443"/>
                  <a:pt x="506485" y="707101"/>
                </a:cubicBezTo>
                <a:lnTo>
                  <a:pt x="507359" y="730682"/>
                </a:lnTo>
                <a:lnTo>
                  <a:pt x="569385" y="730682"/>
                </a:lnTo>
                <a:lnTo>
                  <a:pt x="569385" y="597460"/>
                </a:lnTo>
                <a:cubicBezTo>
                  <a:pt x="569385" y="532820"/>
                  <a:pt x="533133" y="498307"/>
                  <a:pt x="468483" y="498307"/>
                </a:cubicBezTo>
                <a:close/>
                <a:moveTo>
                  <a:pt x="290692" y="435407"/>
                </a:moveTo>
                <a:lnTo>
                  <a:pt x="224292" y="447192"/>
                </a:lnTo>
                <a:lnTo>
                  <a:pt x="224292" y="503989"/>
                </a:lnTo>
                <a:lnTo>
                  <a:pt x="191107" y="503989"/>
                </a:lnTo>
                <a:lnTo>
                  <a:pt x="191107" y="555526"/>
                </a:lnTo>
                <a:lnTo>
                  <a:pt x="224302" y="555526"/>
                </a:lnTo>
                <a:lnTo>
                  <a:pt x="224302" y="652497"/>
                </a:lnTo>
                <a:cubicBezTo>
                  <a:pt x="224302" y="707534"/>
                  <a:pt x="253142" y="735057"/>
                  <a:pt x="304237" y="735057"/>
                </a:cubicBezTo>
                <a:cubicBezTo>
                  <a:pt x="322589" y="735057"/>
                  <a:pt x="337875" y="732865"/>
                  <a:pt x="345296" y="730682"/>
                </a:cubicBezTo>
                <a:lnTo>
                  <a:pt x="345296" y="680020"/>
                </a:lnTo>
                <a:cubicBezTo>
                  <a:pt x="340489" y="681328"/>
                  <a:pt x="331751" y="682635"/>
                  <a:pt x="321704" y="682635"/>
                </a:cubicBezTo>
                <a:cubicBezTo>
                  <a:pt x="300305" y="682635"/>
                  <a:pt x="290692" y="672157"/>
                  <a:pt x="290692" y="648122"/>
                </a:cubicBezTo>
                <a:lnTo>
                  <a:pt x="290692" y="555526"/>
                </a:lnTo>
                <a:lnTo>
                  <a:pt x="348343" y="555526"/>
                </a:lnTo>
                <a:lnTo>
                  <a:pt x="348343" y="503989"/>
                </a:lnTo>
                <a:lnTo>
                  <a:pt x="290692" y="503989"/>
                </a:lnTo>
                <a:close/>
                <a:moveTo>
                  <a:pt x="761999" y="415758"/>
                </a:moveTo>
                <a:lnTo>
                  <a:pt x="651493" y="435417"/>
                </a:lnTo>
                <a:lnTo>
                  <a:pt x="651493" y="473419"/>
                </a:lnTo>
                <a:lnTo>
                  <a:pt x="761999" y="473419"/>
                </a:lnTo>
                <a:lnTo>
                  <a:pt x="761999" y="473409"/>
                </a:lnTo>
                <a:close/>
                <a:moveTo>
                  <a:pt x="132580" y="404394"/>
                </a:moveTo>
                <a:cubicBezTo>
                  <a:pt x="109431" y="404394"/>
                  <a:pt x="93271" y="420122"/>
                  <a:pt x="93271" y="442396"/>
                </a:cubicBezTo>
                <a:cubicBezTo>
                  <a:pt x="93271" y="465112"/>
                  <a:pt x="109431" y="480398"/>
                  <a:pt x="132580" y="480398"/>
                </a:cubicBezTo>
                <a:cubicBezTo>
                  <a:pt x="155739" y="480398"/>
                  <a:pt x="171899" y="464680"/>
                  <a:pt x="171899" y="442396"/>
                </a:cubicBezTo>
                <a:cubicBezTo>
                  <a:pt x="171899" y="419679"/>
                  <a:pt x="155739" y="404394"/>
                  <a:pt x="132580" y="404394"/>
                </a:cubicBezTo>
                <a:close/>
                <a:moveTo>
                  <a:pt x="452522" y="0"/>
                </a:moveTo>
                <a:cubicBezTo>
                  <a:pt x="584739" y="0"/>
                  <a:pt x="705784" y="11172"/>
                  <a:pt x="787720" y="31656"/>
                </a:cubicBezTo>
                <a:cubicBezTo>
                  <a:pt x="838000" y="42829"/>
                  <a:pt x="864076" y="72625"/>
                  <a:pt x="873388" y="117324"/>
                </a:cubicBezTo>
                <a:cubicBezTo>
                  <a:pt x="892012" y="195530"/>
                  <a:pt x="905044" y="320305"/>
                  <a:pt x="905044" y="452523"/>
                </a:cubicBezTo>
                <a:cubicBezTo>
                  <a:pt x="905044" y="584739"/>
                  <a:pt x="892012" y="709514"/>
                  <a:pt x="873388" y="787720"/>
                </a:cubicBezTo>
                <a:cubicBezTo>
                  <a:pt x="864076" y="832409"/>
                  <a:pt x="838000" y="862205"/>
                  <a:pt x="787720" y="873388"/>
                </a:cubicBezTo>
                <a:cubicBezTo>
                  <a:pt x="705784" y="893872"/>
                  <a:pt x="584739" y="905044"/>
                  <a:pt x="452522" y="905044"/>
                </a:cubicBezTo>
                <a:cubicBezTo>
                  <a:pt x="320305" y="905044"/>
                  <a:pt x="199260" y="893872"/>
                  <a:pt x="117324" y="873388"/>
                </a:cubicBezTo>
                <a:cubicBezTo>
                  <a:pt x="67044" y="862215"/>
                  <a:pt x="40969" y="832419"/>
                  <a:pt x="31656" y="787720"/>
                </a:cubicBezTo>
                <a:cubicBezTo>
                  <a:pt x="13032" y="709514"/>
                  <a:pt x="0" y="584739"/>
                  <a:pt x="0" y="452523"/>
                </a:cubicBezTo>
                <a:cubicBezTo>
                  <a:pt x="0" y="320305"/>
                  <a:pt x="13032" y="195530"/>
                  <a:pt x="31656" y="117324"/>
                </a:cubicBezTo>
                <a:cubicBezTo>
                  <a:pt x="40969" y="72635"/>
                  <a:pt x="67044" y="42839"/>
                  <a:pt x="117324" y="31656"/>
                </a:cubicBezTo>
                <a:cubicBezTo>
                  <a:pt x="199260" y="11172"/>
                  <a:pt x="320305" y="0"/>
                  <a:pt x="45252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Espaço Reservado para Texto 19">
            <a:extLst>
              <a:ext uri="{FF2B5EF4-FFF2-40B4-BE49-F238E27FC236}">
                <a16:creationId xmlns:a16="http://schemas.microsoft.com/office/drawing/2014/main" id="{FAD7CF5F-31C1-1AB6-BA95-94E4860B831F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52405" y="5813095"/>
            <a:ext cx="1624264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pt-BR" sz="1800">
                <a:solidFill>
                  <a:schemeClr val="bg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228600" lvl="0" indent="-228600">
              <a:lnSpc>
                <a:spcPct val="85000"/>
              </a:lnSpc>
              <a:spcBef>
                <a:spcPts val="0"/>
              </a:spcBef>
            </a:pPr>
            <a:r>
              <a:rPr lang="pt-BR"/>
              <a:t>00/00/2026</a:t>
            </a:r>
          </a:p>
        </p:txBody>
      </p:sp>
      <p:sp>
        <p:nvSpPr>
          <p:cNvPr id="13" name="Espaço Reservado para Texto 19">
            <a:extLst>
              <a:ext uri="{FF2B5EF4-FFF2-40B4-BE49-F238E27FC236}">
                <a16:creationId xmlns:a16="http://schemas.microsoft.com/office/drawing/2014/main" id="{47BCB0EB-67AC-E41B-4536-3014DD6C3FE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52405" y="5283845"/>
            <a:ext cx="4078216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pt-BR" sz="2800">
                <a:solidFill>
                  <a:schemeClr val="bg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228600" lvl="0" indent="-228600">
              <a:lnSpc>
                <a:spcPct val="85000"/>
              </a:lnSpc>
              <a:spcBef>
                <a:spcPts val="0"/>
              </a:spcBef>
            </a:pPr>
            <a:r>
              <a:rPr lang="pt-BR"/>
              <a:t>Subtítulo da apresentação </a:t>
            </a:r>
          </a:p>
        </p:txBody>
      </p:sp>
      <p:sp>
        <p:nvSpPr>
          <p:cNvPr id="44" name="Forma Livre: Forma 43">
            <a:extLst>
              <a:ext uri="{FF2B5EF4-FFF2-40B4-BE49-F238E27FC236}">
                <a16:creationId xmlns:a16="http://schemas.microsoft.com/office/drawing/2014/main" id="{2B00C027-B459-460E-56F8-8681983CF74F}"/>
              </a:ext>
            </a:extLst>
          </p:cNvPr>
          <p:cNvSpPr/>
          <p:nvPr/>
        </p:nvSpPr>
        <p:spPr>
          <a:xfrm flipH="1">
            <a:off x="7127495" y="958086"/>
            <a:ext cx="4331461" cy="4942077"/>
          </a:xfrm>
          <a:custGeom>
            <a:avLst/>
            <a:gdLst>
              <a:gd name="connsiteX0" fmla="*/ 4295521 w 4331461"/>
              <a:gd name="connsiteY0" fmla="*/ 4744465 h 4942077"/>
              <a:gd name="connsiteX1" fmla="*/ 2470912 w 4331461"/>
              <a:gd name="connsiteY1" fmla="*/ 4916677 h 4942077"/>
              <a:gd name="connsiteX2" fmla="*/ 646303 w 4331461"/>
              <a:gd name="connsiteY2" fmla="*/ 4744465 h 4942077"/>
              <a:gd name="connsiteX3" fmla="*/ 645541 w 4331461"/>
              <a:gd name="connsiteY3" fmla="*/ 4744339 h 4942077"/>
              <a:gd name="connsiteX4" fmla="*/ 197485 w 4331461"/>
              <a:gd name="connsiteY4" fmla="*/ 4296028 h 4942077"/>
              <a:gd name="connsiteX5" fmla="*/ 197358 w 4331461"/>
              <a:gd name="connsiteY5" fmla="*/ 4295394 h 4942077"/>
              <a:gd name="connsiteX6" fmla="*/ 25273 w 4331461"/>
              <a:gd name="connsiteY6" fmla="*/ 2471039 h 4942077"/>
              <a:gd name="connsiteX7" fmla="*/ 197358 w 4331461"/>
              <a:gd name="connsiteY7" fmla="*/ 646684 h 4942077"/>
              <a:gd name="connsiteX8" fmla="*/ 197485 w 4331461"/>
              <a:gd name="connsiteY8" fmla="*/ 646049 h 4942077"/>
              <a:gd name="connsiteX9" fmla="*/ 645541 w 4331461"/>
              <a:gd name="connsiteY9" fmla="*/ 197739 h 4942077"/>
              <a:gd name="connsiteX10" fmla="*/ 646303 w 4331461"/>
              <a:gd name="connsiteY10" fmla="*/ 197612 h 4942077"/>
              <a:gd name="connsiteX11" fmla="*/ 2470912 w 4331461"/>
              <a:gd name="connsiteY11" fmla="*/ 25400 h 4942077"/>
              <a:gd name="connsiteX12" fmla="*/ 4295521 w 4331461"/>
              <a:gd name="connsiteY12" fmla="*/ 197612 h 4942077"/>
              <a:gd name="connsiteX13" fmla="*/ 4296283 w 4331461"/>
              <a:gd name="connsiteY13" fmla="*/ 197739 h 4942077"/>
              <a:gd name="connsiteX14" fmla="*/ 4331462 w 4331461"/>
              <a:gd name="connsiteY14" fmla="*/ 206121 h 4942077"/>
              <a:gd name="connsiteX15" fmla="*/ 4324604 w 4331461"/>
              <a:gd name="connsiteY15" fmla="*/ 178054 h 4942077"/>
              <a:gd name="connsiteX16" fmla="*/ 4301490 w 4331461"/>
              <a:gd name="connsiteY16" fmla="*/ 172847 h 4942077"/>
              <a:gd name="connsiteX17" fmla="*/ 2471039 w 4331461"/>
              <a:gd name="connsiteY17" fmla="*/ 0 h 4942077"/>
              <a:gd name="connsiteX18" fmla="*/ 640588 w 4331461"/>
              <a:gd name="connsiteY18" fmla="*/ 172847 h 4942077"/>
              <a:gd name="connsiteX19" fmla="*/ 172847 w 4331461"/>
              <a:gd name="connsiteY19" fmla="*/ 640588 h 4942077"/>
              <a:gd name="connsiteX20" fmla="*/ 0 w 4331461"/>
              <a:gd name="connsiteY20" fmla="*/ 2471039 h 4942077"/>
              <a:gd name="connsiteX21" fmla="*/ 172847 w 4331461"/>
              <a:gd name="connsiteY21" fmla="*/ 4301490 h 4942077"/>
              <a:gd name="connsiteX22" fmla="*/ 640588 w 4331461"/>
              <a:gd name="connsiteY22" fmla="*/ 4769231 h 4942077"/>
              <a:gd name="connsiteX23" fmla="*/ 2471039 w 4331461"/>
              <a:gd name="connsiteY23" fmla="*/ 4942077 h 4942077"/>
              <a:gd name="connsiteX24" fmla="*/ 4301490 w 4331461"/>
              <a:gd name="connsiteY24" fmla="*/ 4769231 h 4942077"/>
              <a:gd name="connsiteX25" fmla="*/ 4324604 w 4331461"/>
              <a:gd name="connsiteY25" fmla="*/ 4764023 h 4942077"/>
              <a:gd name="connsiteX26" fmla="*/ 4331462 w 4331461"/>
              <a:gd name="connsiteY26" fmla="*/ 4735957 h 4942077"/>
              <a:gd name="connsiteX27" fmla="*/ 4296283 w 4331461"/>
              <a:gd name="connsiteY27" fmla="*/ 4744339 h 4942077"/>
              <a:gd name="connsiteX28" fmla="*/ 4295521 w 4331461"/>
              <a:gd name="connsiteY28" fmla="*/ 4744465 h 4942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331461" h="4942077">
                <a:moveTo>
                  <a:pt x="4295521" y="4744465"/>
                </a:moveTo>
                <a:cubicBezTo>
                  <a:pt x="3849624" y="4850638"/>
                  <a:pt x="3150489" y="4916677"/>
                  <a:pt x="2470912" y="4916677"/>
                </a:cubicBezTo>
                <a:cubicBezTo>
                  <a:pt x="1791335" y="4916677"/>
                  <a:pt x="1092200" y="4850765"/>
                  <a:pt x="646303" y="4744465"/>
                </a:cubicBezTo>
                <a:cubicBezTo>
                  <a:pt x="646049" y="4744465"/>
                  <a:pt x="645795" y="4744465"/>
                  <a:pt x="645541" y="4744339"/>
                </a:cubicBezTo>
                <a:cubicBezTo>
                  <a:pt x="399669" y="4693031"/>
                  <a:pt x="253111" y="4546472"/>
                  <a:pt x="197485" y="4296028"/>
                </a:cubicBezTo>
                <a:cubicBezTo>
                  <a:pt x="197485" y="4295775"/>
                  <a:pt x="197485" y="4295647"/>
                  <a:pt x="197358" y="4295394"/>
                </a:cubicBezTo>
                <a:cubicBezTo>
                  <a:pt x="86360" y="3851528"/>
                  <a:pt x="25273" y="3203575"/>
                  <a:pt x="25273" y="2471039"/>
                </a:cubicBezTo>
                <a:cubicBezTo>
                  <a:pt x="25273" y="1738503"/>
                  <a:pt x="86360" y="1090549"/>
                  <a:pt x="197358" y="646684"/>
                </a:cubicBezTo>
                <a:cubicBezTo>
                  <a:pt x="197358" y="646430"/>
                  <a:pt x="197358" y="646303"/>
                  <a:pt x="197485" y="646049"/>
                </a:cubicBezTo>
                <a:cubicBezTo>
                  <a:pt x="253111" y="395605"/>
                  <a:pt x="399669" y="248920"/>
                  <a:pt x="645541" y="197739"/>
                </a:cubicBezTo>
                <a:cubicBezTo>
                  <a:pt x="645795" y="197739"/>
                  <a:pt x="646049" y="197739"/>
                  <a:pt x="646303" y="197612"/>
                </a:cubicBezTo>
                <a:cubicBezTo>
                  <a:pt x="1092200" y="91440"/>
                  <a:pt x="1791335" y="25400"/>
                  <a:pt x="2470912" y="25400"/>
                </a:cubicBezTo>
                <a:cubicBezTo>
                  <a:pt x="3150489" y="25400"/>
                  <a:pt x="3849624" y="91313"/>
                  <a:pt x="4295521" y="197612"/>
                </a:cubicBezTo>
                <a:cubicBezTo>
                  <a:pt x="4295775" y="197612"/>
                  <a:pt x="4296029" y="197612"/>
                  <a:pt x="4296283" y="197739"/>
                </a:cubicBezTo>
                <a:cubicBezTo>
                  <a:pt x="4308348" y="200279"/>
                  <a:pt x="4319905" y="203200"/>
                  <a:pt x="4331462" y="206121"/>
                </a:cubicBezTo>
                <a:cubicBezTo>
                  <a:pt x="4329303" y="196596"/>
                  <a:pt x="4327017" y="187198"/>
                  <a:pt x="4324604" y="178054"/>
                </a:cubicBezTo>
                <a:cubicBezTo>
                  <a:pt x="4316984" y="176276"/>
                  <a:pt x="4309237" y="174498"/>
                  <a:pt x="4301490" y="172847"/>
                </a:cubicBezTo>
                <a:cubicBezTo>
                  <a:pt x="3874262" y="71120"/>
                  <a:pt x="3193034" y="0"/>
                  <a:pt x="2471039" y="0"/>
                </a:cubicBezTo>
                <a:cubicBezTo>
                  <a:pt x="1749044" y="0"/>
                  <a:pt x="1067689" y="71120"/>
                  <a:pt x="640588" y="172847"/>
                </a:cubicBezTo>
                <a:cubicBezTo>
                  <a:pt x="396621" y="223774"/>
                  <a:pt x="233934" y="366014"/>
                  <a:pt x="172847" y="640588"/>
                </a:cubicBezTo>
                <a:cubicBezTo>
                  <a:pt x="60960" y="1088009"/>
                  <a:pt x="0" y="1749044"/>
                  <a:pt x="0" y="2471039"/>
                </a:cubicBezTo>
                <a:cubicBezTo>
                  <a:pt x="0" y="3193033"/>
                  <a:pt x="60960" y="3854069"/>
                  <a:pt x="172847" y="4301490"/>
                </a:cubicBezTo>
                <a:cubicBezTo>
                  <a:pt x="233807" y="4576064"/>
                  <a:pt x="396621" y="4718303"/>
                  <a:pt x="640588" y="4769231"/>
                </a:cubicBezTo>
                <a:cubicBezTo>
                  <a:pt x="1067816" y="4870958"/>
                  <a:pt x="1749044" y="4942077"/>
                  <a:pt x="2471039" y="4942077"/>
                </a:cubicBezTo>
                <a:cubicBezTo>
                  <a:pt x="3193034" y="4942077"/>
                  <a:pt x="3874389" y="4870958"/>
                  <a:pt x="4301490" y="4769231"/>
                </a:cubicBezTo>
                <a:cubicBezTo>
                  <a:pt x="4309237" y="4767579"/>
                  <a:pt x="4316984" y="4765928"/>
                  <a:pt x="4324604" y="4764023"/>
                </a:cubicBezTo>
                <a:cubicBezTo>
                  <a:pt x="4327017" y="4754752"/>
                  <a:pt x="4329303" y="4745354"/>
                  <a:pt x="4331462" y="4735957"/>
                </a:cubicBezTo>
                <a:cubicBezTo>
                  <a:pt x="4319905" y="4738877"/>
                  <a:pt x="4308348" y="4741798"/>
                  <a:pt x="4296283" y="4744339"/>
                </a:cubicBezTo>
                <a:cubicBezTo>
                  <a:pt x="4296029" y="4744339"/>
                  <a:pt x="4295775" y="4744339"/>
                  <a:pt x="4295521" y="4744465"/>
                </a:cubicBezTo>
                <a:close/>
              </a:path>
            </a:pathLst>
          </a:custGeom>
          <a:solidFill>
            <a:schemeClr val="accent6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5" name="Forma Livre: Forma 44">
            <a:extLst>
              <a:ext uri="{FF2B5EF4-FFF2-40B4-BE49-F238E27FC236}">
                <a16:creationId xmlns:a16="http://schemas.microsoft.com/office/drawing/2014/main" id="{46821465-FC52-4EC5-1FA5-1701237FDA8B}"/>
              </a:ext>
            </a:extLst>
          </p:cNvPr>
          <p:cNvSpPr/>
          <p:nvPr/>
        </p:nvSpPr>
        <p:spPr>
          <a:xfrm flipH="1">
            <a:off x="6519386" y="1143252"/>
            <a:ext cx="589407" cy="4571491"/>
          </a:xfrm>
          <a:custGeom>
            <a:avLst/>
            <a:gdLst>
              <a:gd name="connsiteX0" fmla="*/ 416560 w 589407"/>
              <a:gd name="connsiteY0" fmla="*/ 455295 h 4571491"/>
              <a:gd name="connsiteX1" fmla="*/ 0 w 589407"/>
              <a:gd name="connsiteY1" fmla="*/ 0 h 4571491"/>
              <a:gd name="connsiteX2" fmla="*/ 5842 w 589407"/>
              <a:gd name="connsiteY2" fmla="*/ 24511 h 4571491"/>
              <a:gd name="connsiteX3" fmla="*/ 6858 w 589407"/>
              <a:gd name="connsiteY3" fmla="*/ 28702 h 4571491"/>
              <a:gd name="connsiteX4" fmla="*/ 391795 w 589407"/>
              <a:gd name="connsiteY4" fmla="*/ 460756 h 4571491"/>
              <a:gd name="connsiteX5" fmla="*/ 391922 w 589407"/>
              <a:gd name="connsiteY5" fmla="*/ 461391 h 4571491"/>
              <a:gd name="connsiteX6" fmla="*/ 564007 w 589407"/>
              <a:gd name="connsiteY6" fmla="*/ 2285746 h 4571491"/>
              <a:gd name="connsiteX7" fmla="*/ 391922 w 589407"/>
              <a:gd name="connsiteY7" fmla="*/ 4110100 h 4571491"/>
              <a:gd name="connsiteX8" fmla="*/ 391795 w 589407"/>
              <a:gd name="connsiteY8" fmla="*/ 4110736 h 4571491"/>
              <a:gd name="connsiteX9" fmla="*/ 6858 w 589407"/>
              <a:gd name="connsiteY9" fmla="*/ 4542790 h 4571491"/>
              <a:gd name="connsiteX10" fmla="*/ 5842 w 589407"/>
              <a:gd name="connsiteY10" fmla="*/ 4546980 h 4571491"/>
              <a:gd name="connsiteX11" fmla="*/ 0 w 589407"/>
              <a:gd name="connsiteY11" fmla="*/ 4571492 h 4571491"/>
              <a:gd name="connsiteX12" fmla="*/ 416560 w 589407"/>
              <a:gd name="connsiteY12" fmla="*/ 4116197 h 4571491"/>
              <a:gd name="connsiteX13" fmla="*/ 589407 w 589407"/>
              <a:gd name="connsiteY13" fmla="*/ 2285746 h 4571491"/>
              <a:gd name="connsiteX14" fmla="*/ 416560 w 589407"/>
              <a:gd name="connsiteY14" fmla="*/ 455295 h 4571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89407" h="4571491">
                <a:moveTo>
                  <a:pt x="416560" y="455295"/>
                </a:moveTo>
                <a:cubicBezTo>
                  <a:pt x="359918" y="200406"/>
                  <a:pt x="215646" y="59563"/>
                  <a:pt x="0" y="0"/>
                </a:cubicBezTo>
                <a:cubicBezTo>
                  <a:pt x="2032" y="8128"/>
                  <a:pt x="3937" y="16256"/>
                  <a:pt x="5842" y="24511"/>
                </a:cubicBezTo>
                <a:cubicBezTo>
                  <a:pt x="6223" y="25908"/>
                  <a:pt x="6477" y="27305"/>
                  <a:pt x="6858" y="28702"/>
                </a:cubicBezTo>
                <a:cubicBezTo>
                  <a:pt x="214757" y="90932"/>
                  <a:pt x="341122" y="232664"/>
                  <a:pt x="391795" y="460756"/>
                </a:cubicBezTo>
                <a:cubicBezTo>
                  <a:pt x="391795" y="461010"/>
                  <a:pt x="391795" y="461137"/>
                  <a:pt x="391922" y="461391"/>
                </a:cubicBezTo>
                <a:cubicBezTo>
                  <a:pt x="502920" y="905256"/>
                  <a:pt x="564007" y="1553210"/>
                  <a:pt x="564007" y="2285746"/>
                </a:cubicBezTo>
                <a:cubicBezTo>
                  <a:pt x="564007" y="3018282"/>
                  <a:pt x="502920" y="3666236"/>
                  <a:pt x="391922" y="4110100"/>
                </a:cubicBezTo>
                <a:cubicBezTo>
                  <a:pt x="391922" y="4110355"/>
                  <a:pt x="391922" y="4110481"/>
                  <a:pt x="391795" y="4110736"/>
                </a:cubicBezTo>
                <a:cubicBezTo>
                  <a:pt x="341122" y="4338828"/>
                  <a:pt x="214757" y="4480560"/>
                  <a:pt x="6858" y="4542790"/>
                </a:cubicBezTo>
                <a:cubicBezTo>
                  <a:pt x="6477" y="4544186"/>
                  <a:pt x="6223" y="4545584"/>
                  <a:pt x="5842" y="4546980"/>
                </a:cubicBezTo>
                <a:cubicBezTo>
                  <a:pt x="3937" y="4555236"/>
                  <a:pt x="2032" y="4563364"/>
                  <a:pt x="0" y="4571492"/>
                </a:cubicBezTo>
                <a:cubicBezTo>
                  <a:pt x="215519" y="4511929"/>
                  <a:pt x="359918" y="4371086"/>
                  <a:pt x="416560" y="4116197"/>
                </a:cubicBezTo>
                <a:cubicBezTo>
                  <a:pt x="528447" y="3668776"/>
                  <a:pt x="589407" y="3007741"/>
                  <a:pt x="589407" y="2285746"/>
                </a:cubicBezTo>
                <a:cubicBezTo>
                  <a:pt x="589407" y="1563751"/>
                  <a:pt x="528447" y="902716"/>
                  <a:pt x="416560" y="455295"/>
                </a:cubicBezTo>
                <a:close/>
              </a:path>
            </a:pathLst>
          </a:custGeom>
          <a:solidFill>
            <a:schemeClr val="accent3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CF38BCD5-7C9B-B682-2B0D-A05F7AD18C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3086"/>
          <a:stretch>
            <a:fillRect/>
          </a:stretch>
        </p:blipFill>
        <p:spPr>
          <a:xfrm>
            <a:off x="6887084" y="381000"/>
            <a:ext cx="5304916" cy="6103622"/>
          </a:xfrm>
          <a:prstGeom prst="rect">
            <a:avLst/>
          </a:prstGeom>
        </p:spPr>
      </p:pic>
      <p:sp>
        <p:nvSpPr>
          <p:cNvPr id="2" name="Espaço Reservado para Texto 19">
            <a:extLst>
              <a:ext uri="{FF2B5EF4-FFF2-40B4-BE49-F238E27FC236}">
                <a16:creationId xmlns:a16="http://schemas.microsoft.com/office/drawing/2014/main" id="{B68BEEE9-E43A-FCAB-4AA3-0D5ED24A697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52404" y="4233847"/>
            <a:ext cx="4595871" cy="102220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Exemplo de título da apresentação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FA1BA3CF-E552-FB0E-6976-B8CAEFEDE50E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13516DD0-C8B0-18B7-922A-0E625035D6ED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8DCA8D40-B7FC-35E0-1402-2CC7C078A217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3CBC24A8-D5B7-41E3-BB70-39ED7928CE22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EFA6DC73-1B40-AE92-A4A2-BB12895FE096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B7421EF9-F128-F497-682E-958A3C0B9C56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FF6C0CBA-D0E7-430C-F913-653B29AD0746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406119E9-D84C-964C-564D-DBAE082EC12B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F794B8D5-19E1-C678-F53A-C94D9F6E8540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21C27C52-49CF-F0DD-4B64-8505B6763511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FBCB58F1-0B5A-78F0-B47F-5983E5B75828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908397A9-9F2D-13C7-DC14-8199D045AB17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9391DF45-BE22-AC3E-FA4F-E22E0C9A5A9D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44D8238-4188-AFA5-D11E-EE4E3BC4A441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1D0F3BFB-8758-F57B-D1C2-415DF45CFF2F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162A0CC0-7956-27AF-9DCF-0CB25DF7FAD8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E413BC31-10C0-6604-B154-D5D5CD242ADA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65C37196-C359-A517-4AC9-C447120C4F40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3F26E314-FC95-9887-35F8-A5929F0171CE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2F8E088F-01C9-4079-A035-2A7590DEF05B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67EDEBDC-F46A-E6BE-3468-E65C4DFD9BB8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FFCA6D39-F493-6202-CF4F-4493E2C06D92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A81806C2-371C-2203-1BBB-9D13F475FCD6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E6599350-0C66-2943-FF37-BF152C8FA021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211BF515-D471-8D21-A4EB-2572A111C34D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2" name="Retângulo: Cantos Arredondados 31">
              <a:extLst>
                <a:ext uri="{FF2B5EF4-FFF2-40B4-BE49-F238E27FC236}">
                  <a16:creationId xmlns:a16="http://schemas.microsoft.com/office/drawing/2014/main" id="{AA026086-630F-1B8B-3619-0213D0D3ADA6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5024D735-5C10-4A48-5B19-371BE5888871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8407440D-C73E-9D04-BA4D-08E5A49FEDBD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1117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apa 2 fundo clar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E7241CBB-B8D0-953E-6133-64B41323BE88}"/>
              </a:ext>
            </a:extLst>
          </p:cNvPr>
          <p:cNvSpPr/>
          <p:nvPr userDrawn="1"/>
        </p:nvSpPr>
        <p:spPr>
          <a:xfrm>
            <a:off x="11408229" y="4579257"/>
            <a:ext cx="783771" cy="22787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484223A4-F29E-E7E9-7588-53A93C6DE5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45506" r="24499" b="20077"/>
          <a:stretch>
            <a:fillRect/>
          </a:stretch>
        </p:blipFill>
        <p:spPr>
          <a:xfrm>
            <a:off x="2497892" y="0"/>
            <a:ext cx="9694108" cy="6858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79A8AC9-A611-6898-C7EF-53B7778B57E6}"/>
              </a:ext>
            </a:extLst>
          </p:cNvPr>
          <p:cNvSpPr txBox="1">
            <a:spLocks/>
          </p:cNvSpPr>
          <p:nvPr userDrawn="1"/>
        </p:nvSpPr>
        <p:spPr>
          <a:xfrm>
            <a:off x="729590" y="1030513"/>
            <a:ext cx="482538" cy="482538"/>
          </a:xfrm>
          <a:custGeom>
            <a:avLst/>
            <a:gdLst>
              <a:gd name="connsiteX0" fmla="*/ 489439 w 905044"/>
              <a:gd name="connsiteY0" fmla="*/ 629348 h 905044"/>
              <a:gd name="connsiteX1" fmla="*/ 506042 w 905044"/>
              <a:gd name="connsiteY1" fmla="*/ 630233 h 905044"/>
              <a:gd name="connsiteX2" fmla="*/ 506042 w 905044"/>
              <a:gd name="connsiteY2" fmla="*/ 648133 h 905044"/>
              <a:gd name="connsiteX3" fmla="*/ 466723 w 905044"/>
              <a:gd name="connsiteY3" fmla="*/ 688759 h 905044"/>
              <a:gd name="connsiteX4" fmla="*/ 433528 w 905044"/>
              <a:gd name="connsiteY4" fmla="*/ 661235 h 905044"/>
              <a:gd name="connsiteX5" fmla="*/ 489439 w 905044"/>
              <a:gd name="connsiteY5" fmla="*/ 629348 h 905044"/>
              <a:gd name="connsiteX6" fmla="*/ 602138 w 905044"/>
              <a:gd name="connsiteY6" fmla="*/ 503989 h 905044"/>
              <a:gd name="connsiteX7" fmla="*/ 602138 w 905044"/>
              <a:gd name="connsiteY7" fmla="*/ 651190 h 905044"/>
              <a:gd name="connsiteX8" fmla="*/ 678574 w 905044"/>
              <a:gd name="connsiteY8" fmla="*/ 736364 h 905044"/>
              <a:gd name="connsiteX9" fmla="*/ 739725 w 905044"/>
              <a:gd name="connsiteY9" fmla="*/ 706226 h 905044"/>
              <a:gd name="connsiteX10" fmla="*/ 740600 w 905044"/>
              <a:gd name="connsiteY10" fmla="*/ 730682 h 905044"/>
              <a:gd name="connsiteX11" fmla="*/ 804375 w 905044"/>
              <a:gd name="connsiteY11" fmla="*/ 730682 h 905044"/>
              <a:gd name="connsiteX12" fmla="*/ 804375 w 905044"/>
              <a:gd name="connsiteY12" fmla="*/ 503989 h 905044"/>
              <a:gd name="connsiteX13" fmla="*/ 737985 w 905044"/>
              <a:gd name="connsiteY13" fmla="*/ 503989 h 905044"/>
              <a:gd name="connsiteX14" fmla="*/ 737985 w 905044"/>
              <a:gd name="connsiteY14" fmla="*/ 637644 h 905044"/>
              <a:gd name="connsiteX15" fmla="*/ 702165 w 905044"/>
              <a:gd name="connsiteY15" fmla="*/ 682635 h 905044"/>
              <a:gd name="connsiteX16" fmla="*/ 668528 w 905044"/>
              <a:gd name="connsiteY16" fmla="*/ 640268 h 905044"/>
              <a:gd name="connsiteX17" fmla="*/ 668528 w 905044"/>
              <a:gd name="connsiteY17" fmla="*/ 503989 h 905044"/>
              <a:gd name="connsiteX18" fmla="*/ 99385 w 905044"/>
              <a:gd name="connsiteY18" fmla="*/ 503989 h 905044"/>
              <a:gd name="connsiteX19" fmla="*/ 99385 w 905044"/>
              <a:gd name="connsiteY19" fmla="*/ 730682 h 905044"/>
              <a:gd name="connsiteX20" fmla="*/ 165775 w 905044"/>
              <a:gd name="connsiteY20" fmla="*/ 730682 h 905044"/>
              <a:gd name="connsiteX21" fmla="*/ 165775 w 905044"/>
              <a:gd name="connsiteY21" fmla="*/ 503989 h 905044"/>
              <a:gd name="connsiteX22" fmla="*/ 468483 w 905044"/>
              <a:gd name="connsiteY22" fmla="*/ 498307 h 905044"/>
              <a:gd name="connsiteX23" fmla="*/ 381126 w 905044"/>
              <a:gd name="connsiteY23" fmla="*/ 513592 h 905044"/>
              <a:gd name="connsiteX24" fmla="*/ 381126 w 905044"/>
              <a:gd name="connsiteY24" fmla="*/ 566890 h 905044"/>
              <a:gd name="connsiteX25" fmla="*/ 458004 w 905044"/>
              <a:gd name="connsiteY25" fmla="*/ 550720 h 905044"/>
              <a:gd name="connsiteX26" fmla="*/ 505619 w 905044"/>
              <a:gd name="connsiteY26" fmla="*/ 589164 h 905044"/>
              <a:gd name="connsiteX27" fmla="*/ 483336 w 905044"/>
              <a:gd name="connsiteY27" fmla="*/ 588289 h 905044"/>
              <a:gd name="connsiteX28" fmla="*/ 369330 w 905044"/>
              <a:gd name="connsiteY28" fmla="*/ 666475 h 905044"/>
              <a:gd name="connsiteX29" fmla="*/ 447073 w 905044"/>
              <a:gd name="connsiteY29" fmla="*/ 736364 h 905044"/>
              <a:gd name="connsiteX30" fmla="*/ 506485 w 905044"/>
              <a:gd name="connsiteY30" fmla="*/ 707101 h 905044"/>
              <a:gd name="connsiteX31" fmla="*/ 507359 w 905044"/>
              <a:gd name="connsiteY31" fmla="*/ 730682 h 905044"/>
              <a:gd name="connsiteX32" fmla="*/ 569385 w 905044"/>
              <a:gd name="connsiteY32" fmla="*/ 730682 h 905044"/>
              <a:gd name="connsiteX33" fmla="*/ 569385 w 905044"/>
              <a:gd name="connsiteY33" fmla="*/ 597460 h 905044"/>
              <a:gd name="connsiteX34" fmla="*/ 468483 w 905044"/>
              <a:gd name="connsiteY34" fmla="*/ 498307 h 905044"/>
              <a:gd name="connsiteX35" fmla="*/ 290692 w 905044"/>
              <a:gd name="connsiteY35" fmla="*/ 435407 h 905044"/>
              <a:gd name="connsiteX36" fmla="*/ 224292 w 905044"/>
              <a:gd name="connsiteY36" fmla="*/ 447192 h 905044"/>
              <a:gd name="connsiteX37" fmla="*/ 224292 w 905044"/>
              <a:gd name="connsiteY37" fmla="*/ 503989 h 905044"/>
              <a:gd name="connsiteX38" fmla="*/ 191107 w 905044"/>
              <a:gd name="connsiteY38" fmla="*/ 503989 h 905044"/>
              <a:gd name="connsiteX39" fmla="*/ 191107 w 905044"/>
              <a:gd name="connsiteY39" fmla="*/ 555526 h 905044"/>
              <a:gd name="connsiteX40" fmla="*/ 224302 w 905044"/>
              <a:gd name="connsiteY40" fmla="*/ 555526 h 905044"/>
              <a:gd name="connsiteX41" fmla="*/ 224302 w 905044"/>
              <a:gd name="connsiteY41" fmla="*/ 652497 h 905044"/>
              <a:gd name="connsiteX42" fmla="*/ 304237 w 905044"/>
              <a:gd name="connsiteY42" fmla="*/ 735057 h 905044"/>
              <a:gd name="connsiteX43" fmla="*/ 345296 w 905044"/>
              <a:gd name="connsiteY43" fmla="*/ 730682 h 905044"/>
              <a:gd name="connsiteX44" fmla="*/ 345296 w 905044"/>
              <a:gd name="connsiteY44" fmla="*/ 680020 h 905044"/>
              <a:gd name="connsiteX45" fmla="*/ 321704 w 905044"/>
              <a:gd name="connsiteY45" fmla="*/ 682635 h 905044"/>
              <a:gd name="connsiteX46" fmla="*/ 290692 w 905044"/>
              <a:gd name="connsiteY46" fmla="*/ 648122 h 905044"/>
              <a:gd name="connsiteX47" fmla="*/ 290692 w 905044"/>
              <a:gd name="connsiteY47" fmla="*/ 555526 h 905044"/>
              <a:gd name="connsiteX48" fmla="*/ 348343 w 905044"/>
              <a:gd name="connsiteY48" fmla="*/ 555526 h 905044"/>
              <a:gd name="connsiteX49" fmla="*/ 348343 w 905044"/>
              <a:gd name="connsiteY49" fmla="*/ 503989 h 905044"/>
              <a:gd name="connsiteX50" fmla="*/ 290692 w 905044"/>
              <a:gd name="connsiteY50" fmla="*/ 503989 h 905044"/>
              <a:gd name="connsiteX51" fmla="*/ 761999 w 905044"/>
              <a:gd name="connsiteY51" fmla="*/ 415758 h 905044"/>
              <a:gd name="connsiteX52" fmla="*/ 651493 w 905044"/>
              <a:gd name="connsiteY52" fmla="*/ 435417 h 905044"/>
              <a:gd name="connsiteX53" fmla="*/ 651493 w 905044"/>
              <a:gd name="connsiteY53" fmla="*/ 473419 h 905044"/>
              <a:gd name="connsiteX54" fmla="*/ 761999 w 905044"/>
              <a:gd name="connsiteY54" fmla="*/ 473419 h 905044"/>
              <a:gd name="connsiteX55" fmla="*/ 761999 w 905044"/>
              <a:gd name="connsiteY55" fmla="*/ 473409 h 905044"/>
              <a:gd name="connsiteX56" fmla="*/ 132580 w 905044"/>
              <a:gd name="connsiteY56" fmla="*/ 404394 h 905044"/>
              <a:gd name="connsiteX57" fmla="*/ 93271 w 905044"/>
              <a:gd name="connsiteY57" fmla="*/ 442396 h 905044"/>
              <a:gd name="connsiteX58" fmla="*/ 132580 w 905044"/>
              <a:gd name="connsiteY58" fmla="*/ 480398 h 905044"/>
              <a:gd name="connsiteX59" fmla="*/ 171899 w 905044"/>
              <a:gd name="connsiteY59" fmla="*/ 442396 h 905044"/>
              <a:gd name="connsiteX60" fmla="*/ 132580 w 905044"/>
              <a:gd name="connsiteY60" fmla="*/ 404394 h 905044"/>
              <a:gd name="connsiteX61" fmla="*/ 452522 w 905044"/>
              <a:gd name="connsiteY61" fmla="*/ 0 h 905044"/>
              <a:gd name="connsiteX62" fmla="*/ 787720 w 905044"/>
              <a:gd name="connsiteY62" fmla="*/ 31656 h 905044"/>
              <a:gd name="connsiteX63" fmla="*/ 873388 w 905044"/>
              <a:gd name="connsiteY63" fmla="*/ 117324 h 905044"/>
              <a:gd name="connsiteX64" fmla="*/ 905044 w 905044"/>
              <a:gd name="connsiteY64" fmla="*/ 452523 h 905044"/>
              <a:gd name="connsiteX65" fmla="*/ 873388 w 905044"/>
              <a:gd name="connsiteY65" fmla="*/ 787720 h 905044"/>
              <a:gd name="connsiteX66" fmla="*/ 787720 w 905044"/>
              <a:gd name="connsiteY66" fmla="*/ 873388 h 905044"/>
              <a:gd name="connsiteX67" fmla="*/ 452522 w 905044"/>
              <a:gd name="connsiteY67" fmla="*/ 905044 h 905044"/>
              <a:gd name="connsiteX68" fmla="*/ 117324 w 905044"/>
              <a:gd name="connsiteY68" fmla="*/ 873388 h 905044"/>
              <a:gd name="connsiteX69" fmla="*/ 31656 w 905044"/>
              <a:gd name="connsiteY69" fmla="*/ 787720 h 905044"/>
              <a:gd name="connsiteX70" fmla="*/ 0 w 905044"/>
              <a:gd name="connsiteY70" fmla="*/ 452523 h 905044"/>
              <a:gd name="connsiteX71" fmla="*/ 31656 w 905044"/>
              <a:gd name="connsiteY71" fmla="*/ 117324 h 905044"/>
              <a:gd name="connsiteX72" fmla="*/ 117324 w 905044"/>
              <a:gd name="connsiteY72" fmla="*/ 31656 h 905044"/>
              <a:gd name="connsiteX73" fmla="*/ 452522 w 905044"/>
              <a:gd name="connsiteY73" fmla="*/ 0 h 90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905044" h="905044">
                <a:moveTo>
                  <a:pt x="489439" y="629348"/>
                </a:moveTo>
                <a:cubicBezTo>
                  <a:pt x="494679" y="629348"/>
                  <a:pt x="502985" y="629791"/>
                  <a:pt x="506042" y="630233"/>
                </a:cubicBezTo>
                <a:lnTo>
                  <a:pt x="506042" y="648133"/>
                </a:lnTo>
                <a:cubicBezTo>
                  <a:pt x="506042" y="672167"/>
                  <a:pt x="489872" y="688759"/>
                  <a:pt x="466723" y="688759"/>
                </a:cubicBezTo>
                <a:cubicBezTo>
                  <a:pt x="446189" y="688759"/>
                  <a:pt x="433528" y="679588"/>
                  <a:pt x="433528" y="661235"/>
                </a:cubicBezTo>
                <a:cubicBezTo>
                  <a:pt x="433528" y="640268"/>
                  <a:pt x="453630" y="629348"/>
                  <a:pt x="489439" y="629348"/>
                </a:cubicBezTo>
                <a:close/>
                <a:moveTo>
                  <a:pt x="602138" y="503989"/>
                </a:moveTo>
                <a:lnTo>
                  <a:pt x="602138" y="651190"/>
                </a:lnTo>
                <a:cubicBezTo>
                  <a:pt x="602148" y="703169"/>
                  <a:pt x="631844" y="736364"/>
                  <a:pt x="678574" y="736364"/>
                </a:cubicBezTo>
                <a:cubicBezTo>
                  <a:pt x="706097" y="736364"/>
                  <a:pt x="724882" y="726308"/>
                  <a:pt x="739725" y="706226"/>
                </a:cubicBezTo>
                <a:lnTo>
                  <a:pt x="740600" y="730682"/>
                </a:lnTo>
                <a:lnTo>
                  <a:pt x="804375" y="730682"/>
                </a:lnTo>
                <a:lnTo>
                  <a:pt x="804375" y="503989"/>
                </a:lnTo>
                <a:lnTo>
                  <a:pt x="737985" y="503989"/>
                </a:lnTo>
                <a:lnTo>
                  <a:pt x="737985" y="637644"/>
                </a:lnTo>
                <a:cubicBezTo>
                  <a:pt x="737985" y="665167"/>
                  <a:pt x="724439" y="682635"/>
                  <a:pt x="702165" y="682635"/>
                </a:cubicBezTo>
                <a:cubicBezTo>
                  <a:pt x="680324" y="682635"/>
                  <a:pt x="668528" y="667782"/>
                  <a:pt x="668528" y="640268"/>
                </a:cubicBezTo>
                <a:lnTo>
                  <a:pt x="668528" y="503989"/>
                </a:lnTo>
                <a:close/>
                <a:moveTo>
                  <a:pt x="99385" y="503989"/>
                </a:moveTo>
                <a:lnTo>
                  <a:pt x="99385" y="730682"/>
                </a:lnTo>
                <a:lnTo>
                  <a:pt x="165775" y="730682"/>
                </a:lnTo>
                <a:lnTo>
                  <a:pt x="165775" y="503989"/>
                </a:lnTo>
                <a:close/>
                <a:moveTo>
                  <a:pt x="468483" y="498307"/>
                </a:moveTo>
                <a:cubicBezTo>
                  <a:pt x="435298" y="498307"/>
                  <a:pt x="407775" y="503547"/>
                  <a:pt x="381126" y="513592"/>
                </a:cubicBezTo>
                <a:lnTo>
                  <a:pt x="381126" y="566890"/>
                </a:lnTo>
                <a:cubicBezTo>
                  <a:pt x="407332" y="556834"/>
                  <a:pt x="433538" y="550720"/>
                  <a:pt x="458004" y="550720"/>
                </a:cubicBezTo>
                <a:cubicBezTo>
                  <a:pt x="488575" y="550720"/>
                  <a:pt x="505619" y="564697"/>
                  <a:pt x="505619" y="589164"/>
                </a:cubicBezTo>
                <a:cubicBezTo>
                  <a:pt x="500381" y="588731"/>
                  <a:pt x="491642" y="588289"/>
                  <a:pt x="483336" y="588289"/>
                </a:cubicBezTo>
                <a:cubicBezTo>
                  <a:pt x="413446" y="588289"/>
                  <a:pt x="369330" y="617120"/>
                  <a:pt x="369330" y="666475"/>
                </a:cubicBezTo>
                <a:cubicBezTo>
                  <a:pt x="369320" y="709283"/>
                  <a:pt x="399458" y="736364"/>
                  <a:pt x="447073" y="736364"/>
                </a:cubicBezTo>
                <a:cubicBezTo>
                  <a:pt x="473722" y="736364"/>
                  <a:pt x="492939" y="725443"/>
                  <a:pt x="506485" y="707101"/>
                </a:cubicBezTo>
                <a:lnTo>
                  <a:pt x="507359" y="730682"/>
                </a:lnTo>
                <a:lnTo>
                  <a:pt x="569385" y="730682"/>
                </a:lnTo>
                <a:lnTo>
                  <a:pt x="569385" y="597460"/>
                </a:lnTo>
                <a:cubicBezTo>
                  <a:pt x="569385" y="532820"/>
                  <a:pt x="533133" y="498307"/>
                  <a:pt x="468483" y="498307"/>
                </a:cubicBezTo>
                <a:close/>
                <a:moveTo>
                  <a:pt x="290692" y="435407"/>
                </a:moveTo>
                <a:lnTo>
                  <a:pt x="224292" y="447192"/>
                </a:lnTo>
                <a:lnTo>
                  <a:pt x="224292" y="503989"/>
                </a:lnTo>
                <a:lnTo>
                  <a:pt x="191107" y="503989"/>
                </a:lnTo>
                <a:lnTo>
                  <a:pt x="191107" y="555526"/>
                </a:lnTo>
                <a:lnTo>
                  <a:pt x="224302" y="555526"/>
                </a:lnTo>
                <a:lnTo>
                  <a:pt x="224302" y="652497"/>
                </a:lnTo>
                <a:cubicBezTo>
                  <a:pt x="224302" y="707534"/>
                  <a:pt x="253142" y="735057"/>
                  <a:pt x="304237" y="735057"/>
                </a:cubicBezTo>
                <a:cubicBezTo>
                  <a:pt x="322589" y="735057"/>
                  <a:pt x="337875" y="732865"/>
                  <a:pt x="345296" y="730682"/>
                </a:cubicBezTo>
                <a:lnTo>
                  <a:pt x="345296" y="680020"/>
                </a:lnTo>
                <a:cubicBezTo>
                  <a:pt x="340489" y="681328"/>
                  <a:pt x="331751" y="682635"/>
                  <a:pt x="321704" y="682635"/>
                </a:cubicBezTo>
                <a:cubicBezTo>
                  <a:pt x="300305" y="682635"/>
                  <a:pt x="290692" y="672157"/>
                  <a:pt x="290692" y="648122"/>
                </a:cubicBezTo>
                <a:lnTo>
                  <a:pt x="290692" y="555526"/>
                </a:lnTo>
                <a:lnTo>
                  <a:pt x="348343" y="555526"/>
                </a:lnTo>
                <a:lnTo>
                  <a:pt x="348343" y="503989"/>
                </a:lnTo>
                <a:lnTo>
                  <a:pt x="290692" y="503989"/>
                </a:lnTo>
                <a:close/>
                <a:moveTo>
                  <a:pt x="761999" y="415758"/>
                </a:moveTo>
                <a:lnTo>
                  <a:pt x="651493" y="435417"/>
                </a:lnTo>
                <a:lnTo>
                  <a:pt x="651493" y="473419"/>
                </a:lnTo>
                <a:lnTo>
                  <a:pt x="761999" y="473419"/>
                </a:lnTo>
                <a:lnTo>
                  <a:pt x="761999" y="473409"/>
                </a:lnTo>
                <a:close/>
                <a:moveTo>
                  <a:pt x="132580" y="404394"/>
                </a:moveTo>
                <a:cubicBezTo>
                  <a:pt x="109431" y="404394"/>
                  <a:pt x="93271" y="420122"/>
                  <a:pt x="93271" y="442396"/>
                </a:cubicBezTo>
                <a:cubicBezTo>
                  <a:pt x="93271" y="465112"/>
                  <a:pt x="109431" y="480398"/>
                  <a:pt x="132580" y="480398"/>
                </a:cubicBezTo>
                <a:cubicBezTo>
                  <a:pt x="155739" y="480398"/>
                  <a:pt x="171899" y="464680"/>
                  <a:pt x="171899" y="442396"/>
                </a:cubicBezTo>
                <a:cubicBezTo>
                  <a:pt x="171899" y="419679"/>
                  <a:pt x="155739" y="404394"/>
                  <a:pt x="132580" y="404394"/>
                </a:cubicBezTo>
                <a:close/>
                <a:moveTo>
                  <a:pt x="452522" y="0"/>
                </a:moveTo>
                <a:cubicBezTo>
                  <a:pt x="584739" y="0"/>
                  <a:pt x="705784" y="11172"/>
                  <a:pt x="787720" y="31656"/>
                </a:cubicBezTo>
                <a:cubicBezTo>
                  <a:pt x="838000" y="42829"/>
                  <a:pt x="864076" y="72625"/>
                  <a:pt x="873388" y="117324"/>
                </a:cubicBezTo>
                <a:cubicBezTo>
                  <a:pt x="892012" y="195530"/>
                  <a:pt x="905044" y="320305"/>
                  <a:pt x="905044" y="452523"/>
                </a:cubicBezTo>
                <a:cubicBezTo>
                  <a:pt x="905044" y="584739"/>
                  <a:pt x="892012" y="709514"/>
                  <a:pt x="873388" y="787720"/>
                </a:cubicBezTo>
                <a:cubicBezTo>
                  <a:pt x="864076" y="832409"/>
                  <a:pt x="838000" y="862205"/>
                  <a:pt x="787720" y="873388"/>
                </a:cubicBezTo>
                <a:cubicBezTo>
                  <a:pt x="705784" y="893872"/>
                  <a:pt x="584739" y="905044"/>
                  <a:pt x="452522" y="905044"/>
                </a:cubicBezTo>
                <a:cubicBezTo>
                  <a:pt x="320305" y="905044"/>
                  <a:pt x="199260" y="893872"/>
                  <a:pt x="117324" y="873388"/>
                </a:cubicBezTo>
                <a:cubicBezTo>
                  <a:pt x="67044" y="862215"/>
                  <a:pt x="40969" y="832419"/>
                  <a:pt x="31656" y="787720"/>
                </a:cubicBezTo>
                <a:cubicBezTo>
                  <a:pt x="13032" y="709514"/>
                  <a:pt x="0" y="584739"/>
                  <a:pt x="0" y="452523"/>
                </a:cubicBezTo>
                <a:cubicBezTo>
                  <a:pt x="0" y="320305"/>
                  <a:pt x="13032" y="195530"/>
                  <a:pt x="31656" y="117324"/>
                </a:cubicBezTo>
                <a:cubicBezTo>
                  <a:pt x="40969" y="72635"/>
                  <a:pt x="67044" y="42839"/>
                  <a:pt x="117324" y="31656"/>
                </a:cubicBezTo>
                <a:cubicBezTo>
                  <a:pt x="199260" y="11172"/>
                  <a:pt x="320305" y="0"/>
                  <a:pt x="45252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403EA041-FE14-3DC2-4DC2-50198E9FDF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7829" t="46400" r="24499" b="41396"/>
          <a:stretch>
            <a:fillRect/>
          </a:stretch>
        </p:blipFill>
        <p:spPr>
          <a:xfrm>
            <a:off x="7355024" y="178128"/>
            <a:ext cx="4836976" cy="243172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99BFEC55-141F-EBA9-9428-FC58B2E5D8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6184" t="60535" r="43953" b="37285"/>
          <a:stretch>
            <a:fillRect/>
          </a:stretch>
        </p:blipFill>
        <p:spPr>
          <a:xfrm>
            <a:off x="7143750" y="2994660"/>
            <a:ext cx="2550358" cy="434340"/>
          </a:xfrm>
          <a:prstGeom prst="rect">
            <a:avLst/>
          </a:prstGeom>
        </p:spPr>
      </p:pic>
      <p:sp>
        <p:nvSpPr>
          <p:cNvPr id="24" name="Espaço Reservado para Texto 19">
            <a:extLst>
              <a:ext uri="{FF2B5EF4-FFF2-40B4-BE49-F238E27FC236}">
                <a16:creationId xmlns:a16="http://schemas.microsoft.com/office/drawing/2014/main" id="{5AC617BD-EA0A-3E00-C369-C12FCF3E8B7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52405" y="5813095"/>
            <a:ext cx="1624264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pt-BR"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228600" lvl="0" indent="-228600">
              <a:lnSpc>
                <a:spcPct val="85000"/>
              </a:lnSpc>
              <a:spcBef>
                <a:spcPts val="0"/>
              </a:spcBef>
            </a:pPr>
            <a:r>
              <a:rPr lang="pt-BR"/>
              <a:t>00/00/2026</a:t>
            </a:r>
          </a:p>
        </p:txBody>
      </p:sp>
      <p:sp>
        <p:nvSpPr>
          <p:cNvPr id="27" name="Espaço Reservado para Texto 19">
            <a:extLst>
              <a:ext uri="{FF2B5EF4-FFF2-40B4-BE49-F238E27FC236}">
                <a16:creationId xmlns:a16="http://schemas.microsoft.com/office/drawing/2014/main" id="{19ECD25A-B1C3-2ACF-A46E-AA3B3C7D972D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52405" y="5283845"/>
            <a:ext cx="4078216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pt-BR" sz="2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228600" lvl="0" indent="-228600">
              <a:lnSpc>
                <a:spcPct val="85000"/>
              </a:lnSpc>
              <a:spcBef>
                <a:spcPts val="0"/>
              </a:spcBef>
            </a:pPr>
            <a:r>
              <a:rPr lang="pt-BR"/>
              <a:t>Subtítulo da apresentação </a:t>
            </a:r>
          </a:p>
        </p:txBody>
      </p:sp>
      <p:sp>
        <p:nvSpPr>
          <p:cNvPr id="2" name="Espaço Reservado para Texto 19">
            <a:extLst>
              <a:ext uri="{FF2B5EF4-FFF2-40B4-BE49-F238E27FC236}">
                <a16:creationId xmlns:a16="http://schemas.microsoft.com/office/drawing/2014/main" id="{09F764AA-0484-F8EB-52AE-D4DEB338F1E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52404" y="4233847"/>
            <a:ext cx="4595871" cy="102220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4000">
                <a:solidFill>
                  <a:schemeClr val="accent4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Exemplo de título da apresentação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1252615C-8980-BF30-3C0A-91AC238A38F0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E593F06A-5FA9-1910-59FB-3EE8A60A8732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DD2729D4-547A-0193-9DDE-353ED5103BB8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5C80D4A8-61D7-4A29-8332-75A7164C848F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2D3F2038-A061-AF52-5F1C-63F895C5891B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5948E9A5-675E-F2D2-89DC-1974DB9C43FF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7412F5BA-0165-FCE1-5228-66581F6AE4C4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6838CCCC-54F3-42EE-531D-E52EC4F63DBA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3191C787-FF4C-C3A3-B1A2-CF2DEB13C529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63F8AD6E-0AAE-B799-AABC-541B9F579452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D24D8328-12A0-02DE-3309-3E33CDA72793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267931EF-FF5C-6390-A680-951A3381F97F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15DD1CC4-6641-1FB5-2846-56C138CE223E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6070AE1-A49A-7709-42C3-69193DDBA3EE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F4368CF2-6A06-EB8B-3872-A00947EA5C3C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6324F699-E7A2-BBBC-4D3C-D77DFAD63822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A8C1337E-B9AA-D368-5C90-87C6D247B403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004902BD-6AEB-CE56-0DF1-21E76253300A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340BD9A3-EE1F-6DF2-BAA3-75300713CEA5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F253F653-F97E-60BD-2E66-F63870A34254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ADBBD64C-ECC3-1532-2605-D24C6C4CF2C4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C6142302-29BD-6C74-1523-6B8A421973AF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7919EB38-AFFD-D2C8-F436-9C110C076650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67F3BA65-4AD1-B1DF-ED83-C899FBFEF45C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9706EE8A-9B6B-0901-DE16-6B0550D6B4BE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5" name="Retângulo: Cantos Arredondados 34">
              <a:extLst>
                <a:ext uri="{FF2B5EF4-FFF2-40B4-BE49-F238E27FC236}">
                  <a16:creationId xmlns:a16="http://schemas.microsoft.com/office/drawing/2014/main" id="{CA4BBF2F-6890-C1F1-95EA-877CB72CB59F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D947808D-71BB-5C5B-1425-A16FBB981C9F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EE220B7A-5EE9-B0AF-4558-1B2A28BA90EB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2118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apa 2 fundo escur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484223A4-F29E-E7E9-7588-53A93C6DE5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45506" r="24499" b="20077"/>
          <a:stretch>
            <a:fillRect/>
          </a:stretch>
        </p:blipFill>
        <p:spPr>
          <a:xfrm>
            <a:off x="2497892" y="0"/>
            <a:ext cx="9694108" cy="6858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79A8AC9-A611-6898-C7EF-53B7778B57E6}"/>
              </a:ext>
            </a:extLst>
          </p:cNvPr>
          <p:cNvSpPr txBox="1">
            <a:spLocks/>
          </p:cNvSpPr>
          <p:nvPr userDrawn="1"/>
        </p:nvSpPr>
        <p:spPr>
          <a:xfrm>
            <a:off x="729590" y="1030513"/>
            <a:ext cx="482538" cy="482538"/>
          </a:xfrm>
          <a:custGeom>
            <a:avLst/>
            <a:gdLst>
              <a:gd name="connsiteX0" fmla="*/ 489439 w 905044"/>
              <a:gd name="connsiteY0" fmla="*/ 629348 h 905044"/>
              <a:gd name="connsiteX1" fmla="*/ 506042 w 905044"/>
              <a:gd name="connsiteY1" fmla="*/ 630233 h 905044"/>
              <a:gd name="connsiteX2" fmla="*/ 506042 w 905044"/>
              <a:gd name="connsiteY2" fmla="*/ 648133 h 905044"/>
              <a:gd name="connsiteX3" fmla="*/ 466723 w 905044"/>
              <a:gd name="connsiteY3" fmla="*/ 688759 h 905044"/>
              <a:gd name="connsiteX4" fmla="*/ 433528 w 905044"/>
              <a:gd name="connsiteY4" fmla="*/ 661235 h 905044"/>
              <a:gd name="connsiteX5" fmla="*/ 489439 w 905044"/>
              <a:gd name="connsiteY5" fmla="*/ 629348 h 905044"/>
              <a:gd name="connsiteX6" fmla="*/ 602138 w 905044"/>
              <a:gd name="connsiteY6" fmla="*/ 503989 h 905044"/>
              <a:gd name="connsiteX7" fmla="*/ 602138 w 905044"/>
              <a:gd name="connsiteY7" fmla="*/ 651190 h 905044"/>
              <a:gd name="connsiteX8" fmla="*/ 678574 w 905044"/>
              <a:gd name="connsiteY8" fmla="*/ 736364 h 905044"/>
              <a:gd name="connsiteX9" fmla="*/ 739725 w 905044"/>
              <a:gd name="connsiteY9" fmla="*/ 706226 h 905044"/>
              <a:gd name="connsiteX10" fmla="*/ 740600 w 905044"/>
              <a:gd name="connsiteY10" fmla="*/ 730682 h 905044"/>
              <a:gd name="connsiteX11" fmla="*/ 804375 w 905044"/>
              <a:gd name="connsiteY11" fmla="*/ 730682 h 905044"/>
              <a:gd name="connsiteX12" fmla="*/ 804375 w 905044"/>
              <a:gd name="connsiteY12" fmla="*/ 503989 h 905044"/>
              <a:gd name="connsiteX13" fmla="*/ 737985 w 905044"/>
              <a:gd name="connsiteY13" fmla="*/ 503989 h 905044"/>
              <a:gd name="connsiteX14" fmla="*/ 737985 w 905044"/>
              <a:gd name="connsiteY14" fmla="*/ 637644 h 905044"/>
              <a:gd name="connsiteX15" fmla="*/ 702165 w 905044"/>
              <a:gd name="connsiteY15" fmla="*/ 682635 h 905044"/>
              <a:gd name="connsiteX16" fmla="*/ 668528 w 905044"/>
              <a:gd name="connsiteY16" fmla="*/ 640268 h 905044"/>
              <a:gd name="connsiteX17" fmla="*/ 668528 w 905044"/>
              <a:gd name="connsiteY17" fmla="*/ 503989 h 905044"/>
              <a:gd name="connsiteX18" fmla="*/ 99385 w 905044"/>
              <a:gd name="connsiteY18" fmla="*/ 503989 h 905044"/>
              <a:gd name="connsiteX19" fmla="*/ 99385 w 905044"/>
              <a:gd name="connsiteY19" fmla="*/ 730682 h 905044"/>
              <a:gd name="connsiteX20" fmla="*/ 165775 w 905044"/>
              <a:gd name="connsiteY20" fmla="*/ 730682 h 905044"/>
              <a:gd name="connsiteX21" fmla="*/ 165775 w 905044"/>
              <a:gd name="connsiteY21" fmla="*/ 503989 h 905044"/>
              <a:gd name="connsiteX22" fmla="*/ 468483 w 905044"/>
              <a:gd name="connsiteY22" fmla="*/ 498307 h 905044"/>
              <a:gd name="connsiteX23" fmla="*/ 381126 w 905044"/>
              <a:gd name="connsiteY23" fmla="*/ 513592 h 905044"/>
              <a:gd name="connsiteX24" fmla="*/ 381126 w 905044"/>
              <a:gd name="connsiteY24" fmla="*/ 566890 h 905044"/>
              <a:gd name="connsiteX25" fmla="*/ 458004 w 905044"/>
              <a:gd name="connsiteY25" fmla="*/ 550720 h 905044"/>
              <a:gd name="connsiteX26" fmla="*/ 505619 w 905044"/>
              <a:gd name="connsiteY26" fmla="*/ 589164 h 905044"/>
              <a:gd name="connsiteX27" fmla="*/ 483336 w 905044"/>
              <a:gd name="connsiteY27" fmla="*/ 588289 h 905044"/>
              <a:gd name="connsiteX28" fmla="*/ 369330 w 905044"/>
              <a:gd name="connsiteY28" fmla="*/ 666475 h 905044"/>
              <a:gd name="connsiteX29" fmla="*/ 447073 w 905044"/>
              <a:gd name="connsiteY29" fmla="*/ 736364 h 905044"/>
              <a:gd name="connsiteX30" fmla="*/ 506485 w 905044"/>
              <a:gd name="connsiteY30" fmla="*/ 707101 h 905044"/>
              <a:gd name="connsiteX31" fmla="*/ 507359 w 905044"/>
              <a:gd name="connsiteY31" fmla="*/ 730682 h 905044"/>
              <a:gd name="connsiteX32" fmla="*/ 569385 w 905044"/>
              <a:gd name="connsiteY32" fmla="*/ 730682 h 905044"/>
              <a:gd name="connsiteX33" fmla="*/ 569385 w 905044"/>
              <a:gd name="connsiteY33" fmla="*/ 597460 h 905044"/>
              <a:gd name="connsiteX34" fmla="*/ 468483 w 905044"/>
              <a:gd name="connsiteY34" fmla="*/ 498307 h 905044"/>
              <a:gd name="connsiteX35" fmla="*/ 290692 w 905044"/>
              <a:gd name="connsiteY35" fmla="*/ 435407 h 905044"/>
              <a:gd name="connsiteX36" fmla="*/ 224292 w 905044"/>
              <a:gd name="connsiteY36" fmla="*/ 447192 h 905044"/>
              <a:gd name="connsiteX37" fmla="*/ 224292 w 905044"/>
              <a:gd name="connsiteY37" fmla="*/ 503989 h 905044"/>
              <a:gd name="connsiteX38" fmla="*/ 191107 w 905044"/>
              <a:gd name="connsiteY38" fmla="*/ 503989 h 905044"/>
              <a:gd name="connsiteX39" fmla="*/ 191107 w 905044"/>
              <a:gd name="connsiteY39" fmla="*/ 555526 h 905044"/>
              <a:gd name="connsiteX40" fmla="*/ 224302 w 905044"/>
              <a:gd name="connsiteY40" fmla="*/ 555526 h 905044"/>
              <a:gd name="connsiteX41" fmla="*/ 224302 w 905044"/>
              <a:gd name="connsiteY41" fmla="*/ 652497 h 905044"/>
              <a:gd name="connsiteX42" fmla="*/ 304237 w 905044"/>
              <a:gd name="connsiteY42" fmla="*/ 735057 h 905044"/>
              <a:gd name="connsiteX43" fmla="*/ 345296 w 905044"/>
              <a:gd name="connsiteY43" fmla="*/ 730682 h 905044"/>
              <a:gd name="connsiteX44" fmla="*/ 345296 w 905044"/>
              <a:gd name="connsiteY44" fmla="*/ 680020 h 905044"/>
              <a:gd name="connsiteX45" fmla="*/ 321704 w 905044"/>
              <a:gd name="connsiteY45" fmla="*/ 682635 h 905044"/>
              <a:gd name="connsiteX46" fmla="*/ 290692 w 905044"/>
              <a:gd name="connsiteY46" fmla="*/ 648122 h 905044"/>
              <a:gd name="connsiteX47" fmla="*/ 290692 w 905044"/>
              <a:gd name="connsiteY47" fmla="*/ 555526 h 905044"/>
              <a:gd name="connsiteX48" fmla="*/ 348343 w 905044"/>
              <a:gd name="connsiteY48" fmla="*/ 555526 h 905044"/>
              <a:gd name="connsiteX49" fmla="*/ 348343 w 905044"/>
              <a:gd name="connsiteY49" fmla="*/ 503989 h 905044"/>
              <a:gd name="connsiteX50" fmla="*/ 290692 w 905044"/>
              <a:gd name="connsiteY50" fmla="*/ 503989 h 905044"/>
              <a:gd name="connsiteX51" fmla="*/ 761999 w 905044"/>
              <a:gd name="connsiteY51" fmla="*/ 415758 h 905044"/>
              <a:gd name="connsiteX52" fmla="*/ 651493 w 905044"/>
              <a:gd name="connsiteY52" fmla="*/ 435417 h 905044"/>
              <a:gd name="connsiteX53" fmla="*/ 651493 w 905044"/>
              <a:gd name="connsiteY53" fmla="*/ 473419 h 905044"/>
              <a:gd name="connsiteX54" fmla="*/ 761999 w 905044"/>
              <a:gd name="connsiteY54" fmla="*/ 473419 h 905044"/>
              <a:gd name="connsiteX55" fmla="*/ 761999 w 905044"/>
              <a:gd name="connsiteY55" fmla="*/ 473409 h 905044"/>
              <a:gd name="connsiteX56" fmla="*/ 132580 w 905044"/>
              <a:gd name="connsiteY56" fmla="*/ 404394 h 905044"/>
              <a:gd name="connsiteX57" fmla="*/ 93271 w 905044"/>
              <a:gd name="connsiteY57" fmla="*/ 442396 h 905044"/>
              <a:gd name="connsiteX58" fmla="*/ 132580 w 905044"/>
              <a:gd name="connsiteY58" fmla="*/ 480398 h 905044"/>
              <a:gd name="connsiteX59" fmla="*/ 171899 w 905044"/>
              <a:gd name="connsiteY59" fmla="*/ 442396 h 905044"/>
              <a:gd name="connsiteX60" fmla="*/ 132580 w 905044"/>
              <a:gd name="connsiteY60" fmla="*/ 404394 h 905044"/>
              <a:gd name="connsiteX61" fmla="*/ 452522 w 905044"/>
              <a:gd name="connsiteY61" fmla="*/ 0 h 905044"/>
              <a:gd name="connsiteX62" fmla="*/ 787720 w 905044"/>
              <a:gd name="connsiteY62" fmla="*/ 31656 h 905044"/>
              <a:gd name="connsiteX63" fmla="*/ 873388 w 905044"/>
              <a:gd name="connsiteY63" fmla="*/ 117324 h 905044"/>
              <a:gd name="connsiteX64" fmla="*/ 905044 w 905044"/>
              <a:gd name="connsiteY64" fmla="*/ 452523 h 905044"/>
              <a:gd name="connsiteX65" fmla="*/ 873388 w 905044"/>
              <a:gd name="connsiteY65" fmla="*/ 787720 h 905044"/>
              <a:gd name="connsiteX66" fmla="*/ 787720 w 905044"/>
              <a:gd name="connsiteY66" fmla="*/ 873388 h 905044"/>
              <a:gd name="connsiteX67" fmla="*/ 452522 w 905044"/>
              <a:gd name="connsiteY67" fmla="*/ 905044 h 905044"/>
              <a:gd name="connsiteX68" fmla="*/ 117324 w 905044"/>
              <a:gd name="connsiteY68" fmla="*/ 873388 h 905044"/>
              <a:gd name="connsiteX69" fmla="*/ 31656 w 905044"/>
              <a:gd name="connsiteY69" fmla="*/ 787720 h 905044"/>
              <a:gd name="connsiteX70" fmla="*/ 0 w 905044"/>
              <a:gd name="connsiteY70" fmla="*/ 452523 h 905044"/>
              <a:gd name="connsiteX71" fmla="*/ 31656 w 905044"/>
              <a:gd name="connsiteY71" fmla="*/ 117324 h 905044"/>
              <a:gd name="connsiteX72" fmla="*/ 117324 w 905044"/>
              <a:gd name="connsiteY72" fmla="*/ 31656 h 905044"/>
              <a:gd name="connsiteX73" fmla="*/ 452522 w 905044"/>
              <a:gd name="connsiteY73" fmla="*/ 0 h 90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905044" h="905044">
                <a:moveTo>
                  <a:pt x="489439" y="629348"/>
                </a:moveTo>
                <a:cubicBezTo>
                  <a:pt x="494679" y="629348"/>
                  <a:pt x="502985" y="629791"/>
                  <a:pt x="506042" y="630233"/>
                </a:cubicBezTo>
                <a:lnTo>
                  <a:pt x="506042" y="648133"/>
                </a:lnTo>
                <a:cubicBezTo>
                  <a:pt x="506042" y="672167"/>
                  <a:pt x="489872" y="688759"/>
                  <a:pt x="466723" y="688759"/>
                </a:cubicBezTo>
                <a:cubicBezTo>
                  <a:pt x="446189" y="688759"/>
                  <a:pt x="433528" y="679588"/>
                  <a:pt x="433528" y="661235"/>
                </a:cubicBezTo>
                <a:cubicBezTo>
                  <a:pt x="433528" y="640268"/>
                  <a:pt x="453630" y="629348"/>
                  <a:pt x="489439" y="629348"/>
                </a:cubicBezTo>
                <a:close/>
                <a:moveTo>
                  <a:pt x="602138" y="503989"/>
                </a:moveTo>
                <a:lnTo>
                  <a:pt x="602138" y="651190"/>
                </a:lnTo>
                <a:cubicBezTo>
                  <a:pt x="602148" y="703169"/>
                  <a:pt x="631844" y="736364"/>
                  <a:pt x="678574" y="736364"/>
                </a:cubicBezTo>
                <a:cubicBezTo>
                  <a:pt x="706097" y="736364"/>
                  <a:pt x="724882" y="726308"/>
                  <a:pt x="739725" y="706226"/>
                </a:cubicBezTo>
                <a:lnTo>
                  <a:pt x="740600" y="730682"/>
                </a:lnTo>
                <a:lnTo>
                  <a:pt x="804375" y="730682"/>
                </a:lnTo>
                <a:lnTo>
                  <a:pt x="804375" y="503989"/>
                </a:lnTo>
                <a:lnTo>
                  <a:pt x="737985" y="503989"/>
                </a:lnTo>
                <a:lnTo>
                  <a:pt x="737985" y="637644"/>
                </a:lnTo>
                <a:cubicBezTo>
                  <a:pt x="737985" y="665167"/>
                  <a:pt x="724439" y="682635"/>
                  <a:pt x="702165" y="682635"/>
                </a:cubicBezTo>
                <a:cubicBezTo>
                  <a:pt x="680324" y="682635"/>
                  <a:pt x="668528" y="667782"/>
                  <a:pt x="668528" y="640268"/>
                </a:cubicBezTo>
                <a:lnTo>
                  <a:pt x="668528" y="503989"/>
                </a:lnTo>
                <a:close/>
                <a:moveTo>
                  <a:pt x="99385" y="503989"/>
                </a:moveTo>
                <a:lnTo>
                  <a:pt x="99385" y="730682"/>
                </a:lnTo>
                <a:lnTo>
                  <a:pt x="165775" y="730682"/>
                </a:lnTo>
                <a:lnTo>
                  <a:pt x="165775" y="503989"/>
                </a:lnTo>
                <a:close/>
                <a:moveTo>
                  <a:pt x="468483" y="498307"/>
                </a:moveTo>
                <a:cubicBezTo>
                  <a:pt x="435298" y="498307"/>
                  <a:pt x="407775" y="503547"/>
                  <a:pt x="381126" y="513592"/>
                </a:cubicBezTo>
                <a:lnTo>
                  <a:pt x="381126" y="566890"/>
                </a:lnTo>
                <a:cubicBezTo>
                  <a:pt x="407332" y="556834"/>
                  <a:pt x="433538" y="550720"/>
                  <a:pt x="458004" y="550720"/>
                </a:cubicBezTo>
                <a:cubicBezTo>
                  <a:pt x="488575" y="550720"/>
                  <a:pt x="505619" y="564697"/>
                  <a:pt x="505619" y="589164"/>
                </a:cubicBezTo>
                <a:cubicBezTo>
                  <a:pt x="500381" y="588731"/>
                  <a:pt x="491642" y="588289"/>
                  <a:pt x="483336" y="588289"/>
                </a:cubicBezTo>
                <a:cubicBezTo>
                  <a:pt x="413446" y="588289"/>
                  <a:pt x="369330" y="617120"/>
                  <a:pt x="369330" y="666475"/>
                </a:cubicBezTo>
                <a:cubicBezTo>
                  <a:pt x="369320" y="709283"/>
                  <a:pt x="399458" y="736364"/>
                  <a:pt x="447073" y="736364"/>
                </a:cubicBezTo>
                <a:cubicBezTo>
                  <a:pt x="473722" y="736364"/>
                  <a:pt x="492939" y="725443"/>
                  <a:pt x="506485" y="707101"/>
                </a:cubicBezTo>
                <a:lnTo>
                  <a:pt x="507359" y="730682"/>
                </a:lnTo>
                <a:lnTo>
                  <a:pt x="569385" y="730682"/>
                </a:lnTo>
                <a:lnTo>
                  <a:pt x="569385" y="597460"/>
                </a:lnTo>
                <a:cubicBezTo>
                  <a:pt x="569385" y="532820"/>
                  <a:pt x="533133" y="498307"/>
                  <a:pt x="468483" y="498307"/>
                </a:cubicBezTo>
                <a:close/>
                <a:moveTo>
                  <a:pt x="290692" y="435407"/>
                </a:moveTo>
                <a:lnTo>
                  <a:pt x="224292" y="447192"/>
                </a:lnTo>
                <a:lnTo>
                  <a:pt x="224292" y="503989"/>
                </a:lnTo>
                <a:lnTo>
                  <a:pt x="191107" y="503989"/>
                </a:lnTo>
                <a:lnTo>
                  <a:pt x="191107" y="555526"/>
                </a:lnTo>
                <a:lnTo>
                  <a:pt x="224302" y="555526"/>
                </a:lnTo>
                <a:lnTo>
                  <a:pt x="224302" y="652497"/>
                </a:lnTo>
                <a:cubicBezTo>
                  <a:pt x="224302" y="707534"/>
                  <a:pt x="253142" y="735057"/>
                  <a:pt x="304237" y="735057"/>
                </a:cubicBezTo>
                <a:cubicBezTo>
                  <a:pt x="322589" y="735057"/>
                  <a:pt x="337875" y="732865"/>
                  <a:pt x="345296" y="730682"/>
                </a:cubicBezTo>
                <a:lnTo>
                  <a:pt x="345296" y="680020"/>
                </a:lnTo>
                <a:cubicBezTo>
                  <a:pt x="340489" y="681328"/>
                  <a:pt x="331751" y="682635"/>
                  <a:pt x="321704" y="682635"/>
                </a:cubicBezTo>
                <a:cubicBezTo>
                  <a:pt x="300305" y="682635"/>
                  <a:pt x="290692" y="672157"/>
                  <a:pt x="290692" y="648122"/>
                </a:cubicBezTo>
                <a:lnTo>
                  <a:pt x="290692" y="555526"/>
                </a:lnTo>
                <a:lnTo>
                  <a:pt x="348343" y="555526"/>
                </a:lnTo>
                <a:lnTo>
                  <a:pt x="348343" y="503989"/>
                </a:lnTo>
                <a:lnTo>
                  <a:pt x="290692" y="503989"/>
                </a:lnTo>
                <a:close/>
                <a:moveTo>
                  <a:pt x="761999" y="415758"/>
                </a:moveTo>
                <a:lnTo>
                  <a:pt x="651493" y="435417"/>
                </a:lnTo>
                <a:lnTo>
                  <a:pt x="651493" y="473419"/>
                </a:lnTo>
                <a:lnTo>
                  <a:pt x="761999" y="473419"/>
                </a:lnTo>
                <a:lnTo>
                  <a:pt x="761999" y="473409"/>
                </a:lnTo>
                <a:close/>
                <a:moveTo>
                  <a:pt x="132580" y="404394"/>
                </a:moveTo>
                <a:cubicBezTo>
                  <a:pt x="109431" y="404394"/>
                  <a:pt x="93271" y="420122"/>
                  <a:pt x="93271" y="442396"/>
                </a:cubicBezTo>
                <a:cubicBezTo>
                  <a:pt x="93271" y="465112"/>
                  <a:pt x="109431" y="480398"/>
                  <a:pt x="132580" y="480398"/>
                </a:cubicBezTo>
                <a:cubicBezTo>
                  <a:pt x="155739" y="480398"/>
                  <a:pt x="171899" y="464680"/>
                  <a:pt x="171899" y="442396"/>
                </a:cubicBezTo>
                <a:cubicBezTo>
                  <a:pt x="171899" y="419679"/>
                  <a:pt x="155739" y="404394"/>
                  <a:pt x="132580" y="404394"/>
                </a:cubicBezTo>
                <a:close/>
                <a:moveTo>
                  <a:pt x="452522" y="0"/>
                </a:moveTo>
                <a:cubicBezTo>
                  <a:pt x="584739" y="0"/>
                  <a:pt x="705784" y="11172"/>
                  <a:pt x="787720" y="31656"/>
                </a:cubicBezTo>
                <a:cubicBezTo>
                  <a:pt x="838000" y="42829"/>
                  <a:pt x="864076" y="72625"/>
                  <a:pt x="873388" y="117324"/>
                </a:cubicBezTo>
                <a:cubicBezTo>
                  <a:pt x="892012" y="195530"/>
                  <a:pt x="905044" y="320305"/>
                  <a:pt x="905044" y="452523"/>
                </a:cubicBezTo>
                <a:cubicBezTo>
                  <a:pt x="905044" y="584739"/>
                  <a:pt x="892012" y="709514"/>
                  <a:pt x="873388" y="787720"/>
                </a:cubicBezTo>
                <a:cubicBezTo>
                  <a:pt x="864076" y="832409"/>
                  <a:pt x="838000" y="862205"/>
                  <a:pt x="787720" y="873388"/>
                </a:cubicBezTo>
                <a:cubicBezTo>
                  <a:pt x="705784" y="893872"/>
                  <a:pt x="584739" y="905044"/>
                  <a:pt x="452522" y="905044"/>
                </a:cubicBezTo>
                <a:cubicBezTo>
                  <a:pt x="320305" y="905044"/>
                  <a:pt x="199260" y="893872"/>
                  <a:pt x="117324" y="873388"/>
                </a:cubicBezTo>
                <a:cubicBezTo>
                  <a:pt x="67044" y="862215"/>
                  <a:pt x="40969" y="832419"/>
                  <a:pt x="31656" y="787720"/>
                </a:cubicBezTo>
                <a:cubicBezTo>
                  <a:pt x="13032" y="709514"/>
                  <a:pt x="0" y="584739"/>
                  <a:pt x="0" y="452523"/>
                </a:cubicBezTo>
                <a:cubicBezTo>
                  <a:pt x="0" y="320305"/>
                  <a:pt x="13032" y="195530"/>
                  <a:pt x="31656" y="117324"/>
                </a:cubicBezTo>
                <a:cubicBezTo>
                  <a:pt x="40969" y="72635"/>
                  <a:pt x="67044" y="42839"/>
                  <a:pt x="117324" y="31656"/>
                </a:cubicBezTo>
                <a:cubicBezTo>
                  <a:pt x="199260" y="11172"/>
                  <a:pt x="320305" y="0"/>
                  <a:pt x="45252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403EA041-FE14-3DC2-4DC2-50198E9FDF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7829" t="46400" r="24499" b="41396"/>
          <a:stretch>
            <a:fillRect/>
          </a:stretch>
        </p:blipFill>
        <p:spPr>
          <a:xfrm>
            <a:off x="7355024" y="178128"/>
            <a:ext cx="4836976" cy="243172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99BFEC55-141F-EBA9-9428-FC58B2E5D8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6184" t="60535" r="43953" b="37285"/>
          <a:stretch>
            <a:fillRect/>
          </a:stretch>
        </p:blipFill>
        <p:spPr>
          <a:xfrm>
            <a:off x="7143750" y="2994660"/>
            <a:ext cx="2550358" cy="434340"/>
          </a:xfrm>
          <a:prstGeom prst="rect">
            <a:avLst/>
          </a:prstGeom>
        </p:spPr>
      </p:pic>
      <p:sp>
        <p:nvSpPr>
          <p:cNvPr id="24" name="Espaço Reservado para Texto 19">
            <a:extLst>
              <a:ext uri="{FF2B5EF4-FFF2-40B4-BE49-F238E27FC236}">
                <a16:creationId xmlns:a16="http://schemas.microsoft.com/office/drawing/2014/main" id="{5AC617BD-EA0A-3E00-C369-C12FCF3E8B7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52405" y="5813095"/>
            <a:ext cx="1624264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pt-BR" sz="1800">
                <a:solidFill>
                  <a:schemeClr val="bg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228600" lvl="0" indent="-228600">
              <a:lnSpc>
                <a:spcPct val="85000"/>
              </a:lnSpc>
              <a:spcBef>
                <a:spcPts val="0"/>
              </a:spcBef>
            </a:pPr>
            <a:r>
              <a:rPr lang="pt-BR"/>
              <a:t>00/00/2026</a:t>
            </a:r>
          </a:p>
        </p:txBody>
      </p:sp>
      <p:sp>
        <p:nvSpPr>
          <p:cNvPr id="26" name="Espaço Reservado para Texto 19">
            <a:extLst>
              <a:ext uri="{FF2B5EF4-FFF2-40B4-BE49-F238E27FC236}">
                <a16:creationId xmlns:a16="http://schemas.microsoft.com/office/drawing/2014/main" id="{7B97C12B-6A85-21F9-CB77-506DA2200E7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52404" y="4233847"/>
            <a:ext cx="4595871" cy="102220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Exemplo de título da apresentação</a:t>
            </a:r>
          </a:p>
        </p:txBody>
      </p:sp>
      <p:sp>
        <p:nvSpPr>
          <p:cNvPr id="27" name="Espaço Reservado para Texto 19">
            <a:extLst>
              <a:ext uri="{FF2B5EF4-FFF2-40B4-BE49-F238E27FC236}">
                <a16:creationId xmlns:a16="http://schemas.microsoft.com/office/drawing/2014/main" id="{19ECD25A-B1C3-2ACF-A46E-AA3B3C7D972D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52405" y="5283845"/>
            <a:ext cx="4078216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pt-BR" sz="2800">
                <a:solidFill>
                  <a:schemeClr val="bg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228600" lvl="0" indent="-228600">
              <a:lnSpc>
                <a:spcPct val="85000"/>
              </a:lnSpc>
              <a:spcBef>
                <a:spcPts val="0"/>
              </a:spcBef>
            </a:pPr>
            <a:r>
              <a:rPr lang="pt-BR"/>
              <a:t>Subtítulo da apresentação 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57997F0A-606A-56C0-D397-04D5B21220F9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123C6041-3D07-52CC-FF69-A816350580E8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5B1D0F19-6FFA-86C9-B1C0-7C6DDA73AA7A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C156BBA4-4D29-F3AC-7386-53A97DEC2843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1E84CDDE-4517-2979-2056-BCB6ACE6E7D9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56121966-47CF-3FEC-3C40-7DE0FAC6FFE3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1D8B0A1B-DFEA-811F-D983-FAFD592BE5FC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704EC366-3C24-BA74-2924-5CE8D15F66A9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79AC6496-0D03-8C8D-541E-1620AAC6B0B1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1B1019A8-0A7B-1FAC-F16B-5AF74105D1CD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66D8D06F-14E8-EBE4-F58D-80D331E396FB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B421C9C-979A-C018-48E8-65798496A422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595B2B05-B2EE-C9ED-DDB2-6C8E8A1857F8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A4DDC54-259E-54F7-8621-26B6FFC83713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3E3ED102-BC41-2802-FB20-127B999046C0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6674722D-1888-AC53-BF81-4A3EAC5245FC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B25C7ADD-9EAD-BE1A-17B8-B6F01BC59715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722BC604-88DB-FFDB-2D07-61F75330D02B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AC7E755C-E01A-CD82-DC15-FE285CCBA64B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94CC9C91-4504-8B10-28C0-FC8D184AFA2E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3B964112-7000-71D5-5E2A-3918C318CF69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87CCB295-FBC8-ADC0-FF0C-FDB8E21D610A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D9C06306-0633-FF5F-89E1-94707B73A2D1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90709ECC-80A6-8D35-C12F-49A45CA38D67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33" name="Retângulo: Cantos Arredondados 32">
              <a:extLst>
                <a:ext uri="{FF2B5EF4-FFF2-40B4-BE49-F238E27FC236}">
                  <a16:creationId xmlns:a16="http://schemas.microsoft.com/office/drawing/2014/main" id="{6D4E0A93-9755-5C3A-6E1B-03C0D29D0613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BE5DDE06-EA1D-5161-C26B-F5D34C65ECEC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5AA384D5-3D18-B7C7-29EA-D95CAA16A5A1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3D8677E2-60DC-9112-E21C-E566CF773A77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4068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apa 3 fundo clar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1EA5590-4A04-B782-2D06-3D8C028022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34025"/>
          <a:stretch>
            <a:fillRect/>
          </a:stretch>
        </p:blipFill>
        <p:spPr>
          <a:xfrm>
            <a:off x="8902634" y="1028700"/>
            <a:ext cx="3289366" cy="498579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AC1F8FE5-FA62-DCFC-098C-BC011F8037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2463" r="37713"/>
          <a:stretch>
            <a:fillRect/>
          </a:stretch>
        </p:blipFill>
        <p:spPr>
          <a:xfrm>
            <a:off x="57151" y="0"/>
            <a:ext cx="12134850" cy="341665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7A8CE6F-813D-1E98-DA5C-8D95B83C19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5420" t="82463" r="37713"/>
          <a:stretch>
            <a:fillRect/>
          </a:stretch>
        </p:blipFill>
        <p:spPr>
          <a:xfrm>
            <a:off x="8905875" y="0"/>
            <a:ext cx="3286125" cy="341665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C1DFFB97-93DD-96C1-39CF-0E8E0F6B0256}"/>
              </a:ext>
            </a:extLst>
          </p:cNvPr>
          <p:cNvSpPr txBox="1">
            <a:spLocks/>
          </p:cNvSpPr>
          <p:nvPr userDrawn="1"/>
        </p:nvSpPr>
        <p:spPr>
          <a:xfrm>
            <a:off x="729590" y="3025241"/>
            <a:ext cx="482538" cy="482538"/>
          </a:xfrm>
          <a:custGeom>
            <a:avLst/>
            <a:gdLst>
              <a:gd name="connsiteX0" fmla="*/ 489439 w 905044"/>
              <a:gd name="connsiteY0" fmla="*/ 629348 h 905044"/>
              <a:gd name="connsiteX1" fmla="*/ 506042 w 905044"/>
              <a:gd name="connsiteY1" fmla="*/ 630233 h 905044"/>
              <a:gd name="connsiteX2" fmla="*/ 506042 w 905044"/>
              <a:gd name="connsiteY2" fmla="*/ 648133 h 905044"/>
              <a:gd name="connsiteX3" fmla="*/ 466723 w 905044"/>
              <a:gd name="connsiteY3" fmla="*/ 688759 h 905044"/>
              <a:gd name="connsiteX4" fmla="*/ 433528 w 905044"/>
              <a:gd name="connsiteY4" fmla="*/ 661235 h 905044"/>
              <a:gd name="connsiteX5" fmla="*/ 489439 w 905044"/>
              <a:gd name="connsiteY5" fmla="*/ 629348 h 905044"/>
              <a:gd name="connsiteX6" fmla="*/ 602138 w 905044"/>
              <a:gd name="connsiteY6" fmla="*/ 503989 h 905044"/>
              <a:gd name="connsiteX7" fmla="*/ 602138 w 905044"/>
              <a:gd name="connsiteY7" fmla="*/ 651190 h 905044"/>
              <a:gd name="connsiteX8" fmla="*/ 678574 w 905044"/>
              <a:gd name="connsiteY8" fmla="*/ 736364 h 905044"/>
              <a:gd name="connsiteX9" fmla="*/ 739725 w 905044"/>
              <a:gd name="connsiteY9" fmla="*/ 706226 h 905044"/>
              <a:gd name="connsiteX10" fmla="*/ 740600 w 905044"/>
              <a:gd name="connsiteY10" fmla="*/ 730682 h 905044"/>
              <a:gd name="connsiteX11" fmla="*/ 804375 w 905044"/>
              <a:gd name="connsiteY11" fmla="*/ 730682 h 905044"/>
              <a:gd name="connsiteX12" fmla="*/ 804375 w 905044"/>
              <a:gd name="connsiteY12" fmla="*/ 503989 h 905044"/>
              <a:gd name="connsiteX13" fmla="*/ 737985 w 905044"/>
              <a:gd name="connsiteY13" fmla="*/ 503989 h 905044"/>
              <a:gd name="connsiteX14" fmla="*/ 737985 w 905044"/>
              <a:gd name="connsiteY14" fmla="*/ 637644 h 905044"/>
              <a:gd name="connsiteX15" fmla="*/ 702165 w 905044"/>
              <a:gd name="connsiteY15" fmla="*/ 682635 h 905044"/>
              <a:gd name="connsiteX16" fmla="*/ 668528 w 905044"/>
              <a:gd name="connsiteY16" fmla="*/ 640268 h 905044"/>
              <a:gd name="connsiteX17" fmla="*/ 668528 w 905044"/>
              <a:gd name="connsiteY17" fmla="*/ 503989 h 905044"/>
              <a:gd name="connsiteX18" fmla="*/ 99385 w 905044"/>
              <a:gd name="connsiteY18" fmla="*/ 503989 h 905044"/>
              <a:gd name="connsiteX19" fmla="*/ 99385 w 905044"/>
              <a:gd name="connsiteY19" fmla="*/ 730682 h 905044"/>
              <a:gd name="connsiteX20" fmla="*/ 165775 w 905044"/>
              <a:gd name="connsiteY20" fmla="*/ 730682 h 905044"/>
              <a:gd name="connsiteX21" fmla="*/ 165775 w 905044"/>
              <a:gd name="connsiteY21" fmla="*/ 503989 h 905044"/>
              <a:gd name="connsiteX22" fmla="*/ 468483 w 905044"/>
              <a:gd name="connsiteY22" fmla="*/ 498307 h 905044"/>
              <a:gd name="connsiteX23" fmla="*/ 381126 w 905044"/>
              <a:gd name="connsiteY23" fmla="*/ 513592 h 905044"/>
              <a:gd name="connsiteX24" fmla="*/ 381126 w 905044"/>
              <a:gd name="connsiteY24" fmla="*/ 566890 h 905044"/>
              <a:gd name="connsiteX25" fmla="*/ 458004 w 905044"/>
              <a:gd name="connsiteY25" fmla="*/ 550720 h 905044"/>
              <a:gd name="connsiteX26" fmla="*/ 505619 w 905044"/>
              <a:gd name="connsiteY26" fmla="*/ 589164 h 905044"/>
              <a:gd name="connsiteX27" fmla="*/ 483336 w 905044"/>
              <a:gd name="connsiteY27" fmla="*/ 588289 h 905044"/>
              <a:gd name="connsiteX28" fmla="*/ 369330 w 905044"/>
              <a:gd name="connsiteY28" fmla="*/ 666475 h 905044"/>
              <a:gd name="connsiteX29" fmla="*/ 447073 w 905044"/>
              <a:gd name="connsiteY29" fmla="*/ 736364 h 905044"/>
              <a:gd name="connsiteX30" fmla="*/ 506485 w 905044"/>
              <a:gd name="connsiteY30" fmla="*/ 707101 h 905044"/>
              <a:gd name="connsiteX31" fmla="*/ 507359 w 905044"/>
              <a:gd name="connsiteY31" fmla="*/ 730682 h 905044"/>
              <a:gd name="connsiteX32" fmla="*/ 569385 w 905044"/>
              <a:gd name="connsiteY32" fmla="*/ 730682 h 905044"/>
              <a:gd name="connsiteX33" fmla="*/ 569385 w 905044"/>
              <a:gd name="connsiteY33" fmla="*/ 597460 h 905044"/>
              <a:gd name="connsiteX34" fmla="*/ 468483 w 905044"/>
              <a:gd name="connsiteY34" fmla="*/ 498307 h 905044"/>
              <a:gd name="connsiteX35" fmla="*/ 290692 w 905044"/>
              <a:gd name="connsiteY35" fmla="*/ 435407 h 905044"/>
              <a:gd name="connsiteX36" fmla="*/ 224292 w 905044"/>
              <a:gd name="connsiteY36" fmla="*/ 447192 h 905044"/>
              <a:gd name="connsiteX37" fmla="*/ 224292 w 905044"/>
              <a:gd name="connsiteY37" fmla="*/ 503989 h 905044"/>
              <a:gd name="connsiteX38" fmla="*/ 191107 w 905044"/>
              <a:gd name="connsiteY38" fmla="*/ 503989 h 905044"/>
              <a:gd name="connsiteX39" fmla="*/ 191107 w 905044"/>
              <a:gd name="connsiteY39" fmla="*/ 555526 h 905044"/>
              <a:gd name="connsiteX40" fmla="*/ 224302 w 905044"/>
              <a:gd name="connsiteY40" fmla="*/ 555526 h 905044"/>
              <a:gd name="connsiteX41" fmla="*/ 224302 w 905044"/>
              <a:gd name="connsiteY41" fmla="*/ 652497 h 905044"/>
              <a:gd name="connsiteX42" fmla="*/ 304237 w 905044"/>
              <a:gd name="connsiteY42" fmla="*/ 735057 h 905044"/>
              <a:gd name="connsiteX43" fmla="*/ 345296 w 905044"/>
              <a:gd name="connsiteY43" fmla="*/ 730682 h 905044"/>
              <a:gd name="connsiteX44" fmla="*/ 345296 w 905044"/>
              <a:gd name="connsiteY44" fmla="*/ 680020 h 905044"/>
              <a:gd name="connsiteX45" fmla="*/ 321704 w 905044"/>
              <a:gd name="connsiteY45" fmla="*/ 682635 h 905044"/>
              <a:gd name="connsiteX46" fmla="*/ 290692 w 905044"/>
              <a:gd name="connsiteY46" fmla="*/ 648122 h 905044"/>
              <a:gd name="connsiteX47" fmla="*/ 290692 w 905044"/>
              <a:gd name="connsiteY47" fmla="*/ 555526 h 905044"/>
              <a:gd name="connsiteX48" fmla="*/ 348343 w 905044"/>
              <a:gd name="connsiteY48" fmla="*/ 555526 h 905044"/>
              <a:gd name="connsiteX49" fmla="*/ 348343 w 905044"/>
              <a:gd name="connsiteY49" fmla="*/ 503989 h 905044"/>
              <a:gd name="connsiteX50" fmla="*/ 290692 w 905044"/>
              <a:gd name="connsiteY50" fmla="*/ 503989 h 905044"/>
              <a:gd name="connsiteX51" fmla="*/ 761999 w 905044"/>
              <a:gd name="connsiteY51" fmla="*/ 415758 h 905044"/>
              <a:gd name="connsiteX52" fmla="*/ 651493 w 905044"/>
              <a:gd name="connsiteY52" fmla="*/ 435417 h 905044"/>
              <a:gd name="connsiteX53" fmla="*/ 651493 w 905044"/>
              <a:gd name="connsiteY53" fmla="*/ 473419 h 905044"/>
              <a:gd name="connsiteX54" fmla="*/ 761999 w 905044"/>
              <a:gd name="connsiteY54" fmla="*/ 473419 h 905044"/>
              <a:gd name="connsiteX55" fmla="*/ 761999 w 905044"/>
              <a:gd name="connsiteY55" fmla="*/ 473409 h 905044"/>
              <a:gd name="connsiteX56" fmla="*/ 132580 w 905044"/>
              <a:gd name="connsiteY56" fmla="*/ 404394 h 905044"/>
              <a:gd name="connsiteX57" fmla="*/ 93271 w 905044"/>
              <a:gd name="connsiteY57" fmla="*/ 442396 h 905044"/>
              <a:gd name="connsiteX58" fmla="*/ 132580 w 905044"/>
              <a:gd name="connsiteY58" fmla="*/ 480398 h 905044"/>
              <a:gd name="connsiteX59" fmla="*/ 171899 w 905044"/>
              <a:gd name="connsiteY59" fmla="*/ 442396 h 905044"/>
              <a:gd name="connsiteX60" fmla="*/ 132580 w 905044"/>
              <a:gd name="connsiteY60" fmla="*/ 404394 h 905044"/>
              <a:gd name="connsiteX61" fmla="*/ 452522 w 905044"/>
              <a:gd name="connsiteY61" fmla="*/ 0 h 905044"/>
              <a:gd name="connsiteX62" fmla="*/ 787720 w 905044"/>
              <a:gd name="connsiteY62" fmla="*/ 31656 h 905044"/>
              <a:gd name="connsiteX63" fmla="*/ 873388 w 905044"/>
              <a:gd name="connsiteY63" fmla="*/ 117324 h 905044"/>
              <a:gd name="connsiteX64" fmla="*/ 905044 w 905044"/>
              <a:gd name="connsiteY64" fmla="*/ 452523 h 905044"/>
              <a:gd name="connsiteX65" fmla="*/ 873388 w 905044"/>
              <a:gd name="connsiteY65" fmla="*/ 787720 h 905044"/>
              <a:gd name="connsiteX66" fmla="*/ 787720 w 905044"/>
              <a:gd name="connsiteY66" fmla="*/ 873388 h 905044"/>
              <a:gd name="connsiteX67" fmla="*/ 452522 w 905044"/>
              <a:gd name="connsiteY67" fmla="*/ 905044 h 905044"/>
              <a:gd name="connsiteX68" fmla="*/ 117324 w 905044"/>
              <a:gd name="connsiteY68" fmla="*/ 873388 h 905044"/>
              <a:gd name="connsiteX69" fmla="*/ 31656 w 905044"/>
              <a:gd name="connsiteY69" fmla="*/ 787720 h 905044"/>
              <a:gd name="connsiteX70" fmla="*/ 0 w 905044"/>
              <a:gd name="connsiteY70" fmla="*/ 452523 h 905044"/>
              <a:gd name="connsiteX71" fmla="*/ 31656 w 905044"/>
              <a:gd name="connsiteY71" fmla="*/ 117324 h 905044"/>
              <a:gd name="connsiteX72" fmla="*/ 117324 w 905044"/>
              <a:gd name="connsiteY72" fmla="*/ 31656 h 905044"/>
              <a:gd name="connsiteX73" fmla="*/ 452522 w 905044"/>
              <a:gd name="connsiteY73" fmla="*/ 0 h 90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905044" h="905044">
                <a:moveTo>
                  <a:pt x="489439" y="629348"/>
                </a:moveTo>
                <a:cubicBezTo>
                  <a:pt x="494679" y="629348"/>
                  <a:pt x="502985" y="629791"/>
                  <a:pt x="506042" y="630233"/>
                </a:cubicBezTo>
                <a:lnTo>
                  <a:pt x="506042" y="648133"/>
                </a:lnTo>
                <a:cubicBezTo>
                  <a:pt x="506042" y="672167"/>
                  <a:pt x="489872" y="688759"/>
                  <a:pt x="466723" y="688759"/>
                </a:cubicBezTo>
                <a:cubicBezTo>
                  <a:pt x="446189" y="688759"/>
                  <a:pt x="433528" y="679588"/>
                  <a:pt x="433528" y="661235"/>
                </a:cubicBezTo>
                <a:cubicBezTo>
                  <a:pt x="433528" y="640268"/>
                  <a:pt x="453630" y="629348"/>
                  <a:pt x="489439" y="629348"/>
                </a:cubicBezTo>
                <a:close/>
                <a:moveTo>
                  <a:pt x="602138" y="503989"/>
                </a:moveTo>
                <a:lnTo>
                  <a:pt x="602138" y="651190"/>
                </a:lnTo>
                <a:cubicBezTo>
                  <a:pt x="602148" y="703169"/>
                  <a:pt x="631844" y="736364"/>
                  <a:pt x="678574" y="736364"/>
                </a:cubicBezTo>
                <a:cubicBezTo>
                  <a:pt x="706097" y="736364"/>
                  <a:pt x="724882" y="726308"/>
                  <a:pt x="739725" y="706226"/>
                </a:cubicBezTo>
                <a:lnTo>
                  <a:pt x="740600" y="730682"/>
                </a:lnTo>
                <a:lnTo>
                  <a:pt x="804375" y="730682"/>
                </a:lnTo>
                <a:lnTo>
                  <a:pt x="804375" y="503989"/>
                </a:lnTo>
                <a:lnTo>
                  <a:pt x="737985" y="503989"/>
                </a:lnTo>
                <a:lnTo>
                  <a:pt x="737985" y="637644"/>
                </a:lnTo>
                <a:cubicBezTo>
                  <a:pt x="737985" y="665167"/>
                  <a:pt x="724439" y="682635"/>
                  <a:pt x="702165" y="682635"/>
                </a:cubicBezTo>
                <a:cubicBezTo>
                  <a:pt x="680324" y="682635"/>
                  <a:pt x="668528" y="667782"/>
                  <a:pt x="668528" y="640268"/>
                </a:cubicBezTo>
                <a:lnTo>
                  <a:pt x="668528" y="503989"/>
                </a:lnTo>
                <a:close/>
                <a:moveTo>
                  <a:pt x="99385" y="503989"/>
                </a:moveTo>
                <a:lnTo>
                  <a:pt x="99385" y="730682"/>
                </a:lnTo>
                <a:lnTo>
                  <a:pt x="165775" y="730682"/>
                </a:lnTo>
                <a:lnTo>
                  <a:pt x="165775" y="503989"/>
                </a:lnTo>
                <a:close/>
                <a:moveTo>
                  <a:pt x="468483" y="498307"/>
                </a:moveTo>
                <a:cubicBezTo>
                  <a:pt x="435298" y="498307"/>
                  <a:pt x="407775" y="503547"/>
                  <a:pt x="381126" y="513592"/>
                </a:cubicBezTo>
                <a:lnTo>
                  <a:pt x="381126" y="566890"/>
                </a:lnTo>
                <a:cubicBezTo>
                  <a:pt x="407332" y="556834"/>
                  <a:pt x="433538" y="550720"/>
                  <a:pt x="458004" y="550720"/>
                </a:cubicBezTo>
                <a:cubicBezTo>
                  <a:pt x="488575" y="550720"/>
                  <a:pt x="505619" y="564697"/>
                  <a:pt x="505619" y="589164"/>
                </a:cubicBezTo>
                <a:cubicBezTo>
                  <a:pt x="500381" y="588731"/>
                  <a:pt x="491642" y="588289"/>
                  <a:pt x="483336" y="588289"/>
                </a:cubicBezTo>
                <a:cubicBezTo>
                  <a:pt x="413446" y="588289"/>
                  <a:pt x="369330" y="617120"/>
                  <a:pt x="369330" y="666475"/>
                </a:cubicBezTo>
                <a:cubicBezTo>
                  <a:pt x="369320" y="709283"/>
                  <a:pt x="399458" y="736364"/>
                  <a:pt x="447073" y="736364"/>
                </a:cubicBezTo>
                <a:cubicBezTo>
                  <a:pt x="473722" y="736364"/>
                  <a:pt x="492939" y="725443"/>
                  <a:pt x="506485" y="707101"/>
                </a:cubicBezTo>
                <a:lnTo>
                  <a:pt x="507359" y="730682"/>
                </a:lnTo>
                <a:lnTo>
                  <a:pt x="569385" y="730682"/>
                </a:lnTo>
                <a:lnTo>
                  <a:pt x="569385" y="597460"/>
                </a:lnTo>
                <a:cubicBezTo>
                  <a:pt x="569385" y="532820"/>
                  <a:pt x="533133" y="498307"/>
                  <a:pt x="468483" y="498307"/>
                </a:cubicBezTo>
                <a:close/>
                <a:moveTo>
                  <a:pt x="290692" y="435407"/>
                </a:moveTo>
                <a:lnTo>
                  <a:pt x="224292" y="447192"/>
                </a:lnTo>
                <a:lnTo>
                  <a:pt x="224292" y="503989"/>
                </a:lnTo>
                <a:lnTo>
                  <a:pt x="191107" y="503989"/>
                </a:lnTo>
                <a:lnTo>
                  <a:pt x="191107" y="555526"/>
                </a:lnTo>
                <a:lnTo>
                  <a:pt x="224302" y="555526"/>
                </a:lnTo>
                <a:lnTo>
                  <a:pt x="224302" y="652497"/>
                </a:lnTo>
                <a:cubicBezTo>
                  <a:pt x="224302" y="707534"/>
                  <a:pt x="253142" y="735057"/>
                  <a:pt x="304237" y="735057"/>
                </a:cubicBezTo>
                <a:cubicBezTo>
                  <a:pt x="322589" y="735057"/>
                  <a:pt x="337875" y="732865"/>
                  <a:pt x="345296" y="730682"/>
                </a:cubicBezTo>
                <a:lnTo>
                  <a:pt x="345296" y="680020"/>
                </a:lnTo>
                <a:cubicBezTo>
                  <a:pt x="340489" y="681328"/>
                  <a:pt x="331751" y="682635"/>
                  <a:pt x="321704" y="682635"/>
                </a:cubicBezTo>
                <a:cubicBezTo>
                  <a:pt x="300305" y="682635"/>
                  <a:pt x="290692" y="672157"/>
                  <a:pt x="290692" y="648122"/>
                </a:cubicBezTo>
                <a:lnTo>
                  <a:pt x="290692" y="555526"/>
                </a:lnTo>
                <a:lnTo>
                  <a:pt x="348343" y="555526"/>
                </a:lnTo>
                <a:lnTo>
                  <a:pt x="348343" y="503989"/>
                </a:lnTo>
                <a:lnTo>
                  <a:pt x="290692" y="503989"/>
                </a:lnTo>
                <a:close/>
                <a:moveTo>
                  <a:pt x="761999" y="415758"/>
                </a:moveTo>
                <a:lnTo>
                  <a:pt x="651493" y="435417"/>
                </a:lnTo>
                <a:lnTo>
                  <a:pt x="651493" y="473419"/>
                </a:lnTo>
                <a:lnTo>
                  <a:pt x="761999" y="473419"/>
                </a:lnTo>
                <a:lnTo>
                  <a:pt x="761999" y="473409"/>
                </a:lnTo>
                <a:close/>
                <a:moveTo>
                  <a:pt x="132580" y="404394"/>
                </a:moveTo>
                <a:cubicBezTo>
                  <a:pt x="109431" y="404394"/>
                  <a:pt x="93271" y="420122"/>
                  <a:pt x="93271" y="442396"/>
                </a:cubicBezTo>
                <a:cubicBezTo>
                  <a:pt x="93271" y="465112"/>
                  <a:pt x="109431" y="480398"/>
                  <a:pt x="132580" y="480398"/>
                </a:cubicBezTo>
                <a:cubicBezTo>
                  <a:pt x="155739" y="480398"/>
                  <a:pt x="171899" y="464680"/>
                  <a:pt x="171899" y="442396"/>
                </a:cubicBezTo>
                <a:cubicBezTo>
                  <a:pt x="171899" y="419679"/>
                  <a:pt x="155739" y="404394"/>
                  <a:pt x="132580" y="404394"/>
                </a:cubicBezTo>
                <a:close/>
                <a:moveTo>
                  <a:pt x="452522" y="0"/>
                </a:moveTo>
                <a:cubicBezTo>
                  <a:pt x="584739" y="0"/>
                  <a:pt x="705784" y="11172"/>
                  <a:pt x="787720" y="31656"/>
                </a:cubicBezTo>
                <a:cubicBezTo>
                  <a:pt x="838000" y="42829"/>
                  <a:pt x="864076" y="72625"/>
                  <a:pt x="873388" y="117324"/>
                </a:cubicBezTo>
                <a:cubicBezTo>
                  <a:pt x="892012" y="195530"/>
                  <a:pt x="905044" y="320305"/>
                  <a:pt x="905044" y="452523"/>
                </a:cubicBezTo>
                <a:cubicBezTo>
                  <a:pt x="905044" y="584739"/>
                  <a:pt x="892012" y="709514"/>
                  <a:pt x="873388" y="787720"/>
                </a:cubicBezTo>
                <a:cubicBezTo>
                  <a:pt x="864076" y="832409"/>
                  <a:pt x="838000" y="862205"/>
                  <a:pt x="787720" y="873388"/>
                </a:cubicBezTo>
                <a:cubicBezTo>
                  <a:pt x="705784" y="893872"/>
                  <a:pt x="584739" y="905044"/>
                  <a:pt x="452522" y="905044"/>
                </a:cubicBezTo>
                <a:cubicBezTo>
                  <a:pt x="320305" y="905044"/>
                  <a:pt x="199260" y="893872"/>
                  <a:pt x="117324" y="873388"/>
                </a:cubicBezTo>
                <a:cubicBezTo>
                  <a:pt x="67044" y="862215"/>
                  <a:pt x="40969" y="832419"/>
                  <a:pt x="31656" y="787720"/>
                </a:cubicBezTo>
                <a:cubicBezTo>
                  <a:pt x="13032" y="709514"/>
                  <a:pt x="0" y="584739"/>
                  <a:pt x="0" y="452523"/>
                </a:cubicBezTo>
                <a:cubicBezTo>
                  <a:pt x="0" y="320305"/>
                  <a:pt x="13032" y="195530"/>
                  <a:pt x="31656" y="117324"/>
                </a:cubicBezTo>
                <a:cubicBezTo>
                  <a:pt x="40969" y="72635"/>
                  <a:pt x="67044" y="42839"/>
                  <a:pt x="117324" y="31656"/>
                </a:cubicBezTo>
                <a:cubicBezTo>
                  <a:pt x="199260" y="11172"/>
                  <a:pt x="320305" y="0"/>
                  <a:pt x="45252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19">
            <a:extLst>
              <a:ext uri="{FF2B5EF4-FFF2-40B4-BE49-F238E27FC236}">
                <a16:creationId xmlns:a16="http://schemas.microsoft.com/office/drawing/2014/main" id="{A0C1234F-2719-1E0B-04BE-638B3362CB87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52405" y="5813095"/>
            <a:ext cx="1624264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pt-BR"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228600" lvl="0" indent="-228600">
              <a:lnSpc>
                <a:spcPct val="85000"/>
              </a:lnSpc>
              <a:spcBef>
                <a:spcPts val="0"/>
              </a:spcBef>
            </a:pPr>
            <a:r>
              <a:rPr lang="pt-BR"/>
              <a:t>00/00/2026</a:t>
            </a:r>
          </a:p>
        </p:txBody>
      </p:sp>
      <p:sp>
        <p:nvSpPr>
          <p:cNvPr id="17" name="Espaço Reservado para Texto 19">
            <a:extLst>
              <a:ext uri="{FF2B5EF4-FFF2-40B4-BE49-F238E27FC236}">
                <a16:creationId xmlns:a16="http://schemas.microsoft.com/office/drawing/2014/main" id="{2E33D37C-3DC9-5868-DCA2-CA996F06014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52405" y="5283845"/>
            <a:ext cx="4078216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pt-BR" sz="2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228600" lvl="0" indent="-228600">
              <a:lnSpc>
                <a:spcPct val="85000"/>
              </a:lnSpc>
              <a:spcBef>
                <a:spcPts val="0"/>
              </a:spcBef>
            </a:pPr>
            <a:r>
              <a:rPr lang="pt-BR"/>
              <a:t>Subtítulo da apresentação </a:t>
            </a:r>
          </a:p>
        </p:txBody>
      </p:sp>
      <p:sp>
        <p:nvSpPr>
          <p:cNvPr id="2" name="Espaço Reservado para Texto 19">
            <a:extLst>
              <a:ext uri="{FF2B5EF4-FFF2-40B4-BE49-F238E27FC236}">
                <a16:creationId xmlns:a16="http://schemas.microsoft.com/office/drawing/2014/main" id="{62B3615A-807E-2CD6-D56C-BAAE2038628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52404" y="4233847"/>
            <a:ext cx="4595871" cy="102220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4000">
                <a:solidFill>
                  <a:schemeClr val="accent4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Exemplo de título da apresentação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B349F5A3-35DD-3E90-BB5B-B030CC337E43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2BBDB343-FC4E-7708-F0D0-90235D1A791F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C9052634-08F1-E851-C200-D2A8E24E0200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49B932F3-EB29-0355-EFA4-D36B80E68263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84DFBA09-4525-B33D-8CB3-7840DEBE748A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CCAC90BD-03B9-C8B4-A5CC-358DB726EE21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489BA2DA-8633-F60E-D815-9AC1E820D04F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4D0121B9-6DE1-D47E-1506-719D8D7F413B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088922AD-8C62-6E16-4A1B-49CD71D866B2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AA7EB7BC-5756-3C64-9482-31D2A24690C6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CEA41FE0-4CFF-8627-FBF3-CD5CE61762CB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224A1C1F-75C8-010E-B849-6D04A80340F5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2F281A79-E96B-2AA7-6A01-5A5BA4513EE3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590E2C2-4586-3728-82D5-6C1AF4A7363A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85225C24-74F7-484C-024C-4872D6D3C4D7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F2F95671-D2D8-A483-56A3-2F52379D9BDF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EA5ADDE5-4D51-CD13-F5B7-D4CE0786869D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973E0EA9-D936-1E30-3E6E-5DD338A27EFD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DD9F822B-0A6E-9BD0-4BFE-59B2C7F84CA0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E50F86A5-85ED-8A5F-9E21-F2466F66B17E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BFF15258-CC9A-4559-0D07-AAE04FCBA84C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35C426BA-112B-52B1-F546-5C663AF978CC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DAF79EA7-58EE-8C18-8CC9-D17F97CAA943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48750F47-624C-5B4B-0F6C-9B534DA37587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33" name="Retângulo: Cantos Arredondados 32">
              <a:extLst>
                <a:ext uri="{FF2B5EF4-FFF2-40B4-BE49-F238E27FC236}">
                  <a16:creationId xmlns:a16="http://schemas.microsoft.com/office/drawing/2014/main" id="{50A25730-1FCF-0642-8A59-16505EC02F2F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D428F77F-C046-7E0B-84C3-5A3AF6E5053B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0F33E500-6EAC-7ECD-10C1-2172B8EEAEDB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8C25EEBF-3158-B178-63DA-24D9C66240EE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758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apa 3 fundo escur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áfico 11">
            <a:extLst>
              <a:ext uri="{FF2B5EF4-FFF2-40B4-BE49-F238E27FC236}">
                <a16:creationId xmlns:a16="http://schemas.microsoft.com/office/drawing/2014/main" id="{AC1F8FE5-FA62-DCFC-098C-BC011F8037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2463" r="37713"/>
          <a:stretch>
            <a:fillRect/>
          </a:stretch>
        </p:blipFill>
        <p:spPr>
          <a:xfrm>
            <a:off x="57151" y="0"/>
            <a:ext cx="12134850" cy="341665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A1EA5590-4A04-B782-2D06-3D8C028022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025"/>
          <a:stretch>
            <a:fillRect/>
          </a:stretch>
        </p:blipFill>
        <p:spPr>
          <a:xfrm>
            <a:off x="8902634" y="1028700"/>
            <a:ext cx="3289366" cy="498579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7A8CE6F-813D-1E98-DA5C-8D95B83C19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5420" t="82463" r="37713"/>
          <a:stretch>
            <a:fillRect/>
          </a:stretch>
        </p:blipFill>
        <p:spPr>
          <a:xfrm>
            <a:off x="8905875" y="0"/>
            <a:ext cx="3286125" cy="341665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C1DFFB97-93DD-96C1-39CF-0E8E0F6B0256}"/>
              </a:ext>
            </a:extLst>
          </p:cNvPr>
          <p:cNvSpPr txBox="1">
            <a:spLocks/>
          </p:cNvSpPr>
          <p:nvPr userDrawn="1"/>
        </p:nvSpPr>
        <p:spPr>
          <a:xfrm>
            <a:off x="729590" y="3025241"/>
            <a:ext cx="482538" cy="482538"/>
          </a:xfrm>
          <a:custGeom>
            <a:avLst/>
            <a:gdLst>
              <a:gd name="connsiteX0" fmla="*/ 489439 w 905044"/>
              <a:gd name="connsiteY0" fmla="*/ 629348 h 905044"/>
              <a:gd name="connsiteX1" fmla="*/ 506042 w 905044"/>
              <a:gd name="connsiteY1" fmla="*/ 630233 h 905044"/>
              <a:gd name="connsiteX2" fmla="*/ 506042 w 905044"/>
              <a:gd name="connsiteY2" fmla="*/ 648133 h 905044"/>
              <a:gd name="connsiteX3" fmla="*/ 466723 w 905044"/>
              <a:gd name="connsiteY3" fmla="*/ 688759 h 905044"/>
              <a:gd name="connsiteX4" fmla="*/ 433528 w 905044"/>
              <a:gd name="connsiteY4" fmla="*/ 661235 h 905044"/>
              <a:gd name="connsiteX5" fmla="*/ 489439 w 905044"/>
              <a:gd name="connsiteY5" fmla="*/ 629348 h 905044"/>
              <a:gd name="connsiteX6" fmla="*/ 602138 w 905044"/>
              <a:gd name="connsiteY6" fmla="*/ 503989 h 905044"/>
              <a:gd name="connsiteX7" fmla="*/ 602138 w 905044"/>
              <a:gd name="connsiteY7" fmla="*/ 651190 h 905044"/>
              <a:gd name="connsiteX8" fmla="*/ 678574 w 905044"/>
              <a:gd name="connsiteY8" fmla="*/ 736364 h 905044"/>
              <a:gd name="connsiteX9" fmla="*/ 739725 w 905044"/>
              <a:gd name="connsiteY9" fmla="*/ 706226 h 905044"/>
              <a:gd name="connsiteX10" fmla="*/ 740600 w 905044"/>
              <a:gd name="connsiteY10" fmla="*/ 730682 h 905044"/>
              <a:gd name="connsiteX11" fmla="*/ 804375 w 905044"/>
              <a:gd name="connsiteY11" fmla="*/ 730682 h 905044"/>
              <a:gd name="connsiteX12" fmla="*/ 804375 w 905044"/>
              <a:gd name="connsiteY12" fmla="*/ 503989 h 905044"/>
              <a:gd name="connsiteX13" fmla="*/ 737985 w 905044"/>
              <a:gd name="connsiteY13" fmla="*/ 503989 h 905044"/>
              <a:gd name="connsiteX14" fmla="*/ 737985 w 905044"/>
              <a:gd name="connsiteY14" fmla="*/ 637644 h 905044"/>
              <a:gd name="connsiteX15" fmla="*/ 702165 w 905044"/>
              <a:gd name="connsiteY15" fmla="*/ 682635 h 905044"/>
              <a:gd name="connsiteX16" fmla="*/ 668528 w 905044"/>
              <a:gd name="connsiteY16" fmla="*/ 640268 h 905044"/>
              <a:gd name="connsiteX17" fmla="*/ 668528 w 905044"/>
              <a:gd name="connsiteY17" fmla="*/ 503989 h 905044"/>
              <a:gd name="connsiteX18" fmla="*/ 99385 w 905044"/>
              <a:gd name="connsiteY18" fmla="*/ 503989 h 905044"/>
              <a:gd name="connsiteX19" fmla="*/ 99385 w 905044"/>
              <a:gd name="connsiteY19" fmla="*/ 730682 h 905044"/>
              <a:gd name="connsiteX20" fmla="*/ 165775 w 905044"/>
              <a:gd name="connsiteY20" fmla="*/ 730682 h 905044"/>
              <a:gd name="connsiteX21" fmla="*/ 165775 w 905044"/>
              <a:gd name="connsiteY21" fmla="*/ 503989 h 905044"/>
              <a:gd name="connsiteX22" fmla="*/ 468483 w 905044"/>
              <a:gd name="connsiteY22" fmla="*/ 498307 h 905044"/>
              <a:gd name="connsiteX23" fmla="*/ 381126 w 905044"/>
              <a:gd name="connsiteY23" fmla="*/ 513592 h 905044"/>
              <a:gd name="connsiteX24" fmla="*/ 381126 w 905044"/>
              <a:gd name="connsiteY24" fmla="*/ 566890 h 905044"/>
              <a:gd name="connsiteX25" fmla="*/ 458004 w 905044"/>
              <a:gd name="connsiteY25" fmla="*/ 550720 h 905044"/>
              <a:gd name="connsiteX26" fmla="*/ 505619 w 905044"/>
              <a:gd name="connsiteY26" fmla="*/ 589164 h 905044"/>
              <a:gd name="connsiteX27" fmla="*/ 483336 w 905044"/>
              <a:gd name="connsiteY27" fmla="*/ 588289 h 905044"/>
              <a:gd name="connsiteX28" fmla="*/ 369330 w 905044"/>
              <a:gd name="connsiteY28" fmla="*/ 666475 h 905044"/>
              <a:gd name="connsiteX29" fmla="*/ 447073 w 905044"/>
              <a:gd name="connsiteY29" fmla="*/ 736364 h 905044"/>
              <a:gd name="connsiteX30" fmla="*/ 506485 w 905044"/>
              <a:gd name="connsiteY30" fmla="*/ 707101 h 905044"/>
              <a:gd name="connsiteX31" fmla="*/ 507359 w 905044"/>
              <a:gd name="connsiteY31" fmla="*/ 730682 h 905044"/>
              <a:gd name="connsiteX32" fmla="*/ 569385 w 905044"/>
              <a:gd name="connsiteY32" fmla="*/ 730682 h 905044"/>
              <a:gd name="connsiteX33" fmla="*/ 569385 w 905044"/>
              <a:gd name="connsiteY33" fmla="*/ 597460 h 905044"/>
              <a:gd name="connsiteX34" fmla="*/ 468483 w 905044"/>
              <a:gd name="connsiteY34" fmla="*/ 498307 h 905044"/>
              <a:gd name="connsiteX35" fmla="*/ 290692 w 905044"/>
              <a:gd name="connsiteY35" fmla="*/ 435407 h 905044"/>
              <a:gd name="connsiteX36" fmla="*/ 224292 w 905044"/>
              <a:gd name="connsiteY36" fmla="*/ 447192 h 905044"/>
              <a:gd name="connsiteX37" fmla="*/ 224292 w 905044"/>
              <a:gd name="connsiteY37" fmla="*/ 503989 h 905044"/>
              <a:gd name="connsiteX38" fmla="*/ 191107 w 905044"/>
              <a:gd name="connsiteY38" fmla="*/ 503989 h 905044"/>
              <a:gd name="connsiteX39" fmla="*/ 191107 w 905044"/>
              <a:gd name="connsiteY39" fmla="*/ 555526 h 905044"/>
              <a:gd name="connsiteX40" fmla="*/ 224302 w 905044"/>
              <a:gd name="connsiteY40" fmla="*/ 555526 h 905044"/>
              <a:gd name="connsiteX41" fmla="*/ 224302 w 905044"/>
              <a:gd name="connsiteY41" fmla="*/ 652497 h 905044"/>
              <a:gd name="connsiteX42" fmla="*/ 304237 w 905044"/>
              <a:gd name="connsiteY42" fmla="*/ 735057 h 905044"/>
              <a:gd name="connsiteX43" fmla="*/ 345296 w 905044"/>
              <a:gd name="connsiteY43" fmla="*/ 730682 h 905044"/>
              <a:gd name="connsiteX44" fmla="*/ 345296 w 905044"/>
              <a:gd name="connsiteY44" fmla="*/ 680020 h 905044"/>
              <a:gd name="connsiteX45" fmla="*/ 321704 w 905044"/>
              <a:gd name="connsiteY45" fmla="*/ 682635 h 905044"/>
              <a:gd name="connsiteX46" fmla="*/ 290692 w 905044"/>
              <a:gd name="connsiteY46" fmla="*/ 648122 h 905044"/>
              <a:gd name="connsiteX47" fmla="*/ 290692 w 905044"/>
              <a:gd name="connsiteY47" fmla="*/ 555526 h 905044"/>
              <a:gd name="connsiteX48" fmla="*/ 348343 w 905044"/>
              <a:gd name="connsiteY48" fmla="*/ 555526 h 905044"/>
              <a:gd name="connsiteX49" fmla="*/ 348343 w 905044"/>
              <a:gd name="connsiteY49" fmla="*/ 503989 h 905044"/>
              <a:gd name="connsiteX50" fmla="*/ 290692 w 905044"/>
              <a:gd name="connsiteY50" fmla="*/ 503989 h 905044"/>
              <a:gd name="connsiteX51" fmla="*/ 761999 w 905044"/>
              <a:gd name="connsiteY51" fmla="*/ 415758 h 905044"/>
              <a:gd name="connsiteX52" fmla="*/ 651493 w 905044"/>
              <a:gd name="connsiteY52" fmla="*/ 435417 h 905044"/>
              <a:gd name="connsiteX53" fmla="*/ 651493 w 905044"/>
              <a:gd name="connsiteY53" fmla="*/ 473419 h 905044"/>
              <a:gd name="connsiteX54" fmla="*/ 761999 w 905044"/>
              <a:gd name="connsiteY54" fmla="*/ 473419 h 905044"/>
              <a:gd name="connsiteX55" fmla="*/ 761999 w 905044"/>
              <a:gd name="connsiteY55" fmla="*/ 473409 h 905044"/>
              <a:gd name="connsiteX56" fmla="*/ 132580 w 905044"/>
              <a:gd name="connsiteY56" fmla="*/ 404394 h 905044"/>
              <a:gd name="connsiteX57" fmla="*/ 93271 w 905044"/>
              <a:gd name="connsiteY57" fmla="*/ 442396 h 905044"/>
              <a:gd name="connsiteX58" fmla="*/ 132580 w 905044"/>
              <a:gd name="connsiteY58" fmla="*/ 480398 h 905044"/>
              <a:gd name="connsiteX59" fmla="*/ 171899 w 905044"/>
              <a:gd name="connsiteY59" fmla="*/ 442396 h 905044"/>
              <a:gd name="connsiteX60" fmla="*/ 132580 w 905044"/>
              <a:gd name="connsiteY60" fmla="*/ 404394 h 905044"/>
              <a:gd name="connsiteX61" fmla="*/ 452522 w 905044"/>
              <a:gd name="connsiteY61" fmla="*/ 0 h 905044"/>
              <a:gd name="connsiteX62" fmla="*/ 787720 w 905044"/>
              <a:gd name="connsiteY62" fmla="*/ 31656 h 905044"/>
              <a:gd name="connsiteX63" fmla="*/ 873388 w 905044"/>
              <a:gd name="connsiteY63" fmla="*/ 117324 h 905044"/>
              <a:gd name="connsiteX64" fmla="*/ 905044 w 905044"/>
              <a:gd name="connsiteY64" fmla="*/ 452523 h 905044"/>
              <a:gd name="connsiteX65" fmla="*/ 873388 w 905044"/>
              <a:gd name="connsiteY65" fmla="*/ 787720 h 905044"/>
              <a:gd name="connsiteX66" fmla="*/ 787720 w 905044"/>
              <a:gd name="connsiteY66" fmla="*/ 873388 h 905044"/>
              <a:gd name="connsiteX67" fmla="*/ 452522 w 905044"/>
              <a:gd name="connsiteY67" fmla="*/ 905044 h 905044"/>
              <a:gd name="connsiteX68" fmla="*/ 117324 w 905044"/>
              <a:gd name="connsiteY68" fmla="*/ 873388 h 905044"/>
              <a:gd name="connsiteX69" fmla="*/ 31656 w 905044"/>
              <a:gd name="connsiteY69" fmla="*/ 787720 h 905044"/>
              <a:gd name="connsiteX70" fmla="*/ 0 w 905044"/>
              <a:gd name="connsiteY70" fmla="*/ 452523 h 905044"/>
              <a:gd name="connsiteX71" fmla="*/ 31656 w 905044"/>
              <a:gd name="connsiteY71" fmla="*/ 117324 h 905044"/>
              <a:gd name="connsiteX72" fmla="*/ 117324 w 905044"/>
              <a:gd name="connsiteY72" fmla="*/ 31656 h 905044"/>
              <a:gd name="connsiteX73" fmla="*/ 452522 w 905044"/>
              <a:gd name="connsiteY73" fmla="*/ 0 h 90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905044" h="905044">
                <a:moveTo>
                  <a:pt x="489439" y="629348"/>
                </a:moveTo>
                <a:cubicBezTo>
                  <a:pt x="494679" y="629348"/>
                  <a:pt x="502985" y="629791"/>
                  <a:pt x="506042" y="630233"/>
                </a:cubicBezTo>
                <a:lnTo>
                  <a:pt x="506042" y="648133"/>
                </a:lnTo>
                <a:cubicBezTo>
                  <a:pt x="506042" y="672167"/>
                  <a:pt x="489872" y="688759"/>
                  <a:pt x="466723" y="688759"/>
                </a:cubicBezTo>
                <a:cubicBezTo>
                  <a:pt x="446189" y="688759"/>
                  <a:pt x="433528" y="679588"/>
                  <a:pt x="433528" y="661235"/>
                </a:cubicBezTo>
                <a:cubicBezTo>
                  <a:pt x="433528" y="640268"/>
                  <a:pt x="453630" y="629348"/>
                  <a:pt x="489439" y="629348"/>
                </a:cubicBezTo>
                <a:close/>
                <a:moveTo>
                  <a:pt x="602138" y="503989"/>
                </a:moveTo>
                <a:lnTo>
                  <a:pt x="602138" y="651190"/>
                </a:lnTo>
                <a:cubicBezTo>
                  <a:pt x="602148" y="703169"/>
                  <a:pt x="631844" y="736364"/>
                  <a:pt x="678574" y="736364"/>
                </a:cubicBezTo>
                <a:cubicBezTo>
                  <a:pt x="706097" y="736364"/>
                  <a:pt x="724882" y="726308"/>
                  <a:pt x="739725" y="706226"/>
                </a:cubicBezTo>
                <a:lnTo>
                  <a:pt x="740600" y="730682"/>
                </a:lnTo>
                <a:lnTo>
                  <a:pt x="804375" y="730682"/>
                </a:lnTo>
                <a:lnTo>
                  <a:pt x="804375" y="503989"/>
                </a:lnTo>
                <a:lnTo>
                  <a:pt x="737985" y="503989"/>
                </a:lnTo>
                <a:lnTo>
                  <a:pt x="737985" y="637644"/>
                </a:lnTo>
                <a:cubicBezTo>
                  <a:pt x="737985" y="665167"/>
                  <a:pt x="724439" y="682635"/>
                  <a:pt x="702165" y="682635"/>
                </a:cubicBezTo>
                <a:cubicBezTo>
                  <a:pt x="680324" y="682635"/>
                  <a:pt x="668528" y="667782"/>
                  <a:pt x="668528" y="640268"/>
                </a:cubicBezTo>
                <a:lnTo>
                  <a:pt x="668528" y="503989"/>
                </a:lnTo>
                <a:close/>
                <a:moveTo>
                  <a:pt x="99385" y="503989"/>
                </a:moveTo>
                <a:lnTo>
                  <a:pt x="99385" y="730682"/>
                </a:lnTo>
                <a:lnTo>
                  <a:pt x="165775" y="730682"/>
                </a:lnTo>
                <a:lnTo>
                  <a:pt x="165775" y="503989"/>
                </a:lnTo>
                <a:close/>
                <a:moveTo>
                  <a:pt x="468483" y="498307"/>
                </a:moveTo>
                <a:cubicBezTo>
                  <a:pt x="435298" y="498307"/>
                  <a:pt x="407775" y="503547"/>
                  <a:pt x="381126" y="513592"/>
                </a:cubicBezTo>
                <a:lnTo>
                  <a:pt x="381126" y="566890"/>
                </a:lnTo>
                <a:cubicBezTo>
                  <a:pt x="407332" y="556834"/>
                  <a:pt x="433538" y="550720"/>
                  <a:pt x="458004" y="550720"/>
                </a:cubicBezTo>
                <a:cubicBezTo>
                  <a:pt x="488575" y="550720"/>
                  <a:pt x="505619" y="564697"/>
                  <a:pt x="505619" y="589164"/>
                </a:cubicBezTo>
                <a:cubicBezTo>
                  <a:pt x="500381" y="588731"/>
                  <a:pt x="491642" y="588289"/>
                  <a:pt x="483336" y="588289"/>
                </a:cubicBezTo>
                <a:cubicBezTo>
                  <a:pt x="413446" y="588289"/>
                  <a:pt x="369330" y="617120"/>
                  <a:pt x="369330" y="666475"/>
                </a:cubicBezTo>
                <a:cubicBezTo>
                  <a:pt x="369320" y="709283"/>
                  <a:pt x="399458" y="736364"/>
                  <a:pt x="447073" y="736364"/>
                </a:cubicBezTo>
                <a:cubicBezTo>
                  <a:pt x="473722" y="736364"/>
                  <a:pt x="492939" y="725443"/>
                  <a:pt x="506485" y="707101"/>
                </a:cubicBezTo>
                <a:lnTo>
                  <a:pt x="507359" y="730682"/>
                </a:lnTo>
                <a:lnTo>
                  <a:pt x="569385" y="730682"/>
                </a:lnTo>
                <a:lnTo>
                  <a:pt x="569385" y="597460"/>
                </a:lnTo>
                <a:cubicBezTo>
                  <a:pt x="569385" y="532820"/>
                  <a:pt x="533133" y="498307"/>
                  <a:pt x="468483" y="498307"/>
                </a:cubicBezTo>
                <a:close/>
                <a:moveTo>
                  <a:pt x="290692" y="435407"/>
                </a:moveTo>
                <a:lnTo>
                  <a:pt x="224292" y="447192"/>
                </a:lnTo>
                <a:lnTo>
                  <a:pt x="224292" y="503989"/>
                </a:lnTo>
                <a:lnTo>
                  <a:pt x="191107" y="503989"/>
                </a:lnTo>
                <a:lnTo>
                  <a:pt x="191107" y="555526"/>
                </a:lnTo>
                <a:lnTo>
                  <a:pt x="224302" y="555526"/>
                </a:lnTo>
                <a:lnTo>
                  <a:pt x="224302" y="652497"/>
                </a:lnTo>
                <a:cubicBezTo>
                  <a:pt x="224302" y="707534"/>
                  <a:pt x="253142" y="735057"/>
                  <a:pt x="304237" y="735057"/>
                </a:cubicBezTo>
                <a:cubicBezTo>
                  <a:pt x="322589" y="735057"/>
                  <a:pt x="337875" y="732865"/>
                  <a:pt x="345296" y="730682"/>
                </a:cubicBezTo>
                <a:lnTo>
                  <a:pt x="345296" y="680020"/>
                </a:lnTo>
                <a:cubicBezTo>
                  <a:pt x="340489" y="681328"/>
                  <a:pt x="331751" y="682635"/>
                  <a:pt x="321704" y="682635"/>
                </a:cubicBezTo>
                <a:cubicBezTo>
                  <a:pt x="300305" y="682635"/>
                  <a:pt x="290692" y="672157"/>
                  <a:pt x="290692" y="648122"/>
                </a:cubicBezTo>
                <a:lnTo>
                  <a:pt x="290692" y="555526"/>
                </a:lnTo>
                <a:lnTo>
                  <a:pt x="348343" y="555526"/>
                </a:lnTo>
                <a:lnTo>
                  <a:pt x="348343" y="503989"/>
                </a:lnTo>
                <a:lnTo>
                  <a:pt x="290692" y="503989"/>
                </a:lnTo>
                <a:close/>
                <a:moveTo>
                  <a:pt x="761999" y="415758"/>
                </a:moveTo>
                <a:lnTo>
                  <a:pt x="651493" y="435417"/>
                </a:lnTo>
                <a:lnTo>
                  <a:pt x="651493" y="473419"/>
                </a:lnTo>
                <a:lnTo>
                  <a:pt x="761999" y="473419"/>
                </a:lnTo>
                <a:lnTo>
                  <a:pt x="761999" y="473409"/>
                </a:lnTo>
                <a:close/>
                <a:moveTo>
                  <a:pt x="132580" y="404394"/>
                </a:moveTo>
                <a:cubicBezTo>
                  <a:pt x="109431" y="404394"/>
                  <a:pt x="93271" y="420122"/>
                  <a:pt x="93271" y="442396"/>
                </a:cubicBezTo>
                <a:cubicBezTo>
                  <a:pt x="93271" y="465112"/>
                  <a:pt x="109431" y="480398"/>
                  <a:pt x="132580" y="480398"/>
                </a:cubicBezTo>
                <a:cubicBezTo>
                  <a:pt x="155739" y="480398"/>
                  <a:pt x="171899" y="464680"/>
                  <a:pt x="171899" y="442396"/>
                </a:cubicBezTo>
                <a:cubicBezTo>
                  <a:pt x="171899" y="419679"/>
                  <a:pt x="155739" y="404394"/>
                  <a:pt x="132580" y="404394"/>
                </a:cubicBezTo>
                <a:close/>
                <a:moveTo>
                  <a:pt x="452522" y="0"/>
                </a:moveTo>
                <a:cubicBezTo>
                  <a:pt x="584739" y="0"/>
                  <a:pt x="705784" y="11172"/>
                  <a:pt x="787720" y="31656"/>
                </a:cubicBezTo>
                <a:cubicBezTo>
                  <a:pt x="838000" y="42829"/>
                  <a:pt x="864076" y="72625"/>
                  <a:pt x="873388" y="117324"/>
                </a:cubicBezTo>
                <a:cubicBezTo>
                  <a:pt x="892012" y="195530"/>
                  <a:pt x="905044" y="320305"/>
                  <a:pt x="905044" y="452523"/>
                </a:cubicBezTo>
                <a:cubicBezTo>
                  <a:pt x="905044" y="584739"/>
                  <a:pt x="892012" y="709514"/>
                  <a:pt x="873388" y="787720"/>
                </a:cubicBezTo>
                <a:cubicBezTo>
                  <a:pt x="864076" y="832409"/>
                  <a:pt x="838000" y="862205"/>
                  <a:pt x="787720" y="873388"/>
                </a:cubicBezTo>
                <a:cubicBezTo>
                  <a:pt x="705784" y="893872"/>
                  <a:pt x="584739" y="905044"/>
                  <a:pt x="452522" y="905044"/>
                </a:cubicBezTo>
                <a:cubicBezTo>
                  <a:pt x="320305" y="905044"/>
                  <a:pt x="199260" y="893872"/>
                  <a:pt x="117324" y="873388"/>
                </a:cubicBezTo>
                <a:cubicBezTo>
                  <a:pt x="67044" y="862215"/>
                  <a:pt x="40969" y="832419"/>
                  <a:pt x="31656" y="787720"/>
                </a:cubicBezTo>
                <a:cubicBezTo>
                  <a:pt x="13032" y="709514"/>
                  <a:pt x="0" y="584739"/>
                  <a:pt x="0" y="452523"/>
                </a:cubicBezTo>
                <a:cubicBezTo>
                  <a:pt x="0" y="320305"/>
                  <a:pt x="13032" y="195530"/>
                  <a:pt x="31656" y="117324"/>
                </a:cubicBezTo>
                <a:cubicBezTo>
                  <a:pt x="40969" y="72635"/>
                  <a:pt x="67044" y="42839"/>
                  <a:pt x="117324" y="31656"/>
                </a:cubicBezTo>
                <a:cubicBezTo>
                  <a:pt x="199260" y="11172"/>
                  <a:pt x="320305" y="0"/>
                  <a:pt x="45252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19">
            <a:extLst>
              <a:ext uri="{FF2B5EF4-FFF2-40B4-BE49-F238E27FC236}">
                <a16:creationId xmlns:a16="http://schemas.microsoft.com/office/drawing/2014/main" id="{A0C1234F-2719-1E0B-04BE-638B3362CB87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52405" y="5813095"/>
            <a:ext cx="1624264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pt-BR" sz="1800">
                <a:solidFill>
                  <a:schemeClr val="bg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228600" lvl="0" indent="-228600">
              <a:lnSpc>
                <a:spcPct val="85000"/>
              </a:lnSpc>
              <a:spcBef>
                <a:spcPts val="0"/>
              </a:spcBef>
            </a:pPr>
            <a:r>
              <a:rPr lang="pt-BR"/>
              <a:t>00/00/2026</a:t>
            </a:r>
          </a:p>
        </p:txBody>
      </p:sp>
      <p:sp>
        <p:nvSpPr>
          <p:cNvPr id="17" name="Espaço Reservado para Texto 19">
            <a:extLst>
              <a:ext uri="{FF2B5EF4-FFF2-40B4-BE49-F238E27FC236}">
                <a16:creationId xmlns:a16="http://schemas.microsoft.com/office/drawing/2014/main" id="{2E33D37C-3DC9-5868-DCA2-CA996F06014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52405" y="5283845"/>
            <a:ext cx="4078216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pt-BR" sz="2800">
                <a:solidFill>
                  <a:schemeClr val="bg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228600" lvl="0" indent="-228600">
              <a:lnSpc>
                <a:spcPct val="85000"/>
              </a:lnSpc>
              <a:spcBef>
                <a:spcPts val="0"/>
              </a:spcBef>
            </a:pPr>
            <a:r>
              <a:rPr lang="pt-BR"/>
              <a:t>Subtítulo da apresentação </a:t>
            </a:r>
          </a:p>
        </p:txBody>
      </p:sp>
      <p:sp>
        <p:nvSpPr>
          <p:cNvPr id="2" name="Espaço Reservado para Texto 19">
            <a:extLst>
              <a:ext uri="{FF2B5EF4-FFF2-40B4-BE49-F238E27FC236}">
                <a16:creationId xmlns:a16="http://schemas.microsoft.com/office/drawing/2014/main" id="{0BC39629-D998-D370-169B-68813E4228D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52404" y="4233847"/>
            <a:ext cx="4595871" cy="102220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Exemplo de título da apresentação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1E868AC3-DCB7-2340-134F-FCFC3D40A97E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CE278896-0EFC-6EB6-590E-620FFD4A83BC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09F60978-6E38-5066-F4CB-7BF82BF3FD73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8FD409E8-8484-EFBF-628B-A07647D0A9D2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11003AFD-3921-94F1-C6FB-2B67D967FB75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DA4495FF-C936-C3F9-AB45-A3F33CCD1BBD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B45842D4-6886-1210-9475-8E247EF5B07E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27A2582E-CC93-4C92-AD10-B5F68BD82789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09A15368-DFDA-C0EC-0842-BE79E4009C0B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65FAB5B4-8067-3918-E124-DE235A76557D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E2BB17A2-846F-B7F3-A452-051BECCA1DDB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9D0313DE-EE78-9387-09E0-F2D9C7C7BC1F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D269F1BC-B1C4-3F6C-C8D1-A38BD4012A99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1D3A16A-64A7-0191-3A92-C53AF233F4CC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6A71AC4B-31D1-D767-7FBA-907CD4BFC11E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28BDA663-5B4A-7811-35BC-3A22B3223A11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068902F4-4042-8849-8F04-C77AAEC29819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9F01350B-583E-BA60-677E-5945DC9024E7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39EBA6D5-4389-290D-2E10-FCB133680127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55454792-F291-D2C6-0414-2A96C74D4977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7D80F7BC-0D39-629E-7DB7-E17EA514FA55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E0D3EADD-D9BA-C4AE-2434-0E43D415605B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14296D77-D6CE-A0F0-5F4F-5A18E9D8AEA8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DC164DAB-2BE0-465C-4838-77FECA2B5745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33" name="Retângulo: Cantos Arredondados 32">
              <a:extLst>
                <a:ext uri="{FF2B5EF4-FFF2-40B4-BE49-F238E27FC236}">
                  <a16:creationId xmlns:a16="http://schemas.microsoft.com/office/drawing/2014/main" id="{32AE0265-64D1-3121-3442-F09555F21F87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D5FF42D4-3C88-7B38-0722-161FC530FEA4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122D9FEE-E045-4FEA-79C0-1CC8EB58D755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D7F93C3C-A608-60EB-FA8D-6B445D239D9B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1215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pa 4 fundo clar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1EA5590-4A04-B782-2D06-3D8C028022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34025"/>
          <a:stretch>
            <a:fillRect/>
          </a:stretch>
        </p:blipFill>
        <p:spPr>
          <a:xfrm>
            <a:off x="8902634" y="1028700"/>
            <a:ext cx="3289366" cy="498579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AC1F8FE5-FA62-DCFC-098C-BC011F8037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2463" r="37713"/>
          <a:stretch>
            <a:fillRect/>
          </a:stretch>
        </p:blipFill>
        <p:spPr>
          <a:xfrm>
            <a:off x="57151" y="0"/>
            <a:ext cx="12134850" cy="341665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7A8CE6F-813D-1E98-DA5C-8D95B83C19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5420" t="82463" r="37713"/>
          <a:stretch>
            <a:fillRect/>
          </a:stretch>
        </p:blipFill>
        <p:spPr>
          <a:xfrm>
            <a:off x="8905875" y="0"/>
            <a:ext cx="3286125" cy="341665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C1DFFB97-93DD-96C1-39CF-0E8E0F6B0256}"/>
              </a:ext>
            </a:extLst>
          </p:cNvPr>
          <p:cNvSpPr txBox="1">
            <a:spLocks/>
          </p:cNvSpPr>
          <p:nvPr userDrawn="1"/>
        </p:nvSpPr>
        <p:spPr>
          <a:xfrm>
            <a:off x="729590" y="3025241"/>
            <a:ext cx="482538" cy="482538"/>
          </a:xfrm>
          <a:custGeom>
            <a:avLst/>
            <a:gdLst>
              <a:gd name="connsiteX0" fmla="*/ 489439 w 905044"/>
              <a:gd name="connsiteY0" fmla="*/ 629348 h 905044"/>
              <a:gd name="connsiteX1" fmla="*/ 506042 w 905044"/>
              <a:gd name="connsiteY1" fmla="*/ 630233 h 905044"/>
              <a:gd name="connsiteX2" fmla="*/ 506042 w 905044"/>
              <a:gd name="connsiteY2" fmla="*/ 648133 h 905044"/>
              <a:gd name="connsiteX3" fmla="*/ 466723 w 905044"/>
              <a:gd name="connsiteY3" fmla="*/ 688759 h 905044"/>
              <a:gd name="connsiteX4" fmla="*/ 433528 w 905044"/>
              <a:gd name="connsiteY4" fmla="*/ 661235 h 905044"/>
              <a:gd name="connsiteX5" fmla="*/ 489439 w 905044"/>
              <a:gd name="connsiteY5" fmla="*/ 629348 h 905044"/>
              <a:gd name="connsiteX6" fmla="*/ 602138 w 905044"/>
              <a:gd name="connsiteY6" fmla="*/ 503989 h 905044"/>
              <a:gd name="connsiteX7" fmla="*/ 602138 w 905044"/>
              <a:gd name="connsiteY7" fmla="*/ 651190 h 905044"/>
              <a:gd name="connsiteX8" fmla="*/ 678574 w 905044"/>
              <a:gd name="connsiteY8" fmla="*/ 736364 h 905044"/>
              <a:gd name="connsiteX9" fmla="*/ 739725 w 905044"/>
              <a:gd name="connsiteY9" fmla="*/ 706226 h 905044"/>
              <a:gd name="connsiteX10" fmla="*/ 740600 w 905044"/>
              <a:gd name="connsiteY10" fmla="*/ 730682 h 905044"/>
              <a:gd name="connsiteX11" fmla="*/ 804375 w 905044"/>
              <a:gd name="connsiteY11" fmla="*/ 730682 h 905044"/>
              <a:gd name="connsiteX12" fmla="*/ 804375 w 905044"/>
              <a:gd name="connsiteY12" fmla="*/ 503989 h 905044"/>
              <a:gd name="connsiteX13" fmla="*/ 737985 w 905044"/>
              <a:gd name="connsiteY13" fmla="*/ 503989 h 905044"/>
              <a:gd name="connsiteX14" fmla="*/ 737985 w 905044"/>
              <a:gd name="connsiteY14" fmla="*/ 637644 h 905044"/>
              <a:gd name="connsiteX15" fmla="*/ 702165 w 905044"/>
              <a:gd name="connsiteY15" fmla="*/ 682635 h 905044"/>
              <a:gd name="connsiteX16" fmla="*/ 668528 w 905044"/>
              <a:gd name="connsiteY16" fmla="*/ 640268 h 905044"/>
              <a:gd name="connsiteX17" fmla="*/ 668528 w 905044"/>
              <a:gd name="connsiteY17" fmla="*/ 503989 h 905044"/>
              <a:gd name="connsiteX18" fmla="*/ 99385 w 905044"/>
              <a:gd name="connsiteY18" fmla="*/ 503989 h 905044"/>
              <a:gd name="connsiteX19" fmla="*/ 99385 w 905044"/>
              <a:gd name="connsiteY19" fmla="*/ 730682 h 905044"/>
              <a:gd name="connsiteX20" fmla="*/ 165775 w 905044"/>
              <a:gd name="connsiteY20" fmla="*/ 730682 h 905044"/>
              <a:gd name="connsiteX21" fmla="*/ 165775 w 905044"/>
              <a:gd name="connsiteY21" fmla="*/ 503989 h 905044"/>
              <a:gd name="connsiteX22" fmla="*/ 468483 w 905044"/>
              <a:gd name="connsiteY22" fmla="*/ 498307 h 905044"/>
              <a:gd name="connsiteX23" fmla="*/ 381126 w 905044"/>
              <a:gd name="connsiteY23" fmla="*/ 513592 h 905044"/>
              <a:gd name="connsiteX24" fmla="*/ 381126 w 905044"/>
              <a:gd name="connsiteY24" fmla="*/ 566890 h 905044"/>
              <a:gd name="connsiteX25" fmla="*/ 458004 w 905044"/>
              <a:gd name="connsiteY25" fmla="*/ 550720 h 905044"/>
              <a:gd name="connsiteX26" fmla="*/ 505619 w 905044"/>
              <a:gd name="connsiteY26" fmla="*/ 589164 h 905044"/>
              <a:gd name="connsiteX27" fmla="*/ 483336 w 905044"/>
              <a:gd name="connsiteY27" fmla="*/ 588289 h 905044"/>
              <a:gd name="connsiteX28" fmla="*/ 369330 w 905044"/>
              <a:gd name="connsiteY28" fmla="*/ 666475 h 905044"/>
              <a:gd name="connsiteX29" fmla="*/ 447073 w 905044"/>
              <a:gd name="connsiteY29" fmla="*/ 736364 h 905044"/>
              <a:gd name="connsiteX30" fmla="*/ 506485 w 905044"/>
              <a:gd name="connsiteY30" fmla="*/ 707101 h 905044"/>
              <a:gd name="connsiteX31" fmla="*/ 507359 w 905044"/>
              <a:gd name="connsiteY31" fmla="*/ 730682 h 905044"/>
              <a:gd name="connsiteX32" fmla="*/ 569385 w 905044"/>
              <a:gd name="connsiteY32" fmla="*/ 730682 h 905044"/>
              <a:gd name="connsiteX33" fmla="*/ 569385 w 905044"/>
              <a:gd name="connsiteY33" fmla="*/ 597460 h 905044"/>
              <a:gd name="connsiteX34" fmla="*/ 468483 w 905044"/>
              <a:gd name="connsiteY34" fmla="*/ 498307 h 905044"/>
              <a:gd name="connsiteX35" fmla="*/ 290692 w 905044"/>
              <a:gd name="connsiteY35" fmla="*/ 435407 h 905044"/>
              <a:gd name="connsiteX36" fmla="*/ 224292 w 905044"/>
              <a:gd name="connsiteY36" fmla="*/ 447192 h 905044"/>
              <a:gd name="connsiteX37" fmla="*/ 224292 w 905044"/>
              <a:gd name="connsiteY37" fmla="*/ 503989 h 905044"/>
              <a:gd name="connsiteX38" fmla="*/ 191107 w 905044"/>
              <a:gd name="connsiteY38" fmla="*/ 503989 h 905044"/>
              <a:gd name="connsiteX39" fmla="*/ 191107 w 905044"/>
              <a:gd name="connsiteY39" fmla="*/ 555526 h 905044"/>
              <a:gd name="connsiteX40" fmla="*/ 224302 w 905044"/>
              <a:gd name="connsiteY40" fmla="*/ 555526 h 905044"/>
              <a:gd name="connsiteX41" fmla="*/ 224302 w 905044"/>
              <a:gd name="connsiteY41" fmla="*/ 652497 h 905044"/>
              <a:gd name="connsiteX42" fmla="*/ 304237 w 905044"/>
              <a:gd name="connsiteY42" fmla="*/ 735057 h 905044"/>
              <a:gd name="connsiteX43" fmla="*/ 345296 w 905044"/>
              <a:gd name="connsiteY43" fmla="*/ 730682 h 905044"/>
              <a:gd name="connsiteX44" fmla="*/ 345296 w 905044"/>
              <a:gd name="connsiteY44" fmla="*/ 680020 h 905044"/>
              <a:gd name="connsiteX45" fmla="*/ 321704 w 905044"/>
              <a:gd name="connsiteY45" fmla="*/ 682635 h 905044"/>
              <a:gd name="connsiteX46" fmla="*/ 290692 w 905044"/>
              <a:gd name="connsiteY46" fmla="*/ 648122 h 905044"/>
              <a:gd name="connsiteX47" fmla="*/ 290692 w 905044"/>
              <a:gd name="connsiteY47" fmla="*/ 555526 h 905044"/>
              <a:gd name="connsiteX48" fmla="*/ 348343 w 905044"/>
              <a:gd name="connsiteY48" fmla="*/ 555526 h 905044"/>
              <a:gd name="connsiteX49" fmla="*/ 348343 w 905044"/>
              <a:gd name="connsiteY49" fmla="*/ 503989 h 905044"/>
              <a:gd name="connsiteX50" fmla="*/ 290692 w 905044"/>
              <a:gd name="connsiteY50" fmla="*/ 503989 h 905044"/>
              <a:gd name="connsiteX51" fmla="*/ 761999 w 905044"/>
              <a:gd name="connsiteY51" fmla="*/ 415758 h 905044"/>
              <a:gd name="connsiteX52" fmla="*/ 651493 w 905044"/>
              <a:gd name="connsiteY52" fmla="*/ 435417 h 905044"/>
              <a:gd name="connsiteX53" fmla="*/ 651493 w 905044"/>
              <a:gd name="connsiteY53" fmla="*/ 473419 h 905044"/>
              <a:gd name="connsiteX54" fmla="*/ 761999 w 905044"/>
              <a:gd name="connsiteY54" fmla="*/ 473419 h 905044"/>
              <a:gd name="connsiteX55" fmla="*/ 761999 w 905044"/>
              <a:gd name="connsiteY55" fmla="*/ 473409 h 905044"/>
              <a:gd name="connsiteX56" fmla="*/ 132580 w 905044"/>
              <a:gd name="connsiteY56" fmla="*/ 404394 h 905044"/>
              <a:gd name="connsiteX57" fmla="*/ 93271 w 905044"/>
              <a:gd name="connsiteY57" fmla="*/ 442396 h 905044"/>
              <a:gd name="connsiteX58" fmla="*/ 132580 w 905044"/>
              <a:gd name="connsiteY58" fmla="*/ 480398 h 905044"/>
              <a:gd name="connsiteX59" fmla="*/ 171899 w 905044"/>
              <a:gd name="connsiteY59" fmla="*/ 442396 h 905044"/>
              <a:gd name="connsiteX60" fmla="*/ 132580 w 905044"/>
              <a:gd name="connsiteY60" fmla="*/ 404394 h 905044"/>
              <a:gd name="connsiteX61" fmla="*/ 452522 w 905044"/>
              <a:gd name="connsiteY61" fmla="*/ 0 h 905044"/>
              <a:gd name="connsiteX62" fmla="*/ 787720 w 905044"/>
              <a:gd name="connsiteY62" fmla="*/ 31656 h 905044"/>
              <a:gd name="connsiteX63" fmla="*/ 873388 w 905044"/>
              <a:gd name="connsiteY63" fmla="*/ 117324 h 905044"/>
              <a:gd name="connsiteX64" fmla="*/ 905044 w 905044"/>
              <a:gd name="connsiteY64" fmla="*/ 452523 h 905044"/>
              <a:gd name="connsiteX65" fmla="*/ 873388 w 905044"/>
              <a:gd name="connsiteY65" fmla="*/ 787720 h 905044"/>
              <a:gd name="connsiteX66" fmla="*/ 787720 w 905044"/>
              <a:gd name="connsiteY66" fmla="*/ 873388 h 905044"/>
              <a:gd name="connsiteX67" fmla="*/ 452522 w 905044"/>
              <a:gd name="connsiteY67" fmla="*/ 905044 h 905044"/>
              <a:gd name="connsiteX68" fmla="*/ 117324 w 905044"/>
              <a:gd name="connsiteY68" fmla="*/ 873388 h 905044"/>
              <a:gd name="connsiteX69" fmla="*/ 31656 w 905044"/>
              <a:gd name="connsiteY69" fmla="*/ 787720 h 905044"/>
              <a:gd name="connsiteX70" fmla="*/ 0 w 905044"/>
              <a:gd name="connsiteY70" fmla="*/ 452523 h 905044"/>
              <a:gd name="connsiteX71" fmla="*/ 31656 w 905044"/>
              <a:gd name="connsiteY71" fmla="*/ 117324 h 905044"/>
              <a:gd name="connsiteX72" fmla="*/ 117324 w 905044"/>
              <a:gd name="connsiteY72" fmla="*/ 31656 h 905044"/>
              <a:gd name="connsiteX73" fmla="*/ 452522 w 905044"/>
              <a:gd name="connsiteY73" fmla="*/ 0 h 90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905044" h="905044">
                <a:moveTo>
                  <a:pt x="489439" y="629348"/>
                </a:moveTo>
                <a:cubicBezTo>
                  <a:pt x="494679" y="629348"/>
                  <a:pt x="502985" y="629791"/>
                  <a:pt x="506042" y="630233"/>
                </a:cubicBezTo>
                <a:lnTo>
                  <a:pt x="506042" y="648133"/>
                </a:lnTo>
                <a:cubicBezTo>
                  <a:pt x="506042" y="672167"/>
                  <a:pt x="489872" y="688759"/>
                  <a:pt x="466723" y="688759"/>
                </a:cubicBezTo>
                <a:cubicBezTo>
                  <a:pt x="446189" y="688759"/>
                  <a:pt x="433528" y="679588"/>
                  <a:pt x="433528" y="661235"/>
                </a:cubicBezTo>
                <a:cubicBezTo>
                  <a:pt x="433528" y="640268"/>
                  <a:pt x="453630" y="629348"/>
                  <a:pt x="489439" y="629348"/>
                </a:cubicBezTo>
                <a:close/>
                <a:moveTo>
                  <a:pt x="602138" y="503989"/>
                </a:moveTo>
                <a:lnTo>
                  <a:pt x="602138" y="651190"/>
                </a:lnTo>
                <a:cubicBezTo>
                  <a:pt x="602148" y="703169"/>
                  <a:pt x="631844" y="736364"/>
                  <a:pt x="678574" y="736364"/>
                </a:cubicBezTo>
                <a:cubicBezTo>
                  <a:pt x="706097" y="736364"/>
                  <a:pt x="724882" y="726308"/>
                  <a:pt x="739725" y="706226"/>
                </a:cubicBezTo>
                <a:lnTo>
                  <a:pt x="740600" y="730682"/>
                </a:lnTo>
                <a:lnTo>
                  <a:pt x="804375" y="730682"/>
                </a:lnTo>
                <a:lnTo>
                  <a:pt x="804375" y="503989"/>
                </a:lnTo>
                <a:lnTo>
                  <a:pt x="737985" y="503989"/>
                </a:lnTo>
                <a:lnTo>
                  <a:pt x="737985" y="637644"/>
                </a:lnTo>
                <a:cubicBezTo>
                  <a:pt x="737985" y="665167"/>
                  <a:pt x="724439" y="682635"/>
                  <a:pt x="702165" y="682635"/>
                </a:cubicBezTo>
                <a:cubicBezTo>
                  <a:pt x="680324" y="682635"/>
                  <a:pt x="668528" y="667782"/>
                  <a:pt x="668528" y="640268"/>
                </a:cubicBezTo>
                <a:lnTo>
                  <a:pt x="668528" y="503989"/>
                </a:lnTo>
                <a:close/>
                <a:moveTo>
                  <a:pt x="99385" y="503989"/>
                </a:moveTo>
                <a:lnTo>
                  <a:pt x="99385" y="730682"/>
                </a:lnTo>
                <a:lnTo>
                  <a:pt x="165775" y="730682"/>
                </a:lnTo>
                <a:lnTo>
                  <a:pt x="165775" y="503989"/>
                </a:lnTo>
                <a:close/>
                <a:moveTo>
                  <a:pt x="468483" y="498307"/>
                </a:moveTo>
                <a:cubicBezTo>
                  <a:pt x="435298" y="498307"/>
                  <a:pt x="407775" y="503547"/>
                  <a:pt x="381126" y="513592"/>
                </a:cubicBezTo>
                <a:lnTo>
                  <a:pt x="381126" y="566890"/>
                </a:lnTo>
                <a:cubicBezTo>
                  <a:pt x="407332" y="556834"/>
                  <a:pt x="433538" y="550720"/>
                  <a:pt x="458004" y="550720"/>
                </a:cubicBezTo>
                <a:cubicBezTo>
                  <a:pt x="488575" y="550720"/>
                  <a:pt x="505619" y="564697"/>
                  <a:pt x="505619" y="589164"/>
                </a:cubicBezTo>
                <a:cubicBezTo>
                  <a:pt x="500381" y="588731"/>
                  <a:pt x="491642" y="588289"/>
                  <a:pt x="483336" y="588289"/>
                </a:cubicBezTo>
                <a:cubicBezTo>
                  <a:pt x="413446" y="588289"/>
                  <a:pt x="369330" y="617120"/>
                  <a:pt x="369330" y="666475"/>
                </a:cubicBezTo>
                <a:cubicBezTo>
                  <a:pt x="369320" y="709283"/>
                  <a:pt x="399458" y="736364"/>
                  <a:pt x="447073" y="736364"/>
                </a:cubicBezTo>
                <a:cubicBezTo>
                  <a:pt x="473722" y="736364"/>
                  <a:pt x="492939" y="725443"/>
                  <a:pt x="506485" y="707101"/>
                </a:cubicBezTo>
                <a:lnTo>
                  <a:pt x="507359" y="730682"/>
                </a:lnTo>
                <a:lnTo>
                  <a:pt x="569385" y="730682"/>
                </a:lnTo>
                <a:lnTo>
                  <a:pt x="569385" y="597460"/>
                </a:lnTo>
                <a:cubicBezTo>
                  <a:pt x="569385" y="532820"/>
                  <a:pt x="533133" y="498307"/>
                  <a:pt x="468483" y="498307"/>
                </a:cubicBezTo>
                <a:close/>
                <a:moveTo>
                  <a:pt x="290692" y="435407"/>
                </a:moveTo>
                <a:lnTo>
                  <a:pt x="224292" y="447192"/>
                </a:lnTo>
                <a:lnTo>
                  <a:pt x="224292" y="503989"/>
                </a:lnTo>
                <a:lnTo>
                  <a:pt x="191107" y="503989"/>
                </a:lnTo>
                <a:lnTo>
                  <a:pt x="191107" y="555526"/>
                </a:lnTo>
                <a:lnTo>
                  <a:pt x="224302" y="555526"/>
                </a:lnTo>
                <a:lnTo>
                  <a:pt x="224302" y="652497"/>
                </a:lnTo>
                <a:cubicBezTo>
                  <a:pt x="224302" y="707534"/>
                  <a:pt x="253142" y="735057"/>
                  <a:pt x="304237" y="735057"/>
                </a:cubicBezTo>
                <a:cubicBezTo>
                  <a:pt x="322589" y="735057"/>
                  <a:pt x="337875" y="732865"/>
                  <a:pt x="345296" y="730682"/>
                </a:cubicBezTo>
                <a:lnTo>
                  <a:pt x="345296" y="680020"/>
                </a:lnTo>
                <a:cubicBezTo>
                  <a:pt x="340489" y="681328"/>
                  <a:pt x="331751" y="682635"/>
                  <a:pt x="321704" y="682635"/>
                </a:cubicBezTo>
                <a:cubicBezTo>
                  <a:pt x="300305" y="682635"/>
                  <a:pt x="290692" y="672157"/>
                  <a:pt x="290692" y="648122"/>
                </a:cubicBezTo>
                <a:lnTo>
                  <a:pt x="290692" y="555526"/>
                </a:lnTo>
                <a:lnTo>
                  <a:pt x="348343" y="555526"/>
                </a:lnTo>
                <a:lnTo>
                  <a:pt x="348343" y="503989"/>
                </a:lnTo>
                <a:lnTo>
                  <a:pt x="290692" y="503989"/>
                </a:lnTo>
                <a:close/>
                <a:moveTo>
                  <a:pt x="761999" y="415758"/>
                </a:moveTo>
                <a:lnTo>
                  <a:pt x="651493" y="435417"/>
                </a:lnTo>
                <a:lnTo>
                  <a:pt x="651493" y="473419"/>
                </a:lnTo>
                <a:lnTo>
                  <a:pt x="761999" y="473419"/>
                </a:lnTo>
                <a:lnTo>
                  <a:pt x="761999" y="473409"/>
                </a:lnTo>
                <a:close/>
                <a:moveTo>
                  <a:pt x="132580" y="404394"/>
                </a:moveTo>
                <a:cubicBezTo>
                  <a:pt x="109431" y="404394"/>
                  <a:pt x="93271" y="420122"/>
                  <a:pt x="93271" y="442396"/>
                </a:cubicBezTo>
                <a:cubicBezTo>
                  <a:pt x="93271" y="465112"/>
                  <a:pt x="109431" y="480398"/>
                  <a:pt x="132580" y="480398"/>
                </a:cubicBezTo>
                <a:cubicBezTo>
                  <a:pt x="155739" y="480398"/>
                  <a:pt x="171899" y="464680"/>
                  <a:pt x="171899" y="442396"/>
                </a:cubicBezTo>
                <a:cubicBezTo>
                  <a:pt x="171899" y="419679"/>
                  <a:pt x="155739" y="404394"/>
                  <a:pt x="132580" y="404394"/>
                </a:cubicBezTo>
                <a:close/>
                <a:moveTo>
                  <a:pt x="452522" y="0"/>
                </a:moveTo>
                <a:cubicBezTo>
                  <a:pt x="584739" y="0"/>
                  <a:pt x="705784" y="11172"/>
                  <a:pt x="787720" y="31656"/>
                </a:cubicBezTo>
                <a:cubicBezTo>
                  <a:pt x="838000" y="42829"/>
                  <a:pt x="864076" y="72625"/>
                  <a:pt x="873388" y="117324"/>
                </a:cubicBezTo>
                <a:cubicBezTo>
                  <a:pt x="892012" y="195530"/>
                  <a:pt x="905044" y="320305"/>
                  <a:pt x="905044" y="452523"/>
                </a:cubicBezTo>
                <a:cubicBezTo>
                  <a:pt x="905044" y="584739"/>
                  <a:pt x="892012" y="709514"/>
                  <a:pt x="873388" y="787720"/>
                </a:cubicBezTo>
                <a:cubicBezTo>
                  <a:pt x="864076" y="832409"/>
                  <a:pt x="838000" y="862205"/>
                  <a:pt x="787720" y="873388"/>
                </a:cubicBezTo>
                <a:cubicBezTo>
                  <a:pt x="705784" y="893872"/>
                  <a:pt x="584739" y="905044"/>
                  <a:pt x="452522" y="905044"/>
                </a:cubicBezTo>
                <a:cubicBezTo>
                  <a:pt x="320305" y="905044"/>
                  <a:pt x="199260" y="893872"/>
                  <a:pt x="117324" y="873388"/>
                </a:cubicBezTo>
                <a:cubicBezTo>
                  <a:pt x="67044" y="862215"/>
                  <a:pt x="40969" y="832419"/>
                  <a:pt x="31656" y="787720"/>
                </a:cubicBezTo>
                <a:cubicBezTo>
                  <a:pt x="13032" y="709514"/>
                  <a:pt x="0" y="584739"/>
                  <a:pt x="0" y="452523"/>
                </a:cubicBezTo>
                <a:cubicBezTo>
                  <a:pt x="0" y="320305"/>
                  <a:pt x="13032" y="195530"/>
                  <a:pt x="31656" y="117324"/>
                </a:cubicBezTo>
                <a:cubicBezTo>
                  <a:pt x="40969" y="72635"/>
                  <a:pt x="67044" y="42839"/>
                  <a:pt x="117324" y="31656"/>
                </a:cubicBezTo>
                <a:cubicBezTo>
                  <a:pt x="199260" y="11172"/>
                  <a:pt x="320305" y="0"/>
                  <a:pt x="45252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19">
            <a:extLst>
              <a:ext uri="{FF2B5EF4-FFF2-40B4-BE49-F238E27FC236}">
                <a16:creationId xmlns:a16="http://schemas.microsoft.com/office/drawing/2014/main" id="{A0C1234F-2719-1E0B-04BE-638B3362CB87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52405" y="5813095"/>
            <a:ext cx="1624264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pt-BR"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228600" lvl="0" indent="-228600">
              <a:lnSpc>
                <a:spcPct val="85000"/>
              </a:lnSpc>
              <a:spcBef>
                <a:spcPts val="0"/>
              </a:spcBef>
            </a:pPr>
            <a:r>
              <a:rPr lang="pt-BR"/>
              <a:t>00/00/2026</a:t>
            </a:r>
          </a:p>
        </p:txBody>
      </p:sp>
      <p:sp>
        <p:nvSpPr>
          <p:cNvPr id="17" name="Espaço Reservado para Texto 19">
            <a:extLst>
              <a:ext uri="{FF2B5EF4-FFF2-40B4-BE49-F238E27FC236}">
                <a16:creationId xmlns:a16="http://schemas.microsoft.com/office/drawing/2014/main" id="{2E33D37C-3DC9-5868-DCA2-CA996F06014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52405" y="5283845"/>
            <a:ext cx="4078216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pt-BR" sz="2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228600" lvl="0" indent="-228600">
              <a:lnSpc>
                <a:spcPct val="85000"/>
              </a:lnSpc>
              <a:spcBef>
                <a:spcPts val="0"/>
              </a:spcBef>
            </a:pPr>
            <a:r>
              <a:rPr lang="pt-BR"/>
              <a:t>Subtítulo da apresentação </a:t>
            </a:r>
          </a:p>
        </p:txBody>
      </p:sp>
      <p:sp>
        <p:nvSpPr>
          <p:cNvPr id="2" name="Espaço Reservado para Texto 19">
            <a:extLst>
              <a:ext uri="{FF2B5EF4-FFF2-40B4-BE49-F238E27FC236}">
                <a16:creationId xmlns:a16="http://schemas.microsoft.com/office/drawing/2014/main" id="{00C19495-2194-0A63-B707-F109C2A365E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52404" y="4233847"/>
            <a:ext cx="4595871" cy="102220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4000">
                <a:solidFill>
                  <a:schemeClr val="accent4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Exemplo de título da apresentação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BE351DC0-6710-A235-AA89-B83998D5D631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ECFF8D5D-EECC-65C9-448F-330CF306486B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FF0648FA-6601-F491-07EA-CE74EDB6B859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E0EF83E3-20BF-3005-085F-C4401477FD8A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DC0B3BC1-16BD-8982-0E1C-7A8F1918B39D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23717F94-7458-ABE2-3143-06F608393ED6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FBD63F7C-8640-8439-D411-77FC45E9E598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7AA246CA-8E71-0B66-8E73-92182E3AC105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3218FE2C-FA6C-085A-4E3A-866E14D8344B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60992748-F161-CB3B-D8D3-CBDDFFE377B7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5CD0C147-7F99-695A-EEFB-DB2DC3FA0C6F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FEC2F4DD-4CBE-73F6-EECE-36C51B598D1D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10C60D68-58E6-5900-A8AA-111D1E25214B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234F57E9-DF60-DFA0-8E9E-0F2665A24032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4A0A5039-A570-C8FE-12FE-85F3504F7D48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9B0DA7C1-B25C-0D61-97F5-7C659E300738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7E018B4C-7D09-4991-C41F-F2C47851D355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1870C345-FC07-7AB8-695C-C00303E32BE0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2A5EDA25-0AA4-F86B-AF3D-D60DD346345F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A2D47787-4272-E3AA-7ED1-920BF7B4A70D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C42C0DAD-75A7-E5E1-3042-55B18315A86F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6E63CDD7-0524-CF28-B6C3-086553DA3BCE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63FF5312-121C-664F-F017-89A3D36FD0E1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A43C6503-F738-C0ED-3074-1590CE767FF7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33" name="Retângulo: Cantos Arredondados 32">
              <a:extLst>
                <a:ext uri="{FF2B5EF4-FFF2-40B4-BE49-F238E27FC236}">
                  <a16:creationId xmlns:a16="http://schemas.microsoft.com/office/drawing/2014/main" id="{D5F51872-1E12-FA29-C3B2-5F46CC007E58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0B6755BB-E66D-1E0F-FB1F-B9E1714899CB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18378840-886E-46E8-1F5B-4C52DC02F373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3FA242F9-E179-E7F8-65E6-DECCF85E5DB6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8447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apa imagem 1_fundo clar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9DFD1CE2-9940-9E9A-1E3A-34616BE03DE9}"/>
              </a:ext>
            </a:extLst>
          </p:cNvPr>
          <p:cNvSpPr/>
          <p:nvPr userDrawn="1"/>
        </p:nvSpPr>
        <p:spPr>
          <a:xfrm>
            <a:off x="1" y="371535"/>
            <a:ext cx="5300027" cy="6130417"/>
          </a:xfrm>
          <a:custGeom>
            <a:avLst/>
            <a:gdLst>
              <a:gd name="connsiteX0" fmla="*/ 2235009 w 5300027"/>
              <a:gd name="connsiteY0" fmla="*/ 0 h 6130417"/>
              <a:gd name="connsiteX1" fmla="*/ 2234882 w 5300027"/>
              <a:gd name="connsiteY1" fmla="*/ 127 h 6130417"/>
              <a:gd name="connsiteX2" fmla="*/ 4505515 w 5300027"/>
              <a:gd name="connsiteY2" fmla="*/ 214503 h 6130417"/>
              <a:gd name="connsiteX3" fmla="*/ 5085651 w 5300027"/>
              <a:gd name="connsiteY3" fmla="*/ 794639 h 6130417"/>
              <a:gd name="connsiteX4" fmla="*/ 5300027 w 5300027"/>
              <a:gd name="connsiteY4" fmla="*/ 3065272 h 6130417"/>
              <a:gd name="connsiteX5" fmla="*/ 5085651 w 5300027"/>
              <a:gd name="connsiteY5" fmla="*/ 5335905 h 6130417"/>
              <a:gd name="connsiteX6" fmla="*/ 4505515 w 5300027"/>
              <a:gd name="connsiteY6" fmla="*/ 5916041 h 6130417"/>
              <a:gd name="connsiteX7" fmla="*/ 2234882 w 5300027"/>
              <a:gd name="connsiteY7" fmla="*/ 6130417 h 6130417"/>
              <a:gd name="connsiteX8" fmla="*/ 177241 w 5300027"/>
              <a:gd name="connsiteY8" fmla="*/ 5961497 h 6130417"/>
              <a:gd name="connsiteX9" fmla="*/ 0 w 5300027"/>
              <a:gd name="connsiteY9" fmla="*/ 5923671 h 6130417"/>
              <a:gd name="connsiteX10" fmla="*/ 0 w 5300027"/>
              <a:gd name="connsiteY10" fmla="*/ 5897722 h 6130417"/>
              <a:gd name="connsiteX11" fmla="*/ 191882 w 5300027"/>
              <a:gd name="connsiteY11" fmla="*/ 5938436 h 6130417"/>
              <a:gd name="connsiteX12" fmla="*/ 2235009 w 5300027"/>
              <a:gd name="connsiteY12" fmla="*/ 6105144 h 6130417"/>
              <a:gd name="connsiteX13" fmla="*/ 4499800 w 5300027"/>
              <a:gd name="connsiteY13" fmla="*/ 5891403 h 6130417"/>
              <a:gd name="connsiteX14" fmla="*/ 4500562 w 5300027"/>
              <a:gd name="connsiteY14" fmla="*/ 5891276 h 6130417"/>
              <a:gd name="connsiteX15" fmla="*/ 5061140 w 5300027"/>
              <a:gd name="connsiteY15" fmla="*/ 5330444 h 6130417"/>
              <a:gd name="connsiteX16" fmla="*/ 5061267 w 5300027"/>
              <a:gd name="connsiteY16" fmla="*/ 5329809 h 6130417"/>
              <a:gd name="connsiteX17" fmla="*/ 5274881 w 5300027"/>
              <a:gd name="connsiteY17" fmla="*/ 3065272 h 6130417"/>
              <a:gd name="connsiteX18" fmla="*/ 5061267 w 5300027"/>
              <a:gd name="connsiteY18" fmla="*/ 800735 h 6130417"/>
              <a:gd name="connsiteX19" fmla="*/ 5061140 w 5300027"/>
              <a:gd name="connsiteY19" fmla="*/ 800100 h 6130417"/>
              <a:gd name="connsiteX20" fmla="*/ 4500562 w 5300027"/>
              <a:gd name="connsiteY20" fmla="*/ 239268 h 6130417"/>
              <a:gd name="connsiteX21" fmla="*/ 4499800 w 5300027"/>
              <a:gd name="connsiteY21" fmla="*/ 239141 h 6130417"/>
              <a:gd name="connsiteX22" fmla="*/ 2235009 w 5300027"/>
              <a:gd name="connsiteY22" fmla="*/ 25400 h 6130417"/>
              <a:gd name="connsiteX23" fmla="*/ 191882 w 5300027"/>
              <a:gd name="connsiteY23" fmla="*/ 192108 h 6130417"/>
              <a:gd name="connsiteX24" fmla="*/ 0 w 5300027"/>
              <a:gd name="connsiteY24" fmla="*/ 232822 h 6130417"/>
              <a:gd name="connsiteX25" fmla="*/ 0 w 5300027"/>
              <a:gd name="connsiteY25" fmla="*/ 206778 h 6130417"/>
              <a:gd name="connsiteX26" fmla="*/ 177332 w 5300027"/>
              <a:gd name="connsiteY26" fmla="*/ 168957 h 6130417"/>
              <a:gd name="connsiteX27" fmla="*/ 2235009 w 5300027"/>
              <a:gd name="connsiteY27" fmla="*/ 0 h 61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300027" h="6130417">
                <a:moveTo>
                  <a:pt x="2235009" y="0"/>
                </a:moveTo>
                <a:lnTo>
                  <a:pt x="2234882" y="127"/>
                </a:lnTo>
                <a:cubicBezTo>
                  <a:pt x="3130486" y="127"/>
                  <a:pt x="3975544" y="88265"/>
                  <a:pt x="4505515" y="214503"/>
                </a:cubicBezTo>
                <a:cubicBezTo>
                  <a:pt x="4808156" y="277622"/>
                  <a:pt x="5009959" y="454025"/>
                  <a:pt x="5085651" y="794639"/>
                </a:cubicBezTo>
                <a:cubicBezTo>
                  <a:pt x="5224335" y="1349629"/>
                  <a:pt x="5300027" y="2169668"/>
                  <a:pt x="5300027" y="3065272"/>
                </a:cubicBezTo>
                <a:cubicBezTo>
                  <a:pt x="5300027" y="3960876"/>
                  <a:pt x="5224462" y="4780915"/>
                  <a:pt x="5085651" y="5335905"/>
                </a:cubicBezTo>
                <a:cubicBezTo>
                  <a:pt x="5009959" y="5676519"/>
                  <a:pt x="4808156" y="5852922"/>
                  <a:pt x="4505515" y="5916041"/>
                </a:cubicBezTo>
                <a:cubicBezTo>
                  <a:pt x="3975671" y="6042152"/>
                  <a:pt x="3130486" y="6130417"/>
                  <a:pt x="2234882" y="6130417"/>
                </a:cubicBezTo>
                <a:cubicBezTo>
                  <a:pt x="1451229" y="6130417"/>
                  <a:pt x="706274" y="6062937"/>
                  <a:pt x="177241" y="5961497"/>
                </a:cubicBezTo>
                <a:lnTo>
                  <a:pt x="0" y="5923671"/>
                </a:lnTo>
                <a:lnTo>
                  <a:pt x="0" y="5897722"/>
                </a:lnTo>
                <a:lnTo>
                  <a:pt x="191882" y="5938436"/>
                </a:lnTo>
                <a:cubicBezTo>
                  <a:pt x="740378" y="6042428"/>
                  <a:pt x="1497028" y="6105144"/>
                  <a:pt x="2235009" y="6105144"/>
                </a:cubicBezTo>
                <a:cubicBezTo>
                  <a:pt x="3078416" y="6105144"/>
                  <a:pt x="3946207" y="6023229"/>
                  <a:pt x="4499800" y="5891403"/>
                </a:cubicBezTo>
                <a:cubicBezTo>
                  <a:pt x="4500054" y="5891276"/>
                  <a:pt x="4500308" y="5891276"/>
                  <a:pt x="4500562" y="5891276"/>
                </a:cubicBezTo>
                <a:cubicBezTo>
                  <a:pt x="4808156" y="5827141"/>
                  <a:pt x="4991544" y="5643626"/>
                  <a:pt x="5061140" y="5330444"/>
                </a:cubicBezTo>
                <a:cubicBezTo>
                  <a:pt x="5061267" y="5330190"/>
                  <a:pt x="5061267" y="5330063"/>
                  <a:pt x="5061267" y="5329809"/>
                </a:cubicBezTo>
                <a:cubicBezTo>
                  <a:pt x="5199062" y="4778629"/>
                  <a:pt x="5274881" y="3974465"/>
                  <a:pt x="5274881" y="3065272"/>
                </a:cubicBezTo>
                <a:cubicBezTo>
                  <a:pt x="5274881" y="2156079"/>
                  <a:pt x="5199062" y="1351915"/>
                  <a:pt x="5061267" y="800735"/>
                </a:cubicBezTo>
                <a:cubicBezTo>
                  <a:pt x="5061140" y="800481"/>
                  <a:pt x="5061140" y="800354"/>
                  <a:pt x="5061140" y="800100"/>
                </a:cubicBezTo>
                <a:cubicBezTo>
                  <a:pt x="4991544" y="486791"/>
                  <a:pt x="4808156" y="303403"/>
                  <a:pt x="4500562" y="239268"/>
                </a:cubicBezTo>
                <a:cubicBezTo>
                  <a:pt x="4500308" y="239141"/>
                  <a:pt x="4500054" y="239141"/>
                  <a:pt x="4499800" y="239141"/>
                </a:cubicBezTo>
                <a:cubicBezTo>
                  <a:pt x="3946207" y="107315"/>
                  <a:pt x="3078416" y="25400"/>
                  <a:pt x="2235009" y="25400"/>
                </a:cubicBezTo>
                <a:cubicBezTo>
                  <a:pt x="1497028" y="25400"/>
                  <a:pt x="740378" y="88116"/>
                  <a:pt x="191882" y="192108"/>
                </a:cubicBezTo>
                <a:lnTo>
                  <a:pt x="0" y="232822"/>
                </a:lnTo>
                <a:lnTo>
                  <a:pt x="0" y="206778"/>
                </a:lnTo>
                <a:lnTo>
                  <a:pt x="177332" y="168957"/>
                </a:lnTo>
                <a:cubicBezTo>
                  <a:pt x="706304" y="67578"/>
                  <a:pt x="1451356" y="0"/>
                  <a:pt x="2235009" y="0"/>
                </a:cubicBezTo>
                <a:close/>
              </a:path>
            </a:pathLst>
          </a:custGeom>
          <a:solidFill>
            <a:schemeClr val="accent3"/>
          </a:solidFill>
          <a:ln w="12694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6C766B6B-72D8-F9CB-A776-5974A96B8CE0}"/>
              </a:ext>
            </a:extLst>
          </p:cNvPr>
          <p:cNvSpPr/>
          <p:nvPr userDrawn="1"/>
        </p:nvSpPr>
        <p:spPr>
          <a:xfrm>
            <a:off x="710439" y="1027175"/>
            <a:ext cx="4569205" cy="4961889"/>
          </a:xfrm>
          <a:custGeom>
            <a:avLst/>
            <a:gdLst>
              <a:gd name="connsiteX0" fmla="*/ 4355973 w 4569205"/>
              <a:gd name="connsiteY0" fmla="*/ 4664583 h 4961889"/>
              <a:gd name="connsiteX1" fmla="*/ 4569206 w 4569205"/>
              <a:gd name="connsiteY1" fmla="*/ 2406015 h 4961889"/>
              <a:gd name="connsiteX2" fmla="*/ 4369562 w 4569205"/>
              <a:gd name="connsiteY2" fmla="*/ 203708 h 4961889"/>
              <a:gd name="connsiteX3" fmla="*/ 4364990 w 4569205"/>
              <a:gd name="connsiteY3" fmla="*/ 184658 h 4961889"/>
              <a:gd name="connsiteX4" fmla="*/ 4319651 w 4569205"/>
              <a:gd name="connsiteY4" fmla="*/ 173609 h 4961889"/>
              <a:gd name="connsiteX5" fmla="*/ 2480945 w 4569205"/>
              <a:gd name="connsiteY5" fmla="*/ 0 h 4961889"/>
              <a:gd name="connsiteX6" fmla="*/ 642239 w 4569205"/>
              <a:gd name="connsiteY6" fmla="*/ 173609 h 4961889"/>
              <a:gd name="connsiteX7" fmla="*/ 173609 w 4569205"/>
              <a:gd name="connsiteY7" fmla="*/ 642239 h 4961889"/>
              <a:gd name="connsiteX8" fmla="*/ 0 w 4569205"/>
              <a:gd name="connsiteY8" fmla="*/ 2480945 h 4961889"/>
              <a:gd name="connsiteX9" fmla="*/ 173609 w 4569205"/>
              <a:gd name="connsiteY9" fmla="*/ 4319524 h 4961889"/>
              <a:gd name="connsiteX10" fmla="*/ 642239 w 4569205"/>
              <a:gd name="connsiteY10" fmla="*/ 4788281 h 4961889"/>
              <a:gd name="connsiteX11" fmla="*/ 2480945 w 4569205"/>
              <a:gd name="connsiteY11" fmla="*/ 4961890 h 4961889"/>
              <a:gd name="connsiteX12" fmla="*/ 4319524 w 4569205"/>
              <a:gd name="connsiteY12" fmla="*/ 4788281 h 4961889"/>
              <a:gd name="connsiteX13" fmla="*/ 4319778 w 4569205"/>
              <a:gd name="connsiteY13" fmla="*/ 4788281 h 4961889"/>
              <a:gd name="connsiteX14" fmla="*/ 4326890 w 4569205"/>
              <a:gd name="connsiteY14" fmla="*/ 4768850 h 4961889"/>
              <a:gd name="connsiteX15" fmla="*/ 4355846 w 4569205"/>
              <a:gd name="connsiteY15" fmla="*/ 4664583 h 4961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569205" h="4961889">
                <a:moveTo>
                  <a:pt x="4355973" y="4664583"/>
                </a:moveTo>
                <a:cubicBezTo>
                  <a:pt x="4493514" y="4114419"/>
                  <a:pt x="4569206" y="3312541"/>
                  <a:pt x="4569206" y="2406015"/>
                </a:cubicBezTo>
                <a:cubicBezTo>
                  <a:pt x="4569206" y="1499489"/>
                  <a:pt x="4498340" y="751459"/>
                  <a:pt x="4369562" y="203708"/>
                </a:cubicBezTo>
                <a:cubicBezTo>
                  <a:pt x="4368038" y="197231"/>
                  <a:pt x="4366514" y="191008"/>
                  <a:pt x="4364990" y="184658"/>
                </a:cubicBezTo>
                <a:cubicBezTo>
                  <a:pt x="4350004" y="180594"/>
                  <a:pt x="4334891" y="176911"/>
                  <a:pt x="4319651" y="173609"/>
                </a:cubicBezTo>
                <a:cubicBezTo>
                  <a:pt x="3863086" y="64897"/>
                  <a:pt x="3175762" y="0"/>
                  <a:pt x="2480945" y="0"/>
                </a:cubicBezTo>
                <a:cubicBezTo>
                  <a:pt x="1786128" y="0"/>
                  <a:pt x="1091946" y="66548"/>
                  <a:pt x="642239" y="173609"/>
                </a:cubicBezTo>
                <a:cubicBezTo>
                  <a:pt x="384937" y="227203"/>
                  <a:pt x="231648" y="380492"/>
                  <a:pt x="173609" y="642239"/>
                </a:cubicBezTo>
                <a:cubicBezTo>
                  <a:pt x="61595" y="1090041"/>
                  <a:pt x="0" y="1743075"/>
                  <a:pt x="0" y="2480945"/>
                </a:cubicBezTo>
                <a:cubicBezTo>
                  <a:pt x="0" y="3218815"/>
                  <a:pt x="61595" y="3871722"/>
                  <a:pt x="173609" y="4319524"/>
                </a:cubicBezTo>
                <a:cubicBezTo>
                  <a:pt x="231775" y="4581271"/>
                  <a:pt x="385064" y="4734560"/>
                  <a:pt x="642239" y="4788281"/>
                </a:cubicBezTo>
                <a:cubicBezTo>
                  <a:pt x="1091946" y="4895342"/>
                  <a:pt x="1796542" y="4961890"/>
                  <a:pt x="2480945" y="4961890"/>
                </a:cubicBezTo>
                <a:cubicBezTo>
                  <a:pt x="3165348" y="4961890"/>
                  <a:pt x="3863086" y="4896993"/>
                  <a:pt x="4319524" y="4788281"/>
                </a:cubicBezTo>
                <a:cubicBezTo>
                  <a:pt x="4319524" y="4788281"/>
                  <a:pt x="4319651" y="4788281"/>
                  <a:pt x="4319778" y="4788281"/>
                </a:cubicBezTo>
                <a:cubicBezTo>
                  <a:pt x="4322191" y="4781804"/>
                  <a:pt x="4324731" y="4775454"/>
                  <a:pt x="4326890" y="4768850"/>
                </a:cubicBezTo>
                <a:cubicBezTo>
                  <a:pt x="4338193" y="4735322"/>
                  <a:pt x="4347972" y="4700270"/>
                  <a:pt x="4355846" y="4664583"/>
                </a:cubicBezTo>
                <a:close/>
              </a:path>
            </a:pathLst>
          </a:custGeom>
          <a:noFill/>
          <a:ln w="12694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4" name="Espaço Reservado para Imagem 23">
            <a:extLst>
              <a:ext uri="{FF2B5EF4-FFF2-40B4-BE49-F238E27FC236}">
                <a16:creationId xmlns:a16="http://schemas.microsoft.com/office/drawing/2014/main" id="{F94693B3-32A9-79D1-45BD-3C4D1ED0D0FF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714376" y="1027739"/>
            <a:ext cx="4967289" cy="4967289"/>
          </a:xfrm>
          <a:custGeom>
            <a:avLst/>
            <a:gdLst>
              <a:gd name="connsiteX0" fmla="*/ 2483645 w 4967289"/>
              <a:gd name="connsiteY0" fmla="*/ 0 h 4967289"/>
              <a:gd name="connsiteX1" fmla="*/ 4323480 w 4967289"/>
              <a:gd name="connsiteY1" fmla="*/ 173734 h 4967289"/>
              <a:gd name="connsiteX2" fmla="*/ 4793555 w 4967289"/>
              <a:gd name="connsiteY2" fmla="*/ 643809 h 4967289"/>
              <a:gd name="connsiteX3" fmla="*/ 4967289 w 4967289"/>
              <a:gd name="connsiteY3" fmla="*/ 2483645 h 4967289"/>
              <a:gd name="connsiteX4" fmla="*/ 4793555 w 4967289"/>
              <a:gd name="connsiteY4" fmla="*/ 4323480 h 4967289"/>
              <a:gd name="connsiteX5" fmla="*/ 4323480 w 4967289"/>
              <a:gd name="connsiteY5" fmla="*/ 4793555 h 4967289"/>
              <a:gd name="connsiteX6" fmla="*/ 2483645 w 4967289"/>
              <a:gd name="connsiteY6" fmla="*/ 4967289 h 4967289"/>
              <a:gd name="connsiteX7" fmla="*/ 643809 w 4967289"/>
              <a:gd name="connsiteY7" fmla="*/ 4793555 h 4967289"/>
              <a:gd name="connsiteX8" fmla="*/ 173734 w 4967289"/>
              <a:gd name="connsiteY8" fmla="*/ 4323480 h 4967289"/>
              <a:gd name="connsiteX9" fmla="*/ 0 w 4967289"/>
              <a:gd name="connsiteY9" fmla="*/ 2483645 h 4967289"/>
              <a:gd name="connsiteX10" fmla="*/ 173734 w 4967289"/>
              <a:gd name="connsiteY10" fmla="*/ 643809 h 4967289"/>
              <a:gd name="connsiteX11" fmla="*/ 643809 w 4967289"/>
              <a:gd name="connsiteY11" fmla="*/ 173734 h 4967289"/>
              <a:gd name="connsiteX12" fmla="*/ 2483645 w 4967289"/>
              <a:gd name="connsiteY12" fmla="*/ 0 h 4967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67289" h="4967289">
                <a:moveTo>
                  <a:pt x="2483645" y="0"/>
                </a:moveTo>
                <a:cubicBezTo>
                  <a:pt x="3209353" y="0"/>
                  <a:pt x="3873758" y="61304"/>
                  <a:pt x="4323480" y="173734"/>
                </a:cubicBezTo>
                <a:cubicBezTo>
                  <a:pt x="4599468" y="235037"/>
                  <a:pt x="4742428" y="398595"/>
                  <a:pt x="4793555" y="643809"/>
                </a:cubicBezTo>
                <a:cubicBezTo>
                  <a:pt x="4895808" y="1073177"/>
                  <a:pt x="4967289" y="1757936"/>
                  <a:pt x="4967289" y="2483645"/>
                </a:cubicBezTo>
                <a:cubicBezTo>
                  <a:pt x="4967289" y="3209353"/>
                  <a:pt x="4895808" y="3894112"/>
                  <a:pt x="4793555" y="4323480"/>
                </a:cubicBezTo>
                <a:cubicBezTo>
                  <a:pt x="4742428" y="4568695"/>
                  <a:pt x="4599468" y="4732251"/>
                  <a:pt x="4323480" y="4793555"/>
                </a:cubicBezTo>
                <a:cubicBezTo>
                  <a:pt x="3873758" y="4905986"/>
                  <a:pt x="3209353" y="4967289"/>
                  <a:pt x="2483645" y="4967289"/>
                </a:cubicBezTo>
                <a:cubicBezTo>
                  <a:pt x="1757936" y="4967289"/>
                  <a:pt x="1093531" y="4905986"/>
                  <a:pt x="643809" y="4793555"/>
                </a:cubicBezTo>
                <a:cubicBezTo>
                  <a:pt x="367822" y="4732251"/>
                  <a:pt x="224861" y="4568695"/>
                  <a:pt x="173734" y="4323480"/>
                </a:cubicBezTo>
                <a:cubicBezTo>
                  <a:pt x="71480" y="3894112"/>
                  <a:pt x="0" y="3209353"/>
                  <a:pt x="0" y="2483645"/>
                </a:cubicBezTo>
                <a:cubicBezTo>
                  <a:pt x="0" y="1757936"/>
                  <a:pt x="71480" y="1073177"/>
                  <a:pt x="173734" y="643809"/>
                </a:cubicBezTo>
                <a:cubicBezTo>
                  <a:pt x="224861" y="398595"/>
                  <a:pt x="367822" y="235037"/>
                  <a:pt x="643809" y="173734"/>
                </a:cubicBezTo>
                <a:cubicBezTo>
                  <a:pt x="1093531" y="61304"/>
                  <a:pt x="1757936" y="0"/>
                  <a:pt x="2483645" y="0"/>
                </a:cubicBezTo>
                <a:close/>
              </a:path>
            </a:pathLst>
          </a:custGeom>
          <a:ln w="3175">
            <a:noFill/>
          </a:ln>
        </p:spPr>
        <p:txBody>
          <a:bodyPr wrap="square">
            <a:noAutofit/>
          </a:bodyPr>
          <a:lstStyle/>
          <a:p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B4F3B14-16C1-5AE1-9319-626835398866}"/>
              </a:ext>
            </a:extLst>
          </p:cNvPr>
          <p:cNvSpPr txBox="1">
            <a:spLocks/>
          </p:cNvSpPr>
          <p:nvPr userDrawn="1"/>
        </p:nvSpPr>
        <p:spPr>
          <a:xfrm>
            <a:off x="6493410" y="3379850"/>
            <a:ext cx="449998" cy="449998"/>
          </a:xfrm>
          <a:custGeom>
            <a:avLst/>
            <a:gdLst>
              <a:gd name="connsiteX0" fmla="*/ 489439 w 905044"/>
              <a:gd name="connsiteY0" fmla="*/ 629348 h 905044"/>
              <a:gd name="connsiteX1" fmla="*/ 506042 w 905044"/>
              <a:gd name="connsiteY1" fmla="*/ 630233 h 905044"/>
              <a:gd name="connsiteX2" fmla="*/ 506042 w 905044"/>
              <a:gd name="connsiteY2" fmla="*/ 648133 h 905044"/>
              <a:gd name="connsiteX3" fmla="*/ 466723 w 905044"/>
              <a:gd name="connsiteY3" fmla="*/ 688759 h 905044"/>
              <a:gd name="connsiteX4" fmla="*/ 433528 w 905044"/>
              <a:gd name="connsiteY4" fmla="*/ 661235 h 905044"/>
              <a:gd name="connsiteX5" fmla="*/ 489439 w 905044"/>
              <a:gd name="connsiteY5" fmla="*/ 629348 h 905044"/>
              <a:gd name="connsiteX6" fmla="*/ 602138 w 905044"/>
              <a:gd name="connsiteY6" fmla="*/ 503989 h 905044"/>
              <a:gd name="connsiteX7" fmla="*/ 602138 w 905044"/>
              <a:gd name="connsiteY7" fmla="*/ 651190 h 905044"/>
              <a:gd name="connsiteX8" fmla="*/ 678574 w 905044"/>
              <a:gd name="connsiteY8" fmla="*/ 736364 h 905044"/>
              <a:gd name="connsiteX9" fmla="*/ 739725 w 905044"/>
              <a:gd name="connsiteY9" fmla="*/ 706226 h 905044"/>
              <a:gd name="connsiteX10" fmla="*/ 740600 w 905044"/>
              <a:gd name="connsiteY10" fmla="*/ 730682 h 905044"/>
              <a:gd name="connsiteX11" fmla="*/ 804375 w 905044"/>
              <a:gd name="connsiteY11" fmla="*/ 730682 h 905044"/>
              <a:gd name="connsiteX12" fmla="*/ 804375 w 905044"/>
              <a:gd name="connsiteY12" fmla="*/ 503989 h 905044"/>
              <a:gd name="connsiteX13" fmla="*/ 737985 w 905044"/>
              <a:gd name="connsiteY13" fmla="*/ 503989 h 905044"/>
              <a:gd name="connsiteX14" fmla="*/ 737985 w 905044"/>
              <a:gd name="connsiteY14" fmla="*/ 637644 h 905044"/>
              <a:gd name="connsiteX15" fmla="*/ 702165 w 905044"/>
              <a:gd name="connsiteY15" fmla="*/ 682635 h 905044"/>
              <a:gd name="connsiteX16" fmla="*/ 668528 w 905044"/>
              <a:gd name="connsiteY16" fmla="*/ 640268 h 905044"/>
              <a:gd name="connsiteX17" fmla="*/ 668528 w 905044"/>
              <a:gd name="connsiteY17" fmla="*/ 503989 h 905044"/>
              <a:gd name="connsiteX18" fmla="*/ 99385 w 905044"/>
              <a:gd name="connsiteY18" fmla="*/ 503989 h 905044"/>
              <a:gd name="connsiteX19" fmla="*/ 99385 w 905044"/>
              <a:gd name="connsiteY19" fmla="*/ 730682 h 905044"/>
              <a:gd name="connsiteX20" fmla="*/ 165775 w 905044"/>
              <a:gd name="connsiteY20" fmla="*/ 730682 h 905044"/>
              <a:gd name="connsiteX21" fmla="*/ 165775 w 905044"/>
              <a:gd name="connsiteY21" fmla="*/ 503989 h 905044"/>
              <a:gd name="connsiteX22" fmla="*/ 468483 w 905044"/>
              <a:gd name="connsiteY22" fmla="*/ 498307 h 905044"/>
              <a:gd name="connsiteX23" fmla="*/ 381126 w 905044"/>
              <a:gd name="connsiteY23" fmla="*/ 513592 h 905044"/>
              <a:gd name="connsiteX24" fmla="*/ 381126 w 905044"/>
              <a:gd name="connsiteY24" fmla="*/ 566890 h 905044"/>
              <a:gd name="connsiteX25" fmla="*/ 458004 w 905044"/>
              <a:gd name="connsiteY25" fmla="*/ 550720 h 905044"/>
              <a:gd name="connsiteX26" fmla="*/ 505619 w 905044"/>
              <a:gd name="connsiteY26" fmla="*/ 589164 h 905044"/>
              <a:gd name="connsiteX27" fmla="*/ 483336 w 905044"/>
              <a:gd name="connsiteY27" fmla="*/ 588289 h 905044"/>
              <a:gd name="connsiteX28" fmla="*/ 369330 w 905044"/>
              <a:gd name="connsiteY28" fmla="*/ 666475 h 905044"/>
              <a:gd name="connsiteX29" fmla="*/ 447073 w 905044"/>
              <a:gd name="connsiteY29" fmla="*/ 736364 h 905044"/>
              <a:gd name="connsiteX30" fmla="*/ 506485 w 905044"/>
              <a:gd name="connsiteY30" fmla="*/ 707101 h 905044"/>
              <a:gd name="connsiteX31" fmla="*/ 507359 w 905044"/>
              <a:gd name="connsiteY31" fmla="*/ 730682 h 905044"/>
              <a:gd name="connsiteX32" fmla="*/ 569385 w 905044"/>
              <a:gd name="connsiteY32" fmla="*/ 730682 h 905044"/>
              <a:gd name="connsiteX33" fmla="*/ 569385 w 905044"/>
              <a:gd name="connsiteY33" fmla="*/ 597460 h 905044"/>
              <a:gd name="connsiteX34" fmla="*/ 468483 w 905044"/>
              <a:gd name="connsiteY34" fmla="*/ 498307 h 905044"/>
              <a:gd name="connsiteX35" fmla="*/ 290692 w 905044"/>
              <a:gd name="connsiteY35" fmla="*/ 435407 h 905044"/>
              <a:gd name="connsiteX36" fmla="*/ 224292 w 905044"/>
              <a:gd name="connsiteY36" fmla="*/ 447192 h 905044"/>
              <a:gd name="connsiteX37" fmla="*/ 224292 w 905044"/>
              <a:gd name="connsiteY37" fmla="*/ 503989 h 905044"/>
              <a:gd name="connsiteX38" fmla="*/ 191107 w 905044"/>
              <a:gd name="connsiteY38" fmla="*/ 503989 h 905044"/>
              <a:gd name="connsiteX39" fmla="*/ 191107 w 905044"/>
              <a:gd name="connsiteY39" fmla="*/ 555526 h 905044"/>
              <a:gd name="connsiteX40" fmla="*/ 224302 w 905044"/>
              <a:gd name="connsiteY40" fmla="*/ 555526 h 905044"/>
              <a:gd name="connsiteX41" fmla="*/ 224302 w 905044"/>
              <a:gd name="connsiteY41" fmla="*/ 652497 h 905044"/>
              <a:gd name="connsiteX42" fmla="*/ 304237 w 905044"/>
              <a:gd name="connsiteY42" fmla="*/ 735057 h 905044"/>
              <a:gd name="connsiteX43" fmla="*/ 345296 w 905044"/>
              <a:gd name="connsiteY43" fmla="*/ 730682 h 905044"/>
              <a:gd name="connsiteX44" fmla="*/ 345296 w 905044"/>
              <a:gd name="connsiteY44" fmla="*/ 680020 h 905044"/>
              <a:gd name="connsiteX45" fmla="*/ 321704 w 905044"/>
              <a:gd name="connsiteY45" fmla="*/ 682635 h 905044"/>
              <a:gd name="connsiteX46" fmla="*/ 290692 w 905044"/>
              <a:gd name="connsiteY46" fmla="*/ 648122 h 905044"/>
              <a:gd name="connsiteX47" fmla="*/ 290692 w 905044"/>
              <a:gd name="connsiteY47" fmla="*/ 555526 h 905044"/>
              <a:gd name="connsiteX48" fmla="*/ 348343 w 905044"/>
              <a:gd name="connsiteY48" fmla="*/ 555526 h 905044"/>
              <a:gd name="connsiteX49" fmla="*/ 348343 w 905044"/>
              <a:gd name="connsiteY49" fmla="*/ 503989 h 905044"/>
              <a:gd name="connsiteX50" fmla="*/ 290692 w 905044"/>
              <a:gd name="connsiteY50" fmla="*/ 503989 h 905044"/>
              <a:gd name="connsiteX51" fmla="*/ 761999 w 905044"/>
              <a:gd name="connsiteY51" fmla="*/ 415758 h 905044"/>
              <a:gd name="connsiteX52" fmla="*/ 651493 w 905044"/>
              <a:gd name="connsiteY52" fmla="*/ 435417 h 905044"/>
              <a:gd name="connsiteX53" fmla="*/ 651493 w 905044"/>
              <a:gd name="connsiteY53" fmla="*/ 473419 h 905044"/>
              <a:gd name="connsiteX54" fmla="*/ 761999 w 905044"/>
              <a:gd name="connsiteY54" fmla="*/ 473419 h 905044"/>
              <a:gd name="connsiteX55" fmla="*/ 761999 w 905044"/>
              <a:gd name="connsiteY55" fmla="*/ 473409 h 905044"/>
              <a:gd name="connsiteX56" fmla="*/ 132580 w 905044"/>
              <a:gd name="connsiteY56" fmla="*/ 404394 h 905044"/>
              <a:gd name="connsiteX57" fmla="*/ 93271 w 905044"/>
              <a:gd name="connsiteY57" fmla="*/ 442396 h 905044"/>
              <a:gd name="connsiteX58" fmla="*/ 132580 w 905044"/>
              <a:gd name="connsiteY58" fmla="*/ 480398 h 905044"/>
              <a:gd name="connsiteX59" fmla="*/ 171899 w 905044"/>
              <a:gd name="connsiteY59" fmla="*/ 442396 h 905044"/>
              <a:gd name="connsiteX60" fmla="*/ 132580 w 905044"/>
              <a:gd name="connsiteY60" fmla="*/ 404394 h 905044"/>
              <a:gd name="connsiteX61" fmla="*/ 452522 w 905044"/>
              <a:gd name="connsiteY61" fmla="*/ 0 h 905044"/>
              <a:gd name="connsiteX62" fmla="*/ 787720 w 905044"/>
              <a:gd name="connsiteY62" fmla="*/ 31656 h 905044"/>
              <a:gd name="connsiteX63" fmla="*/ 873388 w 905044"/>
              <a:gd name="connsiteY63" fmla="*/ 117324 h 905044"/>
              <a:gd name="connsiteX64" fmla="*/ 905044 w 905044"/>
              <a:gd name="connsiteY64" fmla="*/ 452523 h 905044"/>
              <a:gd name="connsiteX65" fmla="*/ 873388 w 905044"/>
              <a:gd name="connsiteY65" fmla="*/ 787720 h 905044"/>
              <a:gd name="connsiteX66" fmla="*/ 787720 w 905044"/>
              <a:gd name="connsiteY66" fmla="*/ 873388 h 905044"/>
              <a:gd name="connsiteX67" fmla="*/ 452522 w 905044"/>
              <a:gd name="connsiteY67" fmla="*/ 905044 h 905044"/>
              <a:gd name="connsiteX68" fmla="*/ 117324 w 905044"/>
              <a:gd name="connsiteY68" fmla="*/ 873388 h 905044"/>
              <a:gd name="connsiteX69" fmla="*/ 31656 w 905044"/>
              <a:gd name="connsiteY69" fmla="*/ 787720 h 905044"/>
              <a:gd name="connsiteX70" fmla="*/ 0 w 905044"/>
              <a:gd name="connsiteY70" fmla="*/ 452523 h 905044"/>
              <a:gd name="connsiteX71" fmla="*/ 31656 w 905044"/>
              <a:gd name="connsiteY71" fmla="*/ 117324 h 905044"/>
              <a:gd name="connsiteX72" fmla="*/ 117324 w 905044"/>
              <a:gd name="connsiteY72" fmla="*/ 31656 h 905044"/>
              <a:gd name="connsiteX73" fmla="*/ 452522 w 905044"/>
              <a:gd name="connsiteY73" fmla="*/ 0 h 90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905044" h="905044">
                <a:moveTo>
                  <a:pt x="489439" y="629348"/>
                </a:moveTo>
                <a:cubicBezTo>
                  <a:pt x="494679" y="629348"/>
                  <a:pt x="502985" y="629791"/>
                  <a:pt x="506042" y="630233"/>
                </a:cubicBezTo>
                <a:lnTo>
                  <a:pt x="506042" y="648133"/>
                </a:lnTo>
                <a:cubicBezTo>
                  <a:pt x="506042" y="672167"/>
                  <a:pt x="489872" y="688759"/>
                  <a:pt x="466723" y="688759"/>
                </a:cubicBezTo>
                <a:cubicBezTo>
                  <a:pt x="446189" y="688759"/>
                  <a:pt x="433528" y="679588"/>
                  <a:pt x="433528" y="661235"/>
                </a:cubicBezTo>
                <a:cubicBezTo>
                  <a:pt x="433528" y="640268"/>
                  <a:pt x="453630" y="629348"/>
                  <a:pt x="489439" y="629348"/>
                </a:cubicBezTo>
                <a:close/>
                <a:moveTo>
                  <a:pt x="602138" y="503989"/>
                </a:moveTo>
                <a:lnTo>
                  <a:pt x="602138" y="651190"/>
                </a:lnTo>
                <a:cubicBezTo>
                  <a:pt x="602148" y="703169"/>
                  <a:pt x="631844" y="736364"/>
                  <a:pt x="678574" y="736364"/>
                </a:cubicBezTo>
                <a:cubicBezTo>
                  <a:pt x="706097" y="736364"/>
                  <a:pt x="724882" y="726308"/>
                  <a:pt x="739725" y="706226"/>
                </a:cubicBezTo>
                <a:lnTo>
                  <a:pt x="740600" y="730682"/>
                </a:lnTo>
                <a:lnTo>
                  <a:pt x="804375" y="730682"/>
                </a:lnTo>
                <a:lnTo>
                  <a:pt x="804375" y="503989"/>
                </a:lnTo>
                <a:lnTo>
                  <a:pt x="737985" y="503989"/>
                </a:lnTo>
                <a:lnTo>
                  <a:pt x="737985" y="637644"/>
                </a:lnTo>
                <a:cubicBezTo>
                  <a:pt x="737985" y="665167"/>
                  <a:pt x="724439" y="682635"/>
                  <a:pt x="702165" y="682635"/>
                </a:cubicBezTo>
                <a:cubicBezTo>
                  <a:pt x="680324" y="682635"/>
                  <a:pt x="668528" y="667782"/>
                  <a:pt x="668528" y="640268"/>
                </a:cubicBezTo>
                <a:lnTo>
                  <a:pt x="668528" y="503989"/>
                </a:lnTo>
                <a:close/>
                <a:moveTo>
                  <a:pt x="99385" y="503989"/>
                </a:moveTo>
                <a:lnTo>
                  <a:pt x="99385" y="730682"/>
                </a:lnTo>
                <a:lnTo>
                  <a:pt x="165775" y="730682"/>
                </a:lnTo>
                <a:lnTo>
                  <a:pt x="165775" y="503989"/>
                </a:lnTo>
                <a:close/>
                <a:moveTo>
                  <a:pt x="468483" y="498307"/>
                </a:moveTo>
                <a:cubicBezTo>
                  <a:pt x="435298" y="498307"/>
                  <a:pt x="407775" y="503547"/>
                  <a:pt x="381126" y="513592"/>
                </a:cubicBezTo>
                <a:lnTo>
                  <a:pt x="381126" y="566890"/>
                </a:lnTo>
                <a:cubicBezTo>
                  <a:pt x="407332" y="556834"/>
                  <a:pt x="433538" y="550720"/>
                  <a:pt x="458004" y="550720"/>
                </a:cubicBezTo>
                <a:cubicBezTo>
                  <a:pt x="488575" y="550720"/>
                  <a:pt x="505619" y="564697"/>
                  <a:pt x="505619" y="589164"/>
                </a:cubicBezTo>
                <a:cubicBezTo>
                  <a:pt x="500381" y="588731"/>
                  <a:pt x="491642" y="588289"/>
                  <a:pt x="483336" y="588289"/>
                </a:cubicBezTo>
                <a:cubicBezTo>
                  <a:pt x="413446" y="588289"/>
                  <a:pt x="369330" y="617120"/>
                  <a:pt x="369330" y="666475"/>
                </a:cubicBezTo>
                <a:cubicBezTo>
                  <a:pt x="369320" y="709283"/>
                  <a:pt x="399458" y="736364"/>
                  <a:pt x="447073" y="736364"/>
                </a:cubicBezTo>
                <a:cubicBezTo>
                  <a:pt x="473722" y="736364"/>
                  <a:pt x="492939" y="725443"/>
                  <a:pt x="506485" y="707101"/>
                </a:cubicBezTo>
                <a:lnTo>
                  <a:pt x="507359" y="730682"/>
                </a:lnTo>
                <a:lnTo>
                  <a:pt x="569385" y="730682"/>
                </a:lnTo>
                <a:lnTo>
                  <a:pt x="569385" y="597460"/>
                </a:lnTo>
                <a:cubicBezTo>
                  <a:pt x="569385" y="532820"/>
                  <a:pt x="533133" y="498307"/>
                  <a:pt x="468483" y="498307"/>
                </a:cubicBezTo>
                <a:close/>
                <a:moveTo>
                  <a:pt x="290692" y="435407"/>
                </a:moveTo>
                <a:lnTo>
                  <a:pt x="224292" y="447192"/>
                </a:lnTo>
                <a:lnTo>
                  <a:pt x="224292" y="503989"/>
                </a:lnTo>
                <a:lnTo>
                  <a:pt x="191107" y="503989"/>
                </a:lnTo>
                <a:lnTo>
                  <a:pt x="191107" y="555526"/>
                </a:lnTo>
                <a:lnTo>
                  <a:pt x="224302" y="555526"/>
                </a:lnTo>
                <a:lnTo>
                  <a:pt x="224302" y="652497"/>
                </a:lnTo>
                <a:cubicBezTo>
                  <a:pt x="224302" y="707534"/>
                  <a:pt x="253142" y="735057"/>
                  <a:pt x="304237" y="735057"/>
                </a:cubicBezTo>
                <a:cubicBezTo>
                  <a:pt x="322589" y="735057"/>
                  <a:pt x="337875" y="732865"/>
                  <a:pt x="345296" y="730682"/>
                </a:cubicBezTo>
                <a:lnTo>
                  <a:pt x="345296" y="680020"/>
                </a:lnTo>
                <a:cubicBezTo>
                  <a:pt x="340489" y="681328"/>
                  <a:pt x="331751" y="682635"/>
                  <a:pt x="321704" y="682635"/>
                </a:cubicBezTo>
                <a:cubicBezTo>
                  <a:pt x="300305" y="682635"/>
                  <a:pt x="290692" y="672157"/>
                  <a:pt x="290692" y="648122"/>
                </a:cubicBezTo>
                <a:lnTo>
                  <a:pt x="290692" y="555526"/>
                </a:lnTo>
                <a:lnTo>
                  <a:pt x="348343" y="555526"/>
                </a:lnTo>
                <a:lnTo>
                  <a:pt x="348343" y="503989"/>
                </a:lnTo>
                <a:lnTo>
                  <a:pt x="290692" y="503989"/>
                </a:lnTo>
                <a:close/>
                <a:moveTo>
                  <a:pt x="761999" y="415758"/>
                </a:moveTo>
                <a:lnTo>
                  <a:pt x="651493" y="435417"/>
                </a:lnTo>
                <a:lnTo>
                  <a:pt x="651493" y="473419"/>
                </a:lnTo>
                <a:lnTo>
                  <a:pt x="761999" y="473419"/>
                </a:lnTo>
                <a:lnTo>
                  <a:pt x="761999" y="473409"/>
                </a:lnTo>
                <a:close/>
                <a:moveTo>
                  <a:pt x="132580" y="404394"/>
                </a:moveTo>
                <a:cubicBezTo>
                  <a:pt x="109431" y="404394"/>
                  <a:pt x="93271" y="420122"/>
                  <a:pt x="93271" y="442396"/>
                </a:cubicBezTo>
                <a:cubicBezTo>
                  <a:pt x="93271" y="465112"/>
                  <a:pt x="109431" y="480398"/>
                  <a:pt x="132580" y="480398"/>
                </a:cubicBezTo>
                <a:cubicBezTo>
                  <a:pt x="155739" y="480398"/>
                  <a:pt x="171899" y="464680"/>
                  <a:pt x="171899" y="442396"/>
                </a:cubicBezTo>
                <a:cubicBezTo>
                  <a:pt x="171899" y="419679"/>
                  <a:pt x="155739" y="404394"/>
                  <a:pt x="132580" y="404394"/>
                </a:cubicBezTo>
                <a:close/>
                <a:moveTo>
                  <a:pt x="452522" y="0"/>
                </a:moveTo>
                <a:cubicBezTo>
                  <a:pt x="584739" y="0"/>
                  <a:pt x="705784" y="11172"/>
                  <a:pt x="787720" y="31656"/>
                </a:cubicBezTo>
                <a:cubicBezTo>
                  <a:pt x="838000" y="42829"/>
                  <a:pt x="864076" y="72625"/>
                  <a:pt x="873388" y="117324"/>
                </a:cubicBezTo>
                <a:cubicBezTo>
                  <a:pt x="892012" y="195530"/>
                  <a:pt x="905044" y="320305"/>
                  <a:pt x="905044" y="452523"/>
                </a:cubicBezTo>
                <a:cubicBezTo>
                  <a:pt x="905044" y="584739"/>
                  <a:pt x="892012" y="709514"/>
                  <a:pt x="873388" y="787720"/>
                </a:cubicBezTo>
                <a:cubicBezTo>
                  <a:pt x="864076" y="832409"/>
                  <a:pt x="838000" y="862205"/>
                  <a:pt x="787720" y="873388"/>
                </a:cubicBezTo>
                <a:cubicBezTo>
                  <a:pt x="705784" y="893872"/>
                  <a:pt x="584739" y="905044"/>
                  <a:pt x="452522" y="905044"/>
                </a:cubicBezTo>
                <a:cubicBezTo>
                  <a:pt x="320305" y="905044"/>
                  <a:pt x="199260" y="893872"/>
                  <a:pt x="117324" y="873388"/>
                </a:cubicBezTo>
                <a:cubicBezTo>
                  <a:pt x="67044" y="862215"/>
                  <a:pt x="40969" y="832419"/>
                  <a:pt x="31656" y="787720"/>
                </a:cubicBezTo>
                <a:cubicBezTo>
                  <a:pt x="13032" y="709514"/>
                  <a:pt x="0" y="584739"/>
                  <a:pt x="0" y="452523"/>
                </a:cubicBezTo>
                <a:cubicBezTo>
                  <a:pt x="0" y="320305"/>
                  <a:pt x="13032" y="195530"/>
                  <a:pt x="31656" y="117324"/>
                </a:cubicBezTo>
                <a:cubicBezTo>
                  <a:pt x="40969" y="72635"/>
                  <a:pt x="67044" y="42839"/>
                  <a:pt x="117324" y="31656"/>
                </a:cubicBezTo>
                <a:cubicBezTo>
                  <a:pt x="199260" y="11172"/>
                  <a:pt x="320305" y="0"/>
                  <a:pt x="45252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tau Display Pro" panose="020B0503020204020204" pitchFamily="34" charset="0"/>
              <a:ea typeface="+mn-ea"/>
              <a:cs typeface="Itau Display Pro" panose="020B0503020204020204" pitchFamily="34" charset="0"/>
            </a:endParaRPr>
          </a:p>
        </p:txBody>
      </p:sp>
      <p:sp>
        <p:nvSpPr>
          <p:cNvPr id="27" name="Espaço Reservado para Texto 19">
            <a:extLst>
              <a:ext uri="{FF2B5EF4-FFF2-40B4-BE49-F238E27FC236}">
                <a16:creationId xmlns:a16="http://schemas.microsoft.com/office/drawing/2014/main" id="{93CB5747-C3F8-DE76-481A-FE100D1B9879}"/>
              </a:ext>
            </a:extLst>
          </p:cNvPr>
          <p:cNvSpPr>
            <a:spLocks noGrp="1"/>
          </p:cNvSpPr>
          <p:nvPr userDrawn="1">
            <p:ph type="body" sz="quarter" idx="60" hasCustomPrompt="1"/>
          </p:nvPr>
        </p:nvSpPr>
        <p:spPr>
          <a:xfrm>
            <a:off x="6369178" y="5303740"/>
            <a:ext cx="5069893" cy="48474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pt-BR" sz="30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228600" lvl="0" indent="-228600">
              <a:lnSpc>
                <a:spcPct val="85000"/>
              </a:lnSpc>
              <a:spcBef>
                <a:spcPts val="0"/>
              </a:spcBef>
            </a:pPr>
            <a:r>
              <a:rPr lang="pt-BR"/>
              <a:t>Subtítulo da apresentação 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3DBBAE42-353C-427D-E6C1-09487B222D19}"/>
              </a:ext>
            </a:extLst>
          </p:cNvPr>
          <p:cNvSpPr>
            <a:spLocks noGrp="1"/>
          </p:cNvSpPr>
          <p:nvPr userDrawn="1">
            <p:ph type="body" sz="quarter" idx="61" hasCustomPrompt="1"/>
          </p:nvPr>
        </p:nvSpPr>
        <p:spPr>
          <a:xfrm>
            <a:off x="5030343" y="1211834"/>
            <a:ext cx="274828" cy="4603623"/>
          </a:xfrm>
          <a:custGeom>
            <a:avLst/>
            <a:gdLst>
              <a:gd name="connsiteX0" fmla="*/ 45118 w 274828"/>
              <a:gd name="connsiteY0" fmla="*/ 136 h 4603623"/>
              <a:gd name="connsiteX1" fmla="*/ 70485 w 274828"/>
              <a:gd name="connsiteY1" fmla="*/ 7239 h 4603623"/>
              <a:gd name="connsiteX2" fmla="*/ 73279 w 274828"/>
              <a:gd name="connsiteY2" fmla="*/ 8128 h 4603623"/>
              <a:gd name="connsiteX3" fmla="*/ 74549 w 274828"/>
              <a:gd name="connsiteY3" fmla="*/ 13335 h 4603623"/>
              <a:gd name="connsiteX4" fmla="*/ 274828 w 274828"/>
              <a:gd name="connsiteY4" fmla="*/ 2221484 h 4603623"/>
              <a:gd name="connsiteX5" fmla="*/ 60960 w 274828"/>
              <a:gd name="connsiteY5" fmla="*/ 4485767 h 4603623"/>
              <a:gd name="connsiteX6" fmla="*/ 31242 w 274828"/>
              <a:gd name="connsiteY6" fmla="*/ 4592320 h 4603623"/>
              <a:gd name="connsiteX7" fmla="*/ 29591 w 274828"/>
              <a:gd name="connsiteY7" fmla="*/ 4596765 h 4603623"/>
              <a:gd name="connsiteX8" fmla="*/ 27432 w 274828"/>
              <a:gd name="connsiteY8" fmla="*/ 4597400 h 4603623"/>
              <a:gd name="connsiteX9" fmla="*/ 0 w 274828"/>
              <a:gd name="connsiteY9" fmla="*/ 4603623 h 4603623"/>
              <a:gd name="connsiteX10" fmla="*/ 7112 w 274828"/>
              <a:gd name="connsiteY10" fmla="*/ 4584192 h 4603623"/>
              <a:gd name="connsiteX11" fmla="*/ 36068 w 274828"/>
              <a:gd name="connsiteY11" fmla="*/ 4479925 h 4603623"/>
              <a:gd name="connsiteX12" fmla="*/ 249301 w 274828"/>
              <a:gd name="connsiteY12" fmla="*/ 2221357 h 4603623"/>
              <a:gd name="connsiteX13" fmla="*/ 49657 w 274828"/>
              <a:gd name="connsiteY13" fmla="*/ 19050 h 4603623"/>
              <a:gd name="connsiteX14" fmla="*/ 45085 w 274828"/>
              <a:gd name="connsiteY14" fmla="*/ 0 h 4603623"/>
              <a:gd name="connsiteX15" fmla="*/ 45118 w 274828"/>
              <a:gd name="connsiteY15" fmla="*/ 136 h 4603623"/>
              <a:gd name="connsiteX16" fmla="*/ 45085 w 274828"/>
              <a:gd name="connsiteY16" fmla="*/ 127 h 460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4828" h="4603623">
                <a:moveTo>
                  <a:pt x="45118" y="136"/>
                </a:moveTo>
                <a:lnTo>
                  <a:pt x="70485" y="7239"/>
                </a:lnTo>
                <a:cubicBezTo>
                  <a:pt x="71501" y="7493"/>
                  <a:pt x="72390" y="7874"/>
                  <a:pt x="73279" y="8128"/>
                </a:cubicBezTo>
                <a:cubicBezTo>
                  <a:pt x="73660" y="9906"/>
                  <a:pt x="74168" y="11557"/>
                  <a:pt x="74549" y="13335"/>
                </a:cubicBezTo>
                <a:cubicBezTo>
                  <a:pt x="203708" y="562991"/>
                  <a:pt x="274828" y="1313053"/>
                  <a:pt x="274828" y="2221484"/>
                </a:cubicBezTo>
                <a:cubicBezTo>
                  <a:pt x="274828" y="3129915"/>
                  <a:pt x="198882" y="3933952"/>
                  <a:pt x="60960" y="4485767"/>
                </a:cubicBezTo>
                <a:cubicBezTo>
                  <a:pt x="52832" y="4521962"/>
                  <a:pt x="42799" y="4557903"/>
                  <a:pt x="31242" y="4592320"/>
                </a:cubicBezTo>
                <a:cubicBezTo>
                  <a:pt x="30734" y="4593844"/>
                  <a:pt x="30099" y="4595241"/>
                  <a:pt x="29591" y="4596765"/>
                </a:cubicBezTo>
                <a:cubicBezTo>
                  <a:pt x="28829" y="4597019"/>
                  <a:pt x="28194" y="4597273"/>
                  <a:pt x="27432" y="4597400"/>
                </a:cubicBezTo>
                <a:cubicBezTo>
                  <a:pt x="17526" y="4599813"/>
                  <a:pt x="8509" y="4601845"/>
                  <a:pt x="0" y="4603623"/>
                </a:cubicBezTo>
                <a:cubicBezTo>
                  <a:pt x="2286" y="4597146"/>
                  <a:pt x="4826" y="4590796"/>
                  <a:pt x="7112" y="4584192"/>
                </a:cubicBezTo>
                <a:cubicBezTo>
                  <a:pt x="18415" y="4550664"/>
                  <a:pt x="28194" y="4515612"/>
                  <a:pt x="36068" y="4479925"/>
                </a:cubicBezTo>
                <a:cubicBezTo>
                  <a:pt x="173609" y="3929761"/>
                  <a:pt x="249301" y="3093847"/>
                  <a:pt x="249301" y="2221357"/>
                </a:cubicBezTo>
                <a:cubicBezTo>
                  <a:pt x="249301" y="1348867"/>
                  <a:pt x="178308" y="566801"/>
                  <a:pt x="49657" y="19050"/>
                </a:cubicBezTo>
                <a:close/>
                <a:moveTo>
                  <a:pt x="45085" y="0"/>
                </a:moveTo>
                <a:lnTo>
                  <a:pt x="45118" y="136"/>
                </a:lnTo>
                <a:lnTo>
                  <a:pt x="45085" y="127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>
            <a:lvl1pPr>
              <a:buNone/>
              <a:defRPr sz="100"/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2" name="Espaço Reservado para Texto 19">
            <a:extLst>
              <a:ext uri="{FF2B5EF4-FFF2-40B4-BE49-F238E27FC236}">
                <a16:creationId xmlns:a16="http://schemas.microsoft.com/office/drawing/2014/main" id="{E21730BB-9277-4EFD-4892-0F2CFF48F30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369179" y="4157647"/>
            <a:ext cx="4794122" cy="10686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4200">
                <a:solidFill>
                  <a:schemeClr val="accent4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Exemplo de título da apresentação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D092FFDB-B06B-DD27-F4A8-88B0E61961B9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8C127015-24BD-1B26-2091-3D9172673516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62BA974B-D469-188D-852B-E4024CB0F690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F94DB56F-2995-95BC-BB77-0C60B4D59719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883B872F-1529-54C0-3D96-D0999E10F2D5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DAB49DB4-5463-D6C5-B2E3-5CCE141C5234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37BACDBD-FFE0-0BF6-8F17-9EBAA4A33B69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AF27CA41-FBB7-BA01-BCA6-7DD18F4344EE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64E7D1A3-1644-75AE-29CE-77B300D4BEE1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E89719B8-4D03-FE2D-F958-A2F5DFFE62AA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67A9583A-9815-9E69-D3A6-0C8D1E17817B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75BAFF7E-F112-DB1F-92D5-21BCCE85090A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A9AA8D0D-E264-7401-B5A5-8F14FD7E9027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CE281A5-9C63-9330-641C-633407F13994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EF6D9F7B-DEC5-3D6A-D09D-4DE6219C7DD2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15A1ACF0-5779-37E7-B429-9184BCB6045B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91ACCADE-253D-77C4-B091-03BC3D59B5FD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C6F6F07C-5957-ACAB-D63C-8096527F3147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B88C4D92-ACC0-1D68-0EEB-12BCBF3DB944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D24FEDD2-C285-2E10-3409-D1EDF14FBB79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6869488C-D9BA-8358-0F56-8880B647CDAF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F5518E7C-88CA-01A9-C23D-05C19F82DE93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94AE9C62-597E-3466-71F4-E745A3659EE2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0E9D5C73-9479-2165-E1C7-46B3763C7BC5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33" name="Retângulo: Cantos Arredondados 32">
              <a:extLst>
                <a:ext uri="{FF2B5EF4-FFF2-40B4-BE49-F238E27FC236}">
                  <a16:creationId xmlns:a16="http://schemas.microsoft.com/office/drawing/2014/main" id="{ABFCD750-4A3A-96BC-6F91-679D73B7D864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2EF35A77-DBE2-666B-D434-FED86A79F2A1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216EBADE-51E6-458F-8E3E-1C4DE753A1E2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A5157142-66A8-83B7-CE59-10A527CDA249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839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pa imagem 2_fundo clar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8E0E8C36-4FD6-A70E-1BE2-FBD066CEBAD0}"/>
              </a:ext>
            </a:extLst>
          </p:cNvPr>
          <p:cNvSpPr/>
          <p:nvPr userDrawn="1"/>
        </p:nvSpPr>
        <p:spPr>
          <a:xfrm>
            <a:off x="1" y="371535"/>
            <a:ext cx="5300027" cy="6130417"/>
          </a:xfrm>
          <a:custGeom>
            <a:avLst/>
            <a:gdLst>
              <a:gd name="connsiteX0" fmla="*/ 2235009 w 5300027"/>
              <a:gd name="connsiteY0" fmla="*/ 0 h 6130417"/>
              <a:gd name="connsiteX1" fmla="*/ 2234882 w 5300027"/>
              <a:gd name="connsiteY1" fmla="*/ 127 h 6130417"/>
              <a:gd name="connsiteX2" fmla="*/ 4505515 w 5300027"/>
              <a:gd name="connsiteY2" fmla="*/ 214503 h 6130417"/>
              <a:gd name="connsiteX3" fmla="*/ 5085651 w 5300027"/>
              <a:gd name="connsiteY3" fmla="*/ 794639 h 6130417"/>
              <a:gd name="connsiteX4" fmla="*/ 5300027 w 5300027"/>
              <a:gd name="connsiteY4" fmla="*/ 3065272 h 6130417"/>
              <a:gd name="connsiteX5" fmla="*/ 5085651 w 5300027"/>
              <a:gd name="connsiteY5" fmla="*/ 5335905 h 6130417"/>
              <a:gd name="connsiteX6" fmla="*/ 4505515 w 5300027"/>
              <a:gd name="connsiteY6" fmla="*/ 5916041 h 6130417"/>
              <a:gd name="connsiteX7" fmla="*/ 2234882 w 5300027"/>
              <a:gd name="connsiteY7" fmla="*/ 6130417 h 6130417"/>
              <a:gd name="connsiteX8" fmla="*/ 177241 w 5300027"/>
              <a:gd name="connsiteY8" fmla="*/ 5961497 h 6130417"/>
              <a:gd name="connsiteX9" fmla="*/ 0 w 5300027"/>
              <a:gd name="connsiteY9" fmla="*/ 5923671 h 6130417"/>
              <a:gd name="connsiteX10" fmla="*/ 0 w 5300027"/>
              <a:gd name="connsiteY10" fmla="*/ 5897722 h 6130417"/>
              <a:gd name="connsiteX11" fmla="*/ 191882 w 5300027"/>
              <a:gd name="connsiteY11" fmla="*/ 5938436 h 6130417"/>
              <a:gd name="connsiteX12" fmla="*/ 2235009 w 5300027"/>
              <a:gd name="connsiteY12" fmla="*/ 6105144 h 6130417"/>
              <a:gd name="connsiteX13" fmla="*/ 4499800 w 5300027"/>
              <a:gd name="connsiteY13" fmla="*/ 5891403 h 6130417"/>
              <a:gd name="connsiteX14" fmla="*/ 4500562 w 5300027"/>
              <a:gd name="connsiteY14" fmla="*/ 5891276 h 6130417"/>
              <a:gd name="connsiteX15" fmla="*/ 5061140 w 5300027"/>
              <a:gd name="connsiteY15" fmla="*/ 5330444 h 6130417"/>
              <a:gd name="connsiteX16" fmla="*/ 5061267 w 5300027"/>
              <a:gd name="connsiteY16" fmla="*/ 5329809 h 6130417"/>
              <a:gd name="connsiteX17" fmla="*/ 5274881 w 5300027"/>
              <a:gd name="connsiteY17" fmla="*/ 3065272 h 6130417"/>
              <a:gd name="connsiteX18" fmla="*/ 5061267 w 5300027"/>
              <a:gd name="connsiteY18" fmla="*/ 800735 h 6130417"/>
              <a:gd name="connsiteX19" fmla="*/ 5061140 w 5300027"/>
              <a:gd name="connsiteY19" fmla="*/ 800100 h 6130417"/>
              <a:gd name="connsiteX20" fmla="*/ 4500562 w 5300027"/>
              <a:gd name="connsiteY20" fmla="*/ 239268 h 6130417"/>
              <a:gd name="connsiteX21" fmla="*/ 4499800 w 5300027"/>
              <a:gd name="connsiteY21" fmla="*/ 239141 h 6130417"/>
              <a:gd name="connsiteX22" fmla="*/ 2235009 w 5300027"/>
              <a:gd name="connsiteY22" fmla="*/ 25400 h 6130417"/>
              <a:gd name="connsiteX23" fmla="*/ 191882 w 5300027"/>
              <a:gd name="connsiteY23" fmla="*/ 192108 h 6130417"/>
              <a:gd name="connsiteX24" fmla="*/ 0 w 5300027"/>
              <a:gd name="connsiteY24" fmla="*/ 232822 h 6130417"/>
              <a:gd name="connsiteX25" fmla="*/ 0 w 5300027"/>
              <a:gd name="connsiteY25" fmla="*/ 206778 h 6130417"/>
              <a:gd name="connsiteX26" fmla="*/ 177332 w 5300027"/>
              <a:gd name="connsiteY26" fmla="*/ 168957 h 6130417"/>
              <a:gd name="connsiteX27" fmla="*/ 2235009 w 5300027"/>
              <a:gd name="connsiteY27" fmla="*/ 0 h 61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300027" h="6130417">
                <a:moveTo>
                  <a:pt x="2235009" y="0"/>
                </a:moveTo>
                <a:lnTo>
                  <a:pt x="2234882" y="127"/>
                </a:lnTo>
                <a:cubicBezTo>
                  <a:pt x="3130486" y="127"/>
                  <a:pt x="3975544" y="88265"/>
                  <a:pt x="4505515" y="214503"/>
                </a:cubicBezTo>
                <a:cubicBezTo>
                  <a:pt x="4808156" y="277622"/>
                  <a:pt x="5009959" y="454025"/>
                  <a:pt x="5085651" y="794639"/>
                </a:cubicBezTo>
                <a:cubicBezTo>
                  <a:pt x="5224335" y="1349629"/>
                  <a:pt x="5300027" y="2169668"/>
                  <a:pt x="5300027" y="3065272"/>
                </a:cubicBezTo>
                <a:cubicBezTo>
                  <a:pt x="5300027" y="3960876"/>
                  <a:pt x="5224462" y="4780915"/>
                  <a:pt x="5085651" y="5335905"/>
                </a:cubicBezTo>
                <a:cubicBezTo>
                  <a:pt x="5009959" y="5676519"/>
                  <a:pt x="4808156" y="5852922"/>
                  <a:pt x="4505515" y="5916041"/>
                </a:cubicBezTo>
                <a:cubicBezTo>
                  <a:pt x="3975671" y="6042152"/>
                  <a:pt x="3130486" y="6130417"/>
                  <a:pt x="2234882" y="6130417"/>
                </a:cubicBezTo>
                <a:cubicBezTo>
                  <a:pt x="1451229" y="6130417"/>
                  <a:pt x="706274" y="6062937"/>
                  <a:pt x="177241" y="5961497"/>
                </a:cubicBezTo>
                <a:lnTo>
                  <a:pt x="0" y="5923671"/>
                </a:lnTo>
                <a:lnTo>
                  <a:pt x="0" y="5897722"/>
                </a:lnTo>
                <a:lnTo>
                  <a:pt x="191882" y="5938436"/>
                </a:lnTo>
                <a:cubicBezTo>
                  <a:pt x="740378" y="6042428"/>
                  <a:pt x="1497028" y="6105144"/>
                  <a:pt x="2235009" y="6105144"/>
                </a:cubicBezTo>
                <a:cubicBezTo>
                  <a:pt x="3078416" y="6105144"/>
                  <a:pt x="3946207" y="6023229"/>
                  <a:pt x="4499800" y="5891403"/>
                </a:cubicBezTo>
                <a:cubicBezTo>
                  <a:pt x="4500054" y="5891276"/>
                  <a:pt x="4500308" y="5891276"/>
                  <a:pt x="4500562" y="5891276"/>
                </a:cubicBezTo>
                <a:cubicBezTo>
                  <a:pt x="4808156" y="5827141"/>
                  <a:pt x="4991544" y="5643626"/>
                  <a:pt x="5061140" y="5330444"/>
                </a:cubicBezTo>
                <a:cubicBezTo>
                  <a:pt x="5061267" y="5330190"/>
                  <a:pt x="5061267" y="5330063"/>
                  <a:pt x="5061267" y="5329809"/>
                </a:cubicBezTo>
                <a:cubicBezTo>
                  <a:pt x="5199062" y="4778629"/>
                  <a:pt x="5274881" y="3974465"/>
                  <a:pt x="5274881" y="3065272"/>
                </a:cubicBezTo>
                <a:cubicBezTo>
                  <a:pt x="5274881" y="2156079"/>
                  <a:pt x="5199062" y="1351915"/>
                  <a:pt x="5061267" y="800735"/>
                </a:cubicBezTo>
                <a:cubicBezTo>
                  <a:pt x="5061140" y="800481"/>
                  <a:pt x="5061140" y="800354"/>
                  <a:pt x="5061140" y="800100"/>
                </a:cubicBezTo>
                <a:cubicBezTo>
                  <a:pt x="4991544" y="486791"/>
                  <a:pt x="4808156" y="303403"/>
                  <a:pt x="4500562" y="239268"/>
                </a:cubicBezTo>
                <a:cubicBezTo>
                  <a:pt x="4500308" y="239141"/>
                  <a:pt x="4500054" y="239141"/>
                  <a:pt x="4499800" y="239141"/>
                </a:cubicBezTo>
                <a:cubicBezTo>
                  <a:pt x="3946207" y="107315"/>
                  <a:pt x="3078416" y="25400"/>
                  <a:pt x="2235009" y="25400"/>
                </a:cubicBezTo>
                <a:cubicBezTo>
                  <a:pt x="1497028" y="25400"/>
                  <a:pt x="740378" y="88116"/>
                  <a:pt x="191882" y="192108"/>
                </a:cubicBezTo>
                <a:lnTo>
                  <a:pt x="0" y="232822"/>
                </a:lnTo>
                <a:lnTo>
                  <a:pt x="0" y="206778"/>
                </a:lnTo>
                <a:lnTo>
                  <a:pt x="177332" y="168957"/>
                </a:lnTo>
                <a:cubicBezTo>
                  <a:pt x="706304" y="67578"/>
                  <a:pt x="1451356" y="0"/>
                  <a:pt x="2235009" y="0"/>
                </a:cubicBezTo>
                <a:close/>
              </a:path>
            </a:pathLst>
          </a:custGeom>
          <a:solidFill>
            <a:schemeClr val="accent6"/>
          </a:solidFill>
          <a:ln w="1269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6C766B6B-72D8-F9CB-A776-5974A96B8CE0}"/>
              </a:ext>
            </a:extLst>
          </p:cNvPr>
          <p:cNvSpPr/>
          <p:nvPr userDrawn="1"/>
        </p:nvSpPr>
        <p:spPr>
          <a:xfrm>
            <a:off x="710439" y="1027175"/>
            <a:ext cx="4569205" cy="4961889"/>
          </a:xfrm>
          <a:custGeom>
            <a:avLst/>
            <a:gdLst>
              <a:gd name="connsiteX0" fmla="*/ 4355973 w 4569205"/>
              <a:gd name="connsiteY0" fmla="*/ 4664583 h 4961889"/>
              <a:gd name="connsiteX1" fmla="*/ 4569206 w 4569205"/>
              <a:gd name="connsiteY1" fmla="*/ 2406015 h 4961889"/>
              <a:gd name="connsiteX2" fmla="*/ 4369562 w 4569205"/>
              <a:gd name="connsiteY2" fmla="*/ 203708 h 4961889"/>
              <a:gd name="connsiteX3" fmla="*/ 4364990 w 4569205"/>
              <a:gd name="connsiteY3" fmla="*/ 184658 h 4961889"/>
              <a:gd name="connsiteX4" fmla="*/ 4319651 w 4569205"/>
              <a:gd name="connsiteY4" fmla="*/ 173609 h 4961889"/>
              <a:gd name="connsiteX5" fmla="*/ 2480945 w 4569205"/>
              <a:gd name="connsiteY5" fmla="*/ 0 h 4961889"/>
              <a:gd name="connsiteX6" fmla="*/ 642239 w 4569205"/>
              <a:gd name="connsiteY6" fmla="*/ 173609 h 4961889"/>
              <a:gd name="connsiteX7" fmla="*/ 173609 w 4569205"/>
              <a:gd name="connsiteY7" fmla="*/ 642239 h 4961889"/>
              <a:gd name="connsiteX8" fmla="*/ 0 w 4569205"/>
              <a:gd name="connsiteY8" fmla="*/ 2480945 h 4961889"/>
              <a:gd name="connsiteX9" fmla="*/ 173609 w 4569205"/>
              <a:gd name="connsiteY9" fmla="*/ 4319524 h 4961889"/>
              <a:gd name="connsiteX10" fmla="*/ 642239 w 4569205"/>
              <a:gd name="connsiteY10" fmla="*/ 4788281 h 4961889"/>
              <a:gd name="connsiteX11" fmla="*/ 2480945 w 4569205"/>
              <a:gd name="connsiteY11" fmla="*/ 4961890 h 4961889"/>
              <a:gd name="connsiteX12" fmla="*/ 4319524 w 4569205"/>
              <a:gd name="connsiteY12" fmla="*/ 4788281 h 4961889"/>
              <a:gd name="connsiteX13" fmla="*/ 4319778 w 4569205"/>
              <a:gd name="connsiteY13" fmla="*/ 4788281 h 4961889"/>
              <a:gd name="connsiteX14" fmla="*/ 4326890 w 4569205"/>
              <a:gd name="connsiteY14" fmla="*/ 4768850 h 4961889"/>
              <a:gd name="connsiteX15" fmla="*/ 4355846 w 4569205"/>
              <a:gd name="connsiteY15" fmla="*/ 4664583 h 4961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569205" h="4961889">
                <a:moveTo>
                  <a:pt x="4355973" y="4664583"/>
                </a:moveTo>
                <a:cubicBezTo>
                  <a:pt x="4493514" y="4114419"/>
                  <a:pt x="4569206" y="3312541"/>
                  <a:pt x="4569206" y="2406015"/>
                </a:cubicBezTo>
                <a:cubicBezTo>
                  <a:pt x="4569206" y="1499489"/>
                  <a:pt x="4498340" y="751459"/>
                  <a:pt x="4369562" y="203708"/>
                </a:cubicBezTo>
                <a:cubicBezTo>
                  <a:pt x="4368038" y="197231"/>
                  <a:pt x="4366514" y="191008"/>
                  <a:pt x="4364990" y="184658"/>
                </a:cubicBezTo>
                <a:cubicBezTo>
                  <a:pt x="4350004" y="180594"/>
                  <a:pt x="4334891" y="176911"/>
                  <a:pt x="4319651" y="173609"/>
                </a:cubicBezTo>
                <a:cubicBezTo>
                  <a:pt x="3863086" y="64897"/>
                  <a:pt x="3175762" y="0"/>
                  <a:pt x="2480945" y="0"/>
                </a:cubicBezTo>
                <a:cubicBezTo>
                  <a:pt x="1786128" y="0"/>
                  <a:pt x="1091946" y="66548"/>
                  <a:pt x="642239" y="173609"/>
                </a:cubicBezTo>
                <a:cubicBezTo>
                  <a:pt x="384937" y="227203"/>
                  <a:pt x="231648" y="380492"/>
                  <a:pt x="173609" y="642239"/>
                </a:cubicBezTo>
                <a:cubicBezTo>
                  <a:pt x="61595" y="1090041"/>
                  <a:pt x="0" y="1743075"/>
                  <a:pt x="0" y="2480945"/>
                </a:cubicBezTo>
                <a:cubicBezTo>
                  <a:pt x="0" y="3218815"/>
                  <a:pt x="61595" y="3871722"/>
                  <a:pt x="173609" y="4319524"/>
                </a:cubicBezTo>
                <a:cubicBezTo>
                  <a:pt x="231775" y="4581271"/>
                  <a:pt x="385064" y="4734560"/>
                  <a:pt x="642239" y="4788281"/>
                </a:cubicBezTo>
                <a:cubicBezTo>
                  <a:pt x="1091946" y="4895342"/>
                  <a:pt x="1796542" y="4961890"/>
                  <a:pt x="2480945" y="4961890"/>
                </a:cubicBezTo>
                <a:cubicBezTo>
                  <a:pt x="3165348" y="4961890"/>
                  <a:pt x="3863086" y="4896993"/>
                  <a:pt x="4319524" y="4788281"/>
                </a:cubicBezTo>
                <a:cubicBezTo>
                  <a:pt x="4319524" y="4788281"/>
                  <a:pt x="4319651" y="4788281"/>
                  <a:pt x="4319778" y="4788281"/>
                </a:cubicBezTo>
                <a:cubicBezTo>
                  <a:pt x="4322191" y="4781804"/>
                  <a:pt x="4324731" y="4775454"/>
                  <a:pt x="4326890" y="4768850"/>
                </a:cubicBezTo>
                <a:cubicBezTo>
                  <a:pt x="4338193" y="4735322"/>
                  <a:pt x="4347972" y="4700270"/>
                  <a:pt x="4355846" y="4664583"/>
                </a:cubicBezTo>
                <a:close/>
              </a:path>
            </a:pathLst>
          </a:custGeom>
          <a:noFill/>
          <a:ln w="12694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4" name="Espaço Reservado para Imagem 23">
            <a:extLst>
              <a:ext uri="{FF2B5EF4-FFF2-40B4-BE49-F238E27FC236}">
                <a16:creationId xmlns:a16="http://schemas.microsoft.com/office/drawing/2014/main" id="{F94693B3-32A9-79D1-45BD-3C4D1ED0D0FF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714376" y="1027739"/>
            <a:ext cx="4967289" cy="4967289"/>
          </a:xfrm>
          <a:custGeom>
            <a:avLst/>
            <a:gdLst>
              <a:gd name="connsiteX0" fmla="*/ 2483645 w 4967289"/>
              <a:gd name="connsiteY0" fmla="*/ 0 h 4967289"/>
              <a:gd name="connsiteX1" fmla="*/ 4323480 w 4967289"/>
              <a:gd name="connsiteY1" fmla="*/ 173734 h 4967289"/>
              <a:gd name="connsiteX2" fmla="*/ 4793555 w 4967289"/>
              <a:gd name="connsiteY2" fmla="*/ 643809 h 4967289"/>
              <a:gd name="connsiteX3" fmla="*/ 4967289 w 4967289"/>
              <a:gd name="connsiteY3" fmla="*/ 2483645 h 4967289"/>
              <a:gd name="connsiteX4" fmla="*/ 4793555 w 4967289"/>
              <a:gd name="connsiteY4" fmla="*/ 4323480 h 4967289"/>
              <a:gd name="connsiteX5" fmla="*/ 4323480 w 4967289"/>
              <a:gd name="connsiteY5" fmla="*/ 4793555 h 4967289"/>
              <a:gd name="connsiteX6" fmla="*/ 2483645 w 4967289"/>
              <a:gd name="connsiteY6" fmla="*/ 4967289 h 4967289"/>
              <a:gd name="connsiteX7" fmla="*/ 643809 w 4967289"/>
              <a:gd name="connsiteY7" fmla="*/ 4793555 h 4967289"/>
              <a:gd name="connsiteX8" fmla="*/ 173734 w 4967289"/>
              <a:gd name="connsiteY8" fmla="*/ 4323480 h 4967289"/>
              <a:gd name="connsiteX9" fmla="*/ 0 w 4967289"/>
              <a:gd name="connsiteY9" fmla="*/ 2483645 h 4967289"/>
              <a:gd name="connsiteX10" fmla="*/ 173734 w 4967289"/>
              <a:gd name="connsiteY10" fmla="*/ 643809 h 4967289"/>
              <a:gd name="connsiteX11" fmla="*/ 643809 w 4967289"/>
              <a:gd name="connsiteY11" fmla="*/ 173734 h 4967289"/>
              <a:gd name="connsiteX12" fmla="*/ 2483645 w 4967289"/>
              <a:gd name="connsiteY12" fmla="*/ 0 h 4967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67289" h="4967289">
                <a:moveTo>
                  <a:pt x="2483645" y="0"/>
                </a:moveTo>
                <a:cubicBezTo>
                  <a:pt x="3209353" y="0"/>
                  <a:pt x="3873758" y="61304"/>
                  <a:pt x="4323480" y="173734"/>
                </a:cubicBezTo>
                <a:cubicBezTo>
                  <a:pt x="4599468" y="235037"/>
                  <a:pt x="4742428" y="398595"/>
                  <a:pt x="4793555" y="643809"/>
                </a:cubicBezTo>
                <a:cubicBezTo>
                  <a:pt x="4895808" y="1073177"/>
                  <a:pt x="4967289" y="1757936"/>
                  <a:pt x="4967289" y="2483645"/>
                </a:cubicBezTo>
                <a:cubicBezTo>
                  <a:pt x="4967289" y="3209353"/>
                  <a:pt x="4895808" y="3894112"/>
                  <a:pt x="4793555" y="4323480"/>
                </a:cubicBezTo>
                <a:cubicBezTo>
                  <a:pt x="4742428" y="4568695"/>
                  <a:pt x="4599468" y="4732251"/>
                  <a:pt x="4323480" y="4793555"/>
                </a:cubicBezTo>
                <a:cubicBezTo>
                  <a:pt x="3873758" y="4905986"/>
                  <a:pt x="3209353" y="4967289"/>
                  <a:pt x="2483645" y="4967289"/>
                </a:cubicBezTo>
                <a:cubicBezTo>
                  <a:pt x="1757936" y="4967289"/>
                  <a:pt x="1093531" y="4905986"/>
                  <a:pt x="643809" y="4793555"/>
                </a:cubicBezTo>
                <a:cubicBezTo>
                  <a:pt x="367822" y="4732251"/>
                  <a:pt x="224861" y="4568695"/>
                  <a:pt x="173734" y="4323480"/>
                </a:cubicBezTo>
                <a:cubicBezTo>
                  <a:pt x="71480" y="3894112"/>
                  <a:pt x="0" y="3209353"/>
                  <a:pt x="0" y="2483645"/>
                </a:cubicBezTo>
                <a:cubicBezTo>
                  <a:pt x="0" y="1757936"/>
                  <a:pt x="71480" y="1073177"/>
                  <a:pt x="173734" y="643809"/>
                </a:cubicBezTo>
                <a:cubicBezTo>
                  <a:pt x="224861" y="398595"/>
                  <a:pt x="367822" y="235037"/>
                  <a:pt x="643809" y="173734"/>
                </a:cubicBezTo>
                <a:cubicBezTo>
                  <a:pt x="1093531" y="61304"/>
                  <a:pt x="1757936" y="0"/>
                  <a:pt x="2483645" y="0"/>
                </a:cubicBezTo>
                <a:close/>
              </a:path>
            </a:pathLst>
          </a:custGeom>
          <a:ln w="3175">
            <a:noFill/>
          </a:ln>
        </p:spPr>
        <p:txBody>
          <a:bodyPr wrap="square">
            <a:noAutofit/>
          </a:bodyPr>
          <a:lstStyle/>
          <a:p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B4F3B14-16C1-5AE1-9319-626835398866}"/>
              </a:ext>
            </a:extLst>
          </p:cNvPr>
          <p:cNvSpPr txBox="1">
            <a:spLocks/>
          </p:cNvSpPr>
          <p:nvPr userDrawn="1"/>
        </p:nvSpPr>
        <p:spPr>
          <a:xfrm>
            <a:off x="6493410" y="3379850"/>
            <a:ext cx="449998" cy="449998"/>
          </a:xfrm>
          <a:custGeom>
            <a:avLst/>
            <a:gdLst>
              <a:gd name="connsiteX0" fmla="*/ 489439 w 905044"/>
              <a:gd name="connsiteY0" fmla="*/ 629348 h 905044"/>
              <a:gd name="connsiteX1" fmla="*/ 506042 w 905044"/>
              <a:gd name="connsiteY1" fmla="*/ 630233 h 905044"/>
              <a:gd name="connsiteX2" fmla="*/ 506042 w 905044"/>
              <a:gd name="connsiteY2" fmla="*/ 648133 h 905044"/>
              <a:gd name="connsiteX3" fmla="*/ 466723 w 905044"/>
              <a:gd name="connsiteY3" fmla="*/ 688759 h 905044"/>
              <a:gd name="connsiteX4" fmla="*/ 433528 w 905044"/>
              <a:gd name="connsiteY4" fmla="*/ 661235 h 905044"/>
              <a:gd name="connsiteX5" fmla="*/ 489439 w 905044"/>
              <a:gd name="connsiteY5" fmla="*/ 629348 h 905044"/>
              <a:gd name="connsiteX6" fmla="*/ 602138 w 905044"/>
              <a:gd name="connsiteY6" fmla="*/ 503989 h 905044"/>
              <a:gd name="connsiteX7" fmla="*/ 602138 w 905044"/>
              <a:gd name="connsiteY7" fmla="*/ 651190 h 905044"/>
              <a:gd name="connsiteX8" fmla="*/ 678574 w 905044"/>
              <a:gd name="connsiteY8" fmla="*/ 736364 h 905044"/>
              <a:gd name="connsiteX9" fmla="*/ 739725 w 905044"/>
              <a:gd name="connsiteY9" fmla="*/ 706226 h 905044"/>
              <a:gd name="connsiteX10" fmla="*/ 740600 w 905044"/>
              <a:gd name="connsiteY10" fmla="*/ 730682 h 905044"/>
              <a:gd name="connsiteX11" fmla="*/ 804375 w 905044"/>
              <a:gd name="connsiteY11" fmla="*/ 730682 h 905044"/>
              <a:gd name="connsiteX12" fmla="*/ 804375 w 905044"/>
              <a:gd name="connsiteY12" fmla="*/ 503989 h 905044"/>
              <a:gd name="connsiteX13" fmla="*/ 737985 w 905044"/>
              <a:gd name="connsiteY13" fmla="*/ 503989 h 905044"/>
              <a:gd name="connsiteX14" fmla="*/ 737985 w 905044"/>
              <a:gd name="connsiteY14" fmla="*/ 637644 h 905044"/>
              <a:gd name="connsiteX15" fmla="*/ 702165 w 905044"/>
              <a:gd name="connsiteY15" fmla="*/ 682635 h 905044"/>
              <a:gd name="connsiteX16" fmla="*/ 668528 w 905044"/>
              <a:gd name="connsiteY16" fmla="*/ 640268 h 905044"/>
              <a:gd name="connsiteX17" fmla="*/ 668528 w 905044"/>
              <a:gd name="connsiteY17" fmla="*/ 503989 h 905044"/>
              <a:gd name="connsiteX18" fmla="*/ 99385 w 905044"/>
              <a:gd name="connsiteY18" fmla="*/ 503989 h 905044"/>
              <a:gd name="connsiteX19" fmla="*/ 99385 w 905044"/>
              <a:gd name="connsiteY19" fmla="*/ 730682 h 905044"/>
              <a:gd name="connsiteX20" fmla="*/ 165775 w 905044"/>
              <a:gd name="connsiteY20" fmla="*/ 730682 h 905044"/>
              <a:gd name="connsiteX21" fmla="*/ 165775 w 905044"/>
              <a:gd name="connsiteY21" fmla="*/ 503989 h 905044"/>
              <a:gd name="connsiteX22" fmla="*/ 468483 w 905044"/>
              <a:gd name="connsiteY22" fmla="*/ 498307 h 905044"/>
              <a:gd name="connsiteX23" fmla="*/ 381126 w 905044"/>
              <a:gd name="connsiteY23" fmla="*/ 513592 h 905044"/>
              <a:gd name="connsiteX24" fmla="*/ 381126 w 905044"/>
              <a:gd name="connsiteY24" fmla="*/ 566890 h 905044"/>
              <a:gd name="connsiteX25" fmla="*/ 458004 w 905044"/>
              <a:gd name="connsiteY25" fmla="*/ 550720 h 905044"/>
              <a:gd name="connsiteX26" fmla="*/ 505619 w 905044"/>
              <a:gd name="connsiteY26" fmla="*/ 589164 h 905044"/>
              <a:gd name="connsiteX27" fmla="*/ 483336 w 905044"/>
              <a:gd name="connsiteY27" fmla="*/ 588289 h 905044"/>
              <a:gd name="connsiteX28" fmla="*/ 369330 w 905044"/>
              <a:gd name="connsiteY28" fmla="*/ 666475 h 905044"/>
              <a:gd name="connsiteX29" fmla="*/ 447073 w 905044"/>
              <a:gd name="connsiteY29" fmla="*/ 736364 h 905044"/>
              <a:gd name="connsiteX30" fmla="*/ 506485 w 905044"/>
              <a:gd name="connsiteY30" fmla="*/ 707101 h 905044"/>
              <a:gd name="connsiteX31" fmla="*/ 507359 w 905044"/>
              <a:gd name="connsiteY31" fmla="*/ 730682 h 905044"/>
              <a:gd name="connsiteX32" fmla="*/ 569385 w 905044"/>
              <a:gd name="connsiteY32" fmla="*/ 730682 h 905044"/>
              <a:gd name="connsiteX33" fmla="*/ 569385 w 905044"/>
              <a:gd name="connsiteY33" fmla="*/ 597460 h 905044"/>
              <a:gd name="connsiteX34" fmla="*/ 468483 w 905044"/>
              <a:gd name="connsiteY34" fmla="*/ 498307 h 905044"/>
              <a:gd name="connsiteX35" fmla="*/ 290692 w 905044"/>
              <a:gd name="connsiteY35" fmla="*/ 435407 h 905044"/>
              <a:gd name="connsiteX36" fmla="*/ 224292 w 905044"/>
              <a:gd name="connsiteY36" fmla="*/ 447192 h 905044"/>
              <a:gd name="connsiteX37" fmla="*/ 224292 w 905044"/>
              <a:gd name="connsiteY37" fmla="*/ 503989 h 905044"/>
              <a:gd name="connsiteX38" fmla="*/ 191107 w 905044"/>
              <a:gd name="connsiteY38" fmla="*/ 503989 h 905044"/>
              <a:gd name="connsiteX39" fmla="*/ 191107 w 905044"/>
              <a:gd name="connsiteY39" fmla="*/ 555526 h 905044"/>
              <a:gd name="connsiteX40" fmla="*/ 224302 w 905044"/>
              <a:gd name="connsiteY40" fmla="*/ 555526 h 905044"/>
              <a:gd name="connsiteX41" fmla="*/ 224302 w 905044"/>
              <a:gd name="connsiteY41" fmla="*/ 652497 h 905044"/>
              <a:gd name="connsiteX42" fmla="*/ 304237 w 905044"/>
              <a:gd name="connsiteY42" fmla="*/ 735057 h 905044"/>
              <a:gd name="connsiteX43" fmla="*/ 345296 w 905044"/>
              <a:gd name="connsiteY43" fmla="*/ 730682 h 905044"/>
              <a:gd name="connsiteX44" fmla="*/ 345296 w 905044"/>
              <a:gd name="connsiteY44" fmla="*/ 680020 h 905044"/>
              <a:gd name="connsiteX45" fmla="*/ 321704 w 905044"/>
              <a:gd name="connsiteY45" fmla="*/ 682635 h 905044"/>
              <a:gd name="connsiteX46" fmla="*/ 290692 w 905044"/>
              <a:gd name="connsiteY46" fmla="*/ 648122 h 905044"/>
              <a:gd name="connsiteX47" fmla="*/ 290692 w 905044"/>
              <a:gd name="connsiteY47" fmla="*/ 555526 h 905044"/>
              <a:gd name="connsiteX48" fmla="*/ 348343 w 905044"/>
              <a:gd name="connsiteY48" fmla="*/ 555526 h 905044"/>
              <a:gd name="connsiteX49" fmla="*/ 348343 w 905044"/>
              <a:gd name="connsiteY49" fmla="*/ 503989 h 905044"/>
              <a:gd name="connsiteX50" fmla="*/ 290692 w 905044"/>
              <a:gd name="connsiteY50" fmla="*/ 503989 h 905044"/>
              <a:gd name="connsiteX51" fmla="*/ 761999 w 905044"/>
              <a:gd name="connsiteY51" fmla="*/ 415758 h 905044"/>
              <a:gd name="connsiteX52" fmla="*/ 651493 w 905044"/>
              <a:gd name="connsiteY52" fmla="*/ 435417 h 905044"/>
              <a:gd name="connsiteX53" fmla="*/ 651493 w 905044"/>
              <a:gd name="connsiteY53" fmla="*/ 473419 h 905044"/>
              <a:gd name="connsiteX54" fmla="*/ 761999 w 905044"/>
              <a:gd name="connsiteY54" fmla="*/ 473419 h 905044"/>
              <a:gd name="connsiteX55" fmla="*/ 761999 w 905044"/>
              <a:gd name="connsiteY55" fmla="*/ 473409 h 905044"/>
              <a:gd name="connsiteX56" fmla="*/ 132580 w 905044"/>
              <a:gd name="connsiteY56" fmla="*/ 404394 h 905044"/>
              <a:gd name="connsiteX57" fmla="*/ 93271 w 905044"/>
              <a:gd name="connsiteY57" fmla="*/ 442396 h 905044"/>
              <a:gd name="connsiteX58" fmla="*/ 132580 w 905044"/>
              <a:gd name="connsiteY58" fmla="*/ 480398 h 905044"/>
              <a:gd name="connsiteX59" fmla="*/ 171899 w 905044"/>
              <a:gd name="connsiteY59" fmla="*/ 442396 h 905044"/>
              <a:gd name="connsiteX60" fmla="*/ 132580 w 905044"/>
              <a:gd name="connsiteY60" fmla="*/ 404394 h 905044"/>
              <a:gd name="connsiteX61" fmla="*/ 452522 w 905044"/>
              <a:gd name="connsiteY61" fmla="*/ 0 h 905044"/>
              <a:gd name="connsiteX62" fmla="*/ 787720 w 905044"/>
              <a:gd name="connsiteY62" fmla="*/ 31656 h 905044"/>
              <a:gd name="connsiteX63" fmla="*/ 873388 w 905044"/>
              <a:gd name="connsiteY63" fmla="*/ 117324 h 905044"/>
              <a:gd name="connsiteX64" fmla="*/ 905044 w 905044"/>
              <a:gd name="connsiteY64" fmla="*/ 452523 h 905044"/>
              <a:gd name="connsiteX65" fmla="*/ 873388 w 905044"/>
              <a:gd name="connsiteY65" fmla="*/ 787720 h 905044"/>
              <a:gd name="connsiteX66" fmla="*/ 787720 w 905044"/>
              <a:gd name="connsiteY66" fmla="*/ 873388 h 905044"/>
              <a:gd name="connsiteX67" fmla="*/ 452522 w 905044"/>
              <a:gd name="connsiteY67" fmla="*/ 905044 h 905044"/>
              <a:gd name="connsiteX68" fmla="*/ 117324 w 905044"/>
              <a:gd name="connsiteY68" fmla="*/ 873388 h 905044"/>
              <a:gd name="connsiteX69" fmla="*/ 31656 w 905044"/>
              <a:gd name="connsiteY69" fmla="*/ 787720 h 905044"/>
              <a:gd name="connsiteX70" fmla="*/ 0 w 905044"/>
              <a:gd name="connsiteY70" fmla="*/ 452523 h 905044"/>
              <a:gd name="connsiteX71" fmla="*/ 31656 w 905044"/>
              <a:gd name="connsiteY71" fmla="*/ 117324 h 905044"/>
              <a:gd name="connsiteX72" fmla="*/ 117324 w 905044"/>
              <a:gd name="connsiteY72" fmla="*/ 31656 h 905044"/>
              <a:gd name="connsiteX73" fmla="*/ 452522 w 905044"/>
              <a:gd name="connsiteY73" fmla="*/ 0 h 90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905044" h="905044">
                <a:moveTo>
                  <a:pt x="489439" y="629348"/>
                </a:moveTo>
                <a:cubicBezTo>
                  <a:pt x="494679" y="629348"/>
                  <a:pt x="502985" y="629791"/>
                  <a:pt x="506042" y="630233"/>
                </a:cubicBezTo>
                <a:lnTo>
                  <a:pt x="506042" y="648133"/>
                </a:lnTo>
                <a:cubicBezTo>
                  <a:pt x="506042" y="672167"/>
                  <a:pt x="489872" y="688759"/>
                  <a:pt x="466723" y="688759"/>
                </a:cubicBezTo>
                <a:cubicBezTo>
                  <a:pt x="446189" y="688759"/>
                  <a:pt x="433528" y="679588"/>
                  <a:pt x="433528" y="661235"/>
                </a:cubicBezTo>
                <a:cubicBezTo>
                  <a:pt x="433528" y="640268"/>
                  <a:pt x="453630" y="629348"/>
                  <a:pt x="489439" y="629348"/>
                </a:cubicBezTo>
                <a:close/>
                <a:moveTo>
                  <a:pt x="602138" y="503989"/>
                </a:moveTo>
                <a:lnTo>
                  <a:pt x="602138" y="651190"/>
                </a:lnTo>
                <a:cubicBezTo>
                  <a:pt x="602148" y="703169"/>
                  <a:pt x="631844" y="736364"/>
                  <a:pt x="678574" y="736364"/>
                </a:cubicBezTo>
                <a:cubicBezTo>
                  <a:pt x="706097" y="736364"/>
                  <a:pt x="724882" y="726308"/>
                  <a:pt x="739725" y="706226"/>
                </a:cubicBezTo>
                <a:lnTo>
                  <a:pt x="740600" y="730682"/>
                </a:lnTo>
                <a:lnTo>
                  <a:pt x="804375" y="730682"/>
                </a:lnTo>
                <a:lnTo>
                  <a:pt x="804375" y="503989"/>
                </a:lnTo>
                <a:lnTo>
                  <a:pt x="737985" y="503989"/>
                </a:lnTo>
                <a:lnTo>
                  <a:pt x="737985" y="637644"/>
                </a:lnTo>
                <a:cubicBezTo>
                  <a:pt x="737985" y="665167"/>
                  <a:pt x="724439" y="682635"/>
                  <a:pt x="702165" y="682635"/>
                </a:cubicBezTo>
                <a:cubicBezTo>
                  <a:pt x="680324" y="682635"/>
                  <a:pt x="668528" y="667782"/>
                  <a:pt x="668528" y="640268"/>
                </a:cubicBezTo>
                <a:lnTo>
                  <a:pt x="668528" y="503989"/>
                </a:lnTo>
                <a:close/>
                <a:moveTo>
                  <a:pt x="99385" y="503989"/>
                </a:moveTo>
                <a:lnTo>
                  <a:pt x="99385" y="730682"/>
                </a:lnTo>
                <a:lnTo>
                  <a:pt x="165775" y="730682"/>
                </a:lnTo>
                <a:lnTo>
                  <a:pt x="165775" y="503989"/>
                </a:lnTo>
                <a:close/>
                <a:moveTo>
                  <a:pt x="468483" y="498307"/>
                </a:moveTo>
                <a:cubicBezTo>
                  <a:pt x="435298" y="498307"/>
                  <a:pt x="407775" y="503547"/>
                  <a:pt x="381126" y="513592"/>
                </a:cubicBezTo>
                <a:lnTo>
                  <a:pt x="381126" y="566890"/>
                </a:lnTo>
                <a:cubicBezTo>
                  <a:pt x="407332" y="556834"/>
                  <a:pt x="433538" y="550720"/>
                  <a:pt x="458004" y="550720"/>
                </a:cubicBezTo>
                <a:cubicBezTo>
                  <a:pt x="488575" y="550720"/>
                  <a:pt x="505619" y="564697"/>
                  <a:pt x="505619" y="589164"/>
                </a:cubicBezTo>
                <a:cubicBezTo>
                  <a:pt x="500381" y="588731"/>
                  <a:pt x="491642" y="588289"/>
                  <a:pt x="483336" y="588289"/>
                </a:cubicBezTo>
                <a:cubicBezTo>
                  <a:pt x="413446" y="588289"/>
                  <a:pt x="369330" y="617120"/>
                  <a:pt x="369330" y="666475"/>
                </a:cubicBezTo>
                <a:cubicBezTo>
                  <a:pt x="369320" y="709283"/>
                  <a:pt x="399458" y="736364"/>
                  <a:pt x="447073" y="736364"/>
                </a:cubicBezTo>
                <a:cubicBezTo>
                  <a:pt x="473722" y="736364"/>
                  <a:pt x="492939" y="725443"/>
                  <a:pt x="506485" y="707101"/>
                </a:cubicBezTo>
                <a:lnTo>
                  <a:pt x="507359" y="730682"/>
                </a:lnTo>
                <a:lnTo>
                  <a:pt x="569385" y="730682"/>
                </a:lnTo>
                <a:lnTo>
                  <a:pt x="569385" y="597460"/>
                </a:lnTo>
                <a:cubicBezTo>
                  <a:pt x="569385" y="532820"/>
                  <a:pt x="533133" y="498307"/>
                  <a:pt x="468483" y="498307"/>
                </a:cubicBezTo>
                <a:close/>
                <a:moveTo>
                  <a:pt x="290692" y="435407"/>
                </a:moveTo>
                <a:lnTo>
                  <a:pt x="224292" y="447192"/>
                </a:lnTo>
                <a:lnTo>
                  <a:pt x="224292" y="503989"/>
                </a:lnTo>
                <a:lnTo>
                  <a:pt x="191107" y="503989"/>
                </a:lnTo>
                <a:lnTo>
                  <a:pt x="191107" y="555526"/>
                </a:lnTo>
                <a:lnTo>
                  <a:pt x="224302" y="555526"/>
                </a:lnTo>
                <a:lnTo>
                  <a:pt x="224302" y="652497"/>
                </a:lnTo>
                <a:cubicBezTo>
                  <a:pt x="224302" y="707534"/>
                  <a:pt x="253142" y="735057"/>
                  <a:pt x="304237" y="735057"/>
                </a:cubicBezTo>
                <a:cubicBezTo>
                  <a:pt x="322589" y="735057"/>
                  <a:pt x="337875" y="732865"/>
                  <a:pt x="345296" y="730682"/>
                </a:cubicBezTo>
                <a:lnTo>
                  <a:pt x="345296" y="680020"/>
                </a:lnTo>
                <a:cubicBezTo>
                  <a:pt x="340489" y="681328"/>
                  <a:pt x="331751" y="682635"/>
                  <a:pt x="321704" y="682635"/>
                </a:cubicBezTo>
                <a:cubicBezTo>
                  <a:pt x="300305" y="682635"/>
                  <a:pt x="290692" y="672157"/>
                  <a:pt x="290692" y="648122"/>
                </a:cubicBezTo>
                <a:lnTo>
                  <a:pt x="290692" y="555526"/>
                </a:lnTo>
                <a:lnTo>
                  <a:pt x="348343" y="555526"/>
                </a:lnTo>
                <a:lnTo>
                  <a:pt x="348343" y="503989"/>
                </a:lnTo>
                <a:lnTo>
                  <a:pt x="290692" y="503989"/>
                </a:lnTo>
                <a:close/>
                <a:moveTo>
                  <a:pt x="761999" y="415758"/>
                </a:moveTo>
                <a:lnTo>
                  <a:pt x="651493" y="435417"/>
                </a:lnTo>
                <a:lnTo>
                  <a:pt x="651493" y="473419"/>
                </a:lnTo>
                <a:lnTo>
                  <a:pt x="761999" y="473419"/>
                </a:lnTo>
                <a:lnTo>
                  <a:pt x="761999" y="473409"/>
                </a:lnTo>
                <a:close/>
                <a:moveTo>
                  <a:pt x="132580" y="404394"/>
                </a:moveTo>
                <a:cubicBezTo>
                  <a:pt x="109431" y="404394"/>
                  <a:pt x="93271" y="420122"/>
                  <a:pt x="93271" y="442396"/>
                </a:cubicBezTo>
                <a:cubicBezTo>
                  <a:pt x="93271" y="465112"/>
                  <a:pt x="109431" y="480398"/>
                  <a:pt x="132580" y="480398"/>
                </a:cubicBezTo>
                <a:cubicBezTo>
                  <a:pt x="155739" y="480398"/>
                  <a:pt x="171899" y="464680"/>
                  <a:pt x="171899" y="442396"/>
                </a:cubicBezTo>
                <a:cubicBezTo>
                  <a:pt x="171899" y="419679"/>
                  <a:pt x="155739" y="404394"/>
                  <a:pt x="132580" y="404394"/>
                </a:cubicBezTo>
                <a:close/>
                <a:moveTo>
                  <a:pt x="452522" y="0"/>
                </a:moveTo>
                <a:cubicBezTo>
                  <a:pt x="584739" y="0"/>
                  <a:pt x="705784" y="11172"/>
                  <a:pt x="787720" y="31656"/>
                </a:cubicBezTo>
                <a:cubicBezTo>
                  <a:pt x="838000" y="42829"/>
                  <a:pt x="864076" y="72625"/>
                  <a:pt x="873388" y="117324"/>
                </a:cubicBezTo>
                <a:cubicBezTo>
                  <a:pt x="892012" y="195530"/>
                  <a:pt x="905044" y="320305"/>
                  <a:pt x="905044" y="452523"/>
                </a:cubicBezTo>
                <a:cubicBezTo>
                  <a:pt x="905044" y="584739"/>
                  <a:pt x="892012" y="709514"/>
                  <a:pt x="873388" y="787720"/>
                </a:cubicBezTo>
                <a:cubicBezTo>
                  <a:pt x="864076" y="832409"/>
                  <a:pt x="838000" y="862205"/>
                  <a:pt x="787720" y="873388"/>
                </a:cubicBezTo>
                <a:cubicBezTo>
                  <a:pt x="705784" y="893872"/>
                  <a:pt x="584739" y="905044"/>
                  <a:pt x="452522" y="905044"/>
                </a:cubicBezTo>
                <a:cubicBezTo>
                  <a:pt x="320305" y="905044"/>
                  <a:pt x="199260" y="893872"/>
                  <a:pt x="117324" y="873388"/>
                </a:cubicBezTo>
                <a:cubicBezTo>
                  <a:pt x="67044" y="862215"/>
                  <a:pt x="40969" y="832419"/>
                  <a:pt x="31656" y="787720"/>
                </a:cubicBezTo>
                <a:cubicBezTo>
                  <a:pt x="13032" y="709514"/>
                  <a:pt x="0" y="584739"/>
                  <a:pt x="0" y="452523"/>
                </a:cubicBezTo>
                <a:cubicBezTo>
                  <a:pt x="0" y="320305"/>
                  <a:pt x="13032" y="195530"/>
                  <a:pt x="31656" y="117324"/>
                </a:cubicBezTo>
                <a:cubicBezTo>
                  <a:pt x="40969" y="72635"/>
                  <a:pt x="67044" y="42839"/>
                  <a:pt x="117324" y="31656"/>
                </a:cubicBezTo>
                <a:cubicBezTo>
                  <a:pt x="199260" y="11172"/>
                  <a:pt x="320305" y="0"/>
                  <a:pt x="45252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tau Display Pro" panose="020B0503020204020204" pitchFamily="34" charset="0"/>
              <a:ea typeface="+mn-ea"/>
              <a:cs typeface="Itau Display Pro" panose="020B0503020204020204" pitchFamily="34" charset="0"/>
            </a:endParaRPr>
          </a:p>
        </p:txBody>
      </p:sp>
      <p:sp>
        <p:nvSpPr>
          <p:cNvPr id="27" name="Espaço Reservado para Texto 19">
            <a:extLst>
              <a:ext uri="{FF2B5EF4-FFF2-40B4-BE49-F238E27FC236}">
                <a16:creationId xmlns:a16="http://schemas.microsoft.com/office/drawing/2014/main" id="{93CB5747-C3F8-DE76-481A-FE100D1B9879}"/>
              </a:ext>
            </a:extLst>
          </p:cNvPr>
          <p:cNvSpPr>
            <a:spLocks noGrp="1"/>
          </p:cNvSpPr>
          <p:nvPr userDrawn="1">
            <p:ph type="body" sz="quarter" idx="60" hasCustomPrompt="1"/>
          </p:nvPr>
        </p:nvSpPr>
        <p:spPr>
          <a:xfrm>
            <a:off x="6369178" y="5303740"/>
            <a:ext cx="5069893" cy="48474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pt-BR" sz="30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228600" lvl="0" indent="-228600">
              <a:lnSpc>
                <a:spcPct val="85000"/>
              </a:lnSpc>
              <a:spcBef>
                <a:spcPts val="0"/>
              </a:spcBef>
            </a:pPr>
            <a:r>
              <a:rPr lang="pt-BR"/>
              <a:t>Subtítulo da apresentação 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3DBBAE42-353C-427D-E6C1-09487B222D19}"/>
              </a:ext>
            </a:extLst>
          </p:cNvPr>
          <p:cNvSpPr>
            <a:spLocks noGrp="1"/>
          </p:cNvSpPr>
          <p:nvPr userDrawn="1">
            <p:ph type="body" sz="quarter" idx="61" hasCustomPrompt="1"/>
          </p:nvPr>
        </p:nvSpPr>
        <p:spPr>
          <a:xfrm>
            <a:off x="5030343" y="1211834"/>
            <a:ext cx="274828" cy="4603623"/>
          </a:xfrm>
          <a:custGeom>
            <a:avLst/>
            <a:gdLst>
              <a:gd name="connsiteX0" fmla="*/ 45118 w 274828"/>
              <a:gd name="connsiteY0" fmla="*/ 136 h 4603623"/>
              <a:gd name="connsiteX1" fmla="*/ 70485 w 274828"/>
              <a:gd name="connsiteY1" fmla="*/ 7239 h 4603623"/>
              <a:gd name="connsiteX2" fmla="*/ 73279 w 274828"/>
              <a:gd name="connsiteY2" fmla="*/ 8128 h 4603623"/>
              <a:gd name="connsiteX3" fmla="*/ 74549 w 274828"/>
              <a:gd name="connsiteY3" fmla="*/ 13335 h 4603623"/>
              <a:gd name="connsiteX4" fmla="*/ 274828 w 274828"/>
              <a:gd name="connsiteY4" fmla="*/ 2221484 h 4603623"/>
              <a:gd name="connsiteX5" fmla="*/ 60960 w 274828"/>
              <a:gd name="connsiteY5" fmla="*/ 4485767 h 4603623"/>
              <a:gd name="connsiteX6" fmla="*/ 31242 w 274828"/>
              <a:gd name="connsiteY6" fmla="*/ 4592320 h 4603623"/>
              <a:gd name="connsiteX7" fmla="*/ 29591 w 274828"/>
              <a:gd name="connsiteY7" fmla="*/ 4596765 h 4603623"/>
              <a:gd name="connsiteX8" fmla="*/ 27432 w 274828"/>
              <a:gd name="connsiteY8" fmla="*/ 4597400 h 4603623"/>
              <a:gd name="connsiteX9" fmla="*/ 0 w 274828"/>
              <a:gd name="connsiteY9" fmla="*/ 4603623 h 4603623"/>
              <a:gd name="connsiteX10" fmla="*/ 7112 w 274828"/>
              <a:gd name="connsiteY10" fmla="*/ 4584192 h 4603623"/>
              <a:gd name="connsiteX11" fmla="*/ 36068 w 274828"/>
              <a:gd name="connsiteY11" fmla="*/ 4479925 h 4603623"/>
              <a:gd name="connsiteX12" fmla="*/ 249301 w 274828"/>
              <a:gd name="connsiteY12" fmla="*/ 2221357 h 4603623"/>
              <a:gd name="connsiteX13" fmla="*/ 49657 w 274828"/>
              <a:gd name="connsiteY13" fmla="*/ 19050 h 4603623"/>
              <a:gd name="connsiteX14" fmla="*/ 45085 w 274828"/>
              <a:gd name="connsiteY14" fmla="*/ 0 h 4603623"/>
              <a:gd name="connsiteX15" fmla="*/ 45118 w 274828"/>
              <a:gd name="connsiteY15" fmla="*/ 136 h 4603623"/>
              <a:gd name="connsiteX16" fmla="*/ 45085 w 274828"/>
              <a:gd name="connsiteY16" fmla="*/ 127 h 460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4828" h="4603623">
                <a:moveTo>
                  <a:pt x="45118" y="136"/>
                </a:moveTo>
                <a:lnTo>
                  <a:pt x="70485" y="7239"/>
                </a:lnTo>
                <a:cubicBezTo>
                  <a:pt x="71501" y="7493"/>
                  <a:pt x="72390" y="7874"/>
                  <a:pt x="73279" y="8128"/>
                </a:cubicBezTo>
                <a:cubicBezTo>
                  <a:pt x="73660" y="9906"/>
                  <a:pt x="74168" y="11557"/>
                  <a:pt x="74549" y="13335"/>
                </a:cubicBezTo>
                <a:cubicBezTo>
                  <a:pt x="203708" y="562991"/>
                  <a:pt x="274828" y="1313053"/>
                  <a:pt x="274828" y="2221484"/>
                </a:cubicBezTo>
                <a:cubicBezTo>
                  <a:pt x="274828" y="3129915"/>
                  <a:pt x="198882" y="3933952"/>
                  <a:pt x="60960" y="4485767"/>
                </a:cubicBezTo>
                <a:cubicBezTo>
                  <a:pt x="52832" y="4521962"/>
                  <a:pt x="42799" y="4557903"/>
                  <a:pt x="31242" y="4592320"/>
                </a:cubicBezTo>
                <a:cubicBezTo>
                  <a:pt x="30734" y="4593844"/>
                  <a:pt x="30099" y="4595241"/>
                  <a:pt x="29591" y="4596765"/>
                </a:cubicBezTo>
                <a:cubicBezTo>
                  <a:pt x="28829" y="4597019"/>
                  <a:pt x="28194" y="4597273"/>
                  <a:pt x="27432" y="4597400"/>
                </a:cubicBezTo>
                <a:cubicBezTo>
                  <a:pt x="17526" y="4599813"/>
                  <a:pt x="8509" y="4601845"/>
                  <a:pt x="0" y="4603623"/>
                </a:cubicBezTo>
                <a:cubicBezTo>
                  <a:pt x="2286" y="4597146"/>
                  <a:pt x="4826" y="4590796"/>
                  <a:pt x="7112" y="4584192"/>
                </a:cubicBezTo>
                <a:cubicBezTo>
                  <a:pt x="18415" y="4550664"/>
                  <a:pt x="28194" y="4515612"/>
                  <a:pt x="36068" y="4479925"/>
                </a:cubicBezTo>
                <a:cubicBezTo>
                  <a:pt x="173609" y="3929761"/>
                  <a:pt x="249301" y="3093847"/>
                  <a:pt x="249301" y="2221357"/>
                </a:cubicBezTo>
                <a:cubicBezTo>
                  <a:pt x="249301" y="1348867"/>
                  <a:pt x="178308" y="566801"/>
                  <a:pt x="49657" y="19050"/>
                </a:cubicBezTo>
                <a:close/>
                <a:moveTo>
                  <a:pt x="45085" y="0"/>
                </a:moveTo>
                <a:lnTo>
                  <a:pt x="45118" y="136"/>
                </a:lnTo>
                <a:lnTo>
                  <a:pt x="45085" y="127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buNone/>
              <a:defRPr sz="100"/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2" name="Espaço Reservado para Texto 19">
            <a:extLst>
              <a:ext uri="{FF2B5EF4-FFF2-40B4-BE49-F238E27FC236}">
                <a16:creationId xmlns:a16="http://schemas.microsoft.com/office/drawing/2014/main" id="{7F33184F-BA96-2E30-A5A0-93656276751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369179" y="4157647"/>
            <a:ext cx="4794122" cy="10686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4200">
                <a:solidFill>
                  <a:schemeClr val="accent4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Exemplo de título da apresentação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5B95AEF7-BF09-0B40-819F-45E7762D6808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7E651018-8B55-8A6C-D3F9-0E98457508BE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87A4BEAD-7F60-D9E9-41ED-BAF82A622F56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DFA71FEC-260F-26AC-A6BF-B940B15DB2A4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6A114E48-CA77-2568-B21E-F752E4D140AD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5A0BB25E-70AB-B669-68BA-11567509B920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7F03C72F-349E-240F-6FFF-1585BA759181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B2E3BD23-06E4-3049-ACA7-7A1182EF017D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3C63C37A-4E6D-CFC7-DB61-BE8278F9EE62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5E966A19-5B68-D1C5-30E9-D1DFCFAEABC0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DB464E88-BE9C-F32B-3FDD-D885A0056C7B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68CC4228-B90A-2473-C5FD-64942C7FCE2F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5655877A-5B52-F04F-3DDA-B570B7EB9351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BB660EF-3B64-1D74-7D8F-2D64666DE843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36F2302F-9176-50A5-D128-0CCC8EC48476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1FCE40D4-2029-19A9-21BB-20D236C4A145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C2B51019-6A5D-2862-6F0A-EA069570EFAC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9941F770-2424-5A4A-E7F1-0A43B902DE7D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E90CACC7-3925-78DB-7ED7-530DA09BDC37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43C7A4DD-5450-1F32-50A2-64211DBA6B80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51E4E4CD-E21B-AB13-8AD8-6D02847D31E6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4790E605-3196-E918-6679-09A71F01E312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8984A1BB-76BA-24E6-078D-23681A3D788F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0E92124C-773E-E4E6-3609-DFE05B1EFB05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33" name="Retângulo: Cantos Arredondados 32">
              <a:extLst>
                <a:ext uri="{FF2B5EF4-FFF2-40B4-BE49-F238E27FC236}">
                  <a16:creationId xmlns:a16="http://schemas.microsoft.com/office/drawing/2014/main" id="{1E439F01-C8A8-CADC-C59E-A57E6460322F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161C2716-C7EE-BCFF-2BB0-22559C7D06C3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D6D03A63-97E6-B58F-B8A3-E7DCA9A98CB0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EA6E856F-78C4-431B-043B-530D1EE2A85D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165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apa imagem 3_fundo escuro 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9DFD1CE2-9940-9E9A-1E3A-34616BE03DE9}"/>
              </a:ext>
            </a:extLst>
          </p:cNvPr>
          <p:cNvSpPr/>
          <p:nvPr userDrawn="1"/>
        </p:nvSpPr>
        <p:spPr>
          <a:xfrm>
            <a:off x="1" y="371535"/>
            <a:ext cx="5300027" cy="6130417"/>
          </a:xfrm>
          <a:custGeom>
            <a:avLst/>
            <a:gdLst>
              <a:gd name="connsiteX0" fmla="*/ 2235009 w 5300027"/>
              <a:gd name="connsiteY0" fmla="*/ 0 h 6130417"/>
              <a:gd name="connsiteX1" fmla="*/ 2234882 w 5300027"/>
              <a:gd name="connsiteY1" fmla="*/ 127 h 6130417"/>
              <a:gd name="connsiteX2" fmla="*/ 4505515 w 5300027"/>
              <a:gd name="connsiteY2" fmla="*/ 214503 h 6130417"/>
              <a:gd name="connsiteX3" fmla="*/ 5085651 w 5300027"/>
              <a:gd name="connsiteY3" fmla="*/ 794639 h 6130417"/>
              <a:gd name="connsiteX4" fmla="*/ 5300027 w 5300027"/>
              <a:gd name="connsiteY4" fmla="*/ 3065272 h 6130417"/>
              <a:gd name="connsiteX5" fmla="*/ 5085651 w 5300027"/>
              <a:gd name="connsiteY5" fmla="*/ 5335905 h 6130417"/>
              <a:gd name="connsiteX6" fmla="*/ 4505515 w 5300027"/>
              <a:gd name="connsiteY6" fmla="*/ 5916041 h 6130417"/>
              <a:gd name="connsiteX7" fmla="*/ 2234882 w 5300027"/>
              <a:gd name="connsiteY7" fmla="*/ 6130417 h 6130417"/>
              <a:gd name="connsiteX8" fmla="*/ 177241 w 5300027"/>
              <a:gd name="connsiteY8" fmla="*/ 5961497 h 6130417"/>
              <a:gd name="connsiteX9" fmla="*/ 0 w 5300027"/>
              <a:gd name="connsiteY9" fmla="*/ 5923671 h 6130417"/>
              <a:gd name="connsiteX10" fmla="*/ 0 w 5300027"/>
              <a:gd name="connsiteY10" fmla="*/ 5897722 h 6130417"/>
              <a:gd name="connsiteX11" fmla="*/ 191882 w 5300027"/>
              <a:gd name="connsiteY11" fmla="*/ 5938436 h 6130417"/>
              <a:gd name="connsiteX12" fmla="*/ 2235009 w 5300027"/>
              <a:gd name="connsiteY12" fmla="*/ 6105144 h 6130417"/>
              <a:gd name="connsiteX13" fmla="*/ 4499800 w 5300027"/>
              <a:gd name="connsiteY13" fmla="*/ 5891403 h 6130417"/>
              <a:gd name="connsiteX14" fmla="*/ 4500562 w 5300027"/>
              <a:gd name="connsiteY14" fmla="*/ 5891276 h 6130417"/>
              <a:gd name="connsiteX15" fmla="*/ 5061140 w 5300027"/>
              <a:gd name="connsiteY15" fmla="*/ 5330444 h 6130417"/>
              <a:gd name="connsiteX16" fmla="*/ 5061267 w 5300027"/>
              <a:gd name="connsiteY16" fmla="*/ 5329809 h 6130417"/>
              <a:gd name="connsiteX17" fmla="*/ 5274881 w 5300027"/>
              <a:gd name="connsiteY17" fmla="*/ 3065272 h 6130417"/>
              <a:gd name="connsiteX18" fmla="*/ 5061267 w 5300027"/>
              <a:gd name="connsiteY18" fmla="*/ 800735 h 6130417"/>
              <a:gd name="connsiteX19" fmla="*/ 5061140 w 5300027"/>
              <a:gd name="connsiteY19" fmla="*/ 800100 h 6130417"/>
              <a:gd name="connsiteX20" fmla="*/ 4500562 w 5300027"/>
              <a:gd name="connsiteY20" fmla="*/ 239268 h 6130417"/>
              <a:gd name="connsiteX21" fmla="*/ 4499800 w 5300027"/>
              <a:gd name="connsiteY21" fmla="*/ 239141 h 6130417"/>
              <a:gd name="connsiteX22" fmla="*/ 2235009 w 5300027"/>
              <a:gd name="connsiteY22" fmla="*/ 25400 h 6130417"/>
              <a:gd name="connsiteX23" fmla="*/ 191882 w 5300027"/>
              <a:gd name="connsiteY23" fmla="*/ 192108 h 6130417"/>
              <a:gd name="connsiteX24" fmla="*/ 0 w 5300027"/>
              <a:gd name="connsiteY24" fmla="*/ 232822 h 6130417"/>
              <a:gd name="connsiteX25" fmla="*/ 0 w 5300027"/>
              <a:gd name="connsiteY25" fmla="*/ 206778 h 6130417"/>
              <a:gd name="connsiteX26" fmla="*/ 177332 w 5300027"/>
              <a:gd name="connsiteY26" fmla="*/ 168957 h 6130417"/>
              <a:gd name="connsiteX27" fmla="*/ 2235009 w 5300027"/>
              <a:gd name="connsiteY27" fmla="*/ 0 h 61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300027" h="6130417">
                <a:moveTo>
                  <a:pt x="2235009" y="0"/>
                </a:moveTo>
                <a:lnTo>
                  <a:pt x="2234882" y="127"/>
                </a:lnTo>
                <a:cubicBezTo>
                  <a:pt x="3130486" y="127"/>
                  <a:pt x="3975544" y="88265"/>
                  <a:pt x="4505515" y="214503"/>
                </a:cubicBezTo>
                <a:cubicBezTo>
                  <a:pt x="4808156" y="277622"/>
                  <a:pt x="5009959" y="454025"/>
                  <a:pt x="5085651" y="794639"/>
                </a:cubicBezTo>
                <a:cubicBezTo>
                  <a:pt x="5224335" y="1349629"/>
                  <a:pt x="5300027" y="2169668"/>
                  <a:pt x="5300027" y="3065272"/>
                </a:cubicBezTo>
                <a:cubicBezTo>
                  <a:pt x="5300027" y="3960876"/>
                  <a:pt x="5224462" y="4780915"/>
                  <a:pt x="5085651" y="5335905"/>
                </a:cubicBezTo>
                <a:cubicBezTo>
                  <a:pt x="5009959" y="5676519"/>
                  <a:pt x="4808156" y="5852922"/>
                  <a:pt x="4505515" y="5916041"/>
                </a:cubicBezTo>
                <a:cubicBezTo>
                  <a:pt x="3975671" y="6042152"/>
                  <a:pt x="3130486" y="6130417"/>
                  <a:pt x="2234882" y="6130417"/>
                </a:cubicBezTo>
                <a:cubicBezTo>
                  <a:pt x="1451229" y="6130417"/>
                  <a:pt x="706274" y="6062937"/>
                  <a:pt x="177241" y="5961497"/>
                </a:cubicBezTo>
                <a:lnTo>
                  <a:pt x="0" y="5923671"/>
                </a:lnTo>
                <a:lnTo>
                  <a:pt x="0" y="5897722"/>
                </a:lnTo>
                <a:lnTo>
                  <a:pt x="191882" y="5938436"/>
                </a:lnTo>
                <a:cubicBezTo>
                  <a:pt x="740378" y="6042428"/>
                  <a:pt x="1497028" y="6105144"/>
                  <a:pt x="2235009" y="6105144"/>
                </a:cubicBezTo>
                <a:cubicBezTo>
                  <a:pt x="3078416" y="6105144"/>
                  <a:pt x="3946207" y="6023229"/>
                  <a:pt x="4499800" y="5891403"/>
                </a:cubicBezTo>
                <a:cubicBezTo>
                  <a:pt x="4500054" y="5891276"/>
                  <a:pt x="4500308" y="5891276"/>
                  <a:pt x="4500562" y="5891276"/>
                </a:cubicBezTo>
                <a:cubicBezTo>
                  <a:pt x="4808156" y="5827141"/>
                  <a:pt x="4991544" y="5643626"/>
                  <a:pt x="5061140" y="5330444"/>
                </a:cubicBezTo>
                <a:cubicBezTo>
                  <a:pt x="5061267" y="5330190"/>
                  <a:pt x="5061267" y="5330063"/>
                  <a:pt x="5061267" y="5329809"/>
                </a:cubicBezTo>
                <a:cubicBezTo>
                  <a:pt x="5199062" y="4778629"/>
                  <a:pt x="5274881" y="3974465"/>
                  <a:pt x="5274881" y="3065272"/>
                </a:cubicBezTo>
                <a:cubicBezTo>
                  <a:pt x="5274881" y="2156079"/>
                  <a:pt x="5199062" y="1351915"/>
                  <a:pt x="5061267" y="800735"/>
                </a:cubicBezTo>
                <a:cubicBezTo>
                  <a:pt x="5061140" y="800481"/>
                  <a:pt x="5061140" y="800354"/>
                  <a:pt x="5061140" y="800100"/>
                </a:cubicBezTo>
                <a:cubicBezTo>
                  <a:pt x="4991544" y="486791"/>
                  <a:pt x="4808156" y="303403"/>
                  <a:pt x="4500562" y="239268"/>
                </a:cubicBezTo>
                <a:cubicBezTo>
                  <a:pt x="4500308" y="239141"/>
                  <a:pt x="4500054" y="239141"/>
                  <a:pt x="4499800" y="239141"/>
                </a:cubicBezTo>
                <a:cubicBezTo>
                  <a:pt x="3946207" y="107315"/>
                  <a:pt x="3078416" y="25400"/>
                  <a:pt x="2235009" y="25400"/>
                </a:cubicBezTo>
                <a:cubicBezTo>
                  <a:pt x="1497028" y="25400"/>
                  <a:pt x="740378" y="88116"/>
                  <a:pt x="191882" y="192108"/>
                </a:cubicBezTo>
                <a:lnTo>
                  <a:pt x="0" y="232822"/>
                </a:lnTo>
                <a:lnTo>
                  <a:pt x="0" y="206778"/>
                </a:lnTo>
                <a:lnTo>
                  <a:pt x="177332" y="168957"/>
                </a:lnTo>
                <a:cubicBezTo>
                  <a:pt x="706304" y="67578"/>
                  <a:pt x="1451356" y="0"/>
                  <a:pt x="2235009" y="0"/>
                </a:cubicBezTo>
                <a:close/>
              </a:path>
            </a:pathLst>
          </a:custGeom>
          <a:solidFill>
            <a:schemeClr val="accent3"/>
          </a:solidFill>
          <a:ln w="12694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6C766B6B-72D8-F9CB-A776-5974A96B8CE0}"/>
              </a:ext>
            </a:extLst>
          </p:cNvPr>
          <p:cNvSpPr/>
          <p:nvPr userDrawn="1"/>
        </p:nvSpPr>
        <p:spPr>
          <a:xfrm>
            <a:off x="710439" y="1027175"/>
            <a:ext cx="4569205" cy="4961889"/>
          </a:xfrm>
          <a:custGeom>
            <a:avLst/>
            <a:gdLst>
              <a:gd name="connsiteX0" fmla="*/ 4355973 w 4569205"/>
              <a:gd name="connsiteY0" fmla="*/ 4664583 h 4961889"/>
              <a:gd name="connsiteX1" fmla="*/ 4569206 w 4569205"/>
              <a:gd name="connsiteY1" fmla="*/ 2406015 h 4961889"/>
              <a:gd name="connsiteX2" fmla="*/ 4369562 w 4569205"/>
              <a:gd name="connsiteY2" fmla="*/ 203708 h 4961889"/>
              <a:gd name="connsiteX3" fmla="*/ 4364990 w 4569205"/>
              <a:gd name="connsiteY3" fmla="*/ 184658 h 4961889"/>
              <a:gd name="connsiteX4" fmla="*/ 4319651 w 4569205"/>
              <a:gd name="connsiteY4" fmla="*/ 173609 h 4961889"/>
              <a:gd name="connsiteX5" fmla="*/ 2480945 w 4569205"/>
              <a:gd name="connsiteY5" fmla="*/ 0 h 4961889"/>
              <a:gd name="connsiteX6" fmla="*/ 642239 w 4569205"/>
              <a:gd name="connsiteY6" fmla="*/ 173609 h 4961889"/>
              <a:gd name="connsiteX7" fmla="*/ 173609 w 4569205"/>
              <a:gd name="connsiteY7" fmla="*/ 642239 h 4961889"/>
              <a:gd name="connsiteX8" fmla="*/ 0 w 4569205"/>
              <a:gd name="connsiteY8" fmla="*/ 2480945 h 4961889"/>
              <a:gd name="connsiteX9" fmla="*/ 173609 w 4569205"/>
              <a:gd name="connsiteY9" fmla="*/ 4319524 h 4961889"/>
              <a:gd name="connsiteX10" fmla="*/ 642239 w 4569205"/>
              <a:gd name="connsiteY10" fmla="*/ 4788281 h 4961889"/>
              <a:gd name="connsiteX11" fmla="*/ 2480945 w 4569205"/>
              <a:gd name="connsiteY11" fmla="*/ 4961890 h 4961889"/>
              <a:gd name="connsiteX12" fmla="*/ 4319524 w 4569205"/>
              <a:gd name="connsiteY12" fmla="*/ 4788281 h 4961889"/>
              <a:gd name="connsiteX13" fmla="*/ 4319778 w 4569205"/>
              <a:gd name="connsiteY13" fmla="*/ 4788281 h 4961889"/>
              <a:gd name="connsiteX14" fmla="*/ 4326890 w 4569205"/>
              <a:gd name="connsiteY14" fmla="*/ 4768850 h 4961889"/>
              <a:gd name="connsiteX15" fmla="*/ 4355846 w 4569205"/>
              <a:gd name="connsiteY15" fmla="*/ 4664583 h 4961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569205" h="4961889">
                <a:moveTo>
                  <a:pt x="4355973" y="4664583"/>
                </a:moveTo>
                <a:cubicBezTo>
                  <a:pt x="4493514" y="4114419"/>
                  <a:pt x="4569206" y="3312541"/>
                  <a:pt x="4569206" y="2406015"/>
                </a:cubicBezTo>
                <a:cubicBezTo>
                  <a:pt x="4569206" y="1499489"/>
                  <a:pt x="4498340" y="751459"/>
                  <a:pt x="4369562" y="203708"/>
                </a:cubicBezTo>
                <a:cubicBezTo>
                  <a:pt x="4368038" y="197231"/>
                  <a:pt x="4366514" y="191008"/>
                  <a:pt x="4364990" y="184658"/>
                </a:cubicBezTo>
                <a:cubicBezTo>
                  <a:pt x="4350004" y="180594"/>
                  <a:pt x="4334891" y="176911"/>
                  <a:pt x="4319651" y="173609"/>
                </a:cubicBezTo>
                <a:cubicBezTo>
                  <a:pt x="3863086" y="64897"/>
                  <a:pt x="3175762" y="0"/>
                  <a:pt x="2480945" y="0"/>
                </a:cubicBezTo>
                <a:cubicBezTo>
                  <a:pt x="1786128" y="0"/>
                  <a:pt x="1091946" y="66548"/>
                  <a:pt x="642239" y="173609"/>
                </a:cubicBezTo>
                <a:cubicBezTo>
                  <a:pt x="384937" y="227203"/>
                  <a:pt x="231648" y="380492"/>
                  <a:pt x="173609" y="642239"/>
                </a:cubicBezTo>
                <a:cubicBezTo>
                  <a:pt x="61595" y="1090041"/>
                  <a:pt x="0" y="1743075"/>
                  <a:pt x="0" y="2480945"/>
                </a:cubicBezTo>
                <a:cubicBezTo>
                  <a:pt x="0" y="3218815"/>
                  <a:pt x="61595" y="3871722"/>
                  <a:pt x="173609" y="4319524"/>
                </a:cubicBezTo>
                <a:cubicBezTo>
                  <a:pt x="231775" y="4581271"/>
                  <a:pt x="385064" y="4734560"/>
                  <a:pt x="642239" y="4788281"/>
                </a:cubicBezTo>
                <a:cubicBezTo>
                  <a:pt x="1091946" y="4895342"/>
                  <a:pt x="1796542" y="4961890"/>
                  <a:pt x="2480945" y="4961890"/>
                </a:cubicBezTo>
                <a:cubicBezTo>
                  <a:pt x="3165348" y="4961890"/>
                  <a:pt x="3863086" y="4896993"/>
                  <a:pt x="4319524" y="4788281"/>
                </a:cubicBezTo>
                <a:cubicBezTo>
                  <a:pt x="4319524" y="4788281"/>
                  <a:pt x="4319651" y="4788281"/>
                  <a:pt x="4319778" y="4788281"/>
                </a:cubicBezTo>
                <a:cubicBezTo>
                  <a:pt x="4322191" y="4781804"/>
                  <a:pt x="4324731" y="4775454"/>
                  <a:pt x="4326890" y="4768850"/>
                </a:cubicBezTo>
                <a:cubicBezTo>
                  <a:pt x="4338193" y="4735322"/>
                  <a:pt x="4347972" y="4700270"/>
                  <a:pt x="4355846" y="4664583"/>
                </a:cubicBezTo>
                <a:close/>
              </a:path>
            </a:pathLst>
          </a:custGeom>
          <a:noFill/>
          <a:ln w="12694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4" name="Espaço Reservado para Imagem 23">
            <a:extLst>
              <a:ext uri="{FF2B5EF4-FFF2-40B4-BE49-F238E27FC236}">
                <a16:creationId xmlns:a16="http://schemas.microsoft.com/office/drawing/2014/main" id="{F94693B3-32A9-79D1-45BD-3C4D1ED0D0FF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714376" y="1027739"/>
            <a:ext cx="4967289" cy="4967289"/>
          </a:xfrm>
          <a:custGeom>
            <a:avLst/>
            <a:gdLst>
              <a:gd name="connsiteX0" fmla="*/ 2483645 w 4967289"/>
              <a:gd name="connsiteY0" fmla="*/ 0 h 4967289"/>
              <a:gd name="connsiteX1" fmla="*/ 4323480 w 4967289"/>
              <a:gd name="connsiteY1" fmla="*/ 173734 h 4967289"/>
              <a:gd name="connsiteX2" fmla="*/ 4793555 w 4967289"/>
              <a:gd name="connsiteY2" fmla="*/ 643809 h 4967289"/>
              <a:gd name="connsiteX3" fmla="*/ 4967289 w 4967289"/>
              <a:gd name="connsiteY3" fmla="*/ 2483645 h 4967289"/>
              <a:gd name="connsiteX4" fmla="*/ 4793555 w 4967289"/>
              <a:gd name="connsiteY4" fmla="*/ 4323480 h 4967289"/>
              <a:gd name="connsiteX5" fmla="*/ 4323480 w 4967289"/>
              <a:gd name="connsiteY5" fmla="*/ 4793555 h 4967289"/>
              <a:gd name="connsiteX6" fmla="*/ 2483645 w 4967289"/>
              <a:gd name="connsiteY6" fmla="*/ 4967289 h 4967289"/>
              <a:gd name="connsiteX7" fmla="*/ 643809 w 4967289"/>
              <a:gd name="connsiteY7" fmla="*/ 4793555 h 4967289"/>
              <a:gd name="connsiteX8" fmla="*/ 173734 w 4967289"/>
              <a:gd name="connsiteY8" fmla="*/ 4323480 h 4967289"/>
              <a:gd name="connsiteX9" fmla="*/ 0 w 4967289"/>
              <a:gd name="connsiteY9" fmla="*/ 2483645 h 4967289"/>
              <a:gd name="connsiteX10" fmla="*/ 173734 w 4967289"/>
              <a:gd name="connsiteY10" fmla="*/ 643809 h 4967289"/>
              <a:gd name="connsiteX11" fmla="*/ 643809 w 4967289"/>
              <a:gd name="connsiteY11" fmla="*/ 173734 h 4967289"/>
              <a:gd name="connsiteX12" fmla="*/ 2483645 w 4967289"/>
              <a:gd name="connsiteY12" fmla="*/ 0 h 4967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67289" h="4967289">
                <a:moveTo>
                  <a:pt x="2483645" y="0"/>
                </a:moveTo>
                <a:cubicBezTo>
                  <a:pt x="3209353" y="0"/>
                  <a:pt x="3873758" y="61304"/>
                  <a:pt x="4323480" y="173734"/>
                </a:cubicBezTo>
                <a:cubicBezTo>
                  <a:pt x="4599468" y="235037"/>
                  <a:pt x="4742428" y="398595"/>
                  <a:pt x="4793555" y="643809"/>
                </a:cubicBezTo>
                <a:cubicBezTo>
                  <a:pt x="4895808" y="1073177"/>
                  <a:pt x="4967289" y="1757936"/>
                  <a:pt x="4967289" y="2483645"/>
                </a:cubicBezTo>
                <a:cubicBezTo>
                  <a:pt x="4967289" y="3209353"/>
                  <a:pt x="4895808" y="3894112"/>
                  <a:pt x="4793555" y="4323480"/>
                </a:cubicBezTo>
                <a:cubicBezTo>
                  <a:pt x="4742428" y="4568695"/>
                  <a:pt x="4599468" y="4732251"/>
                  <a:pt x="4323480" y="4793555"/>
                </a:cubicBezTo>
                <a:cubicBezTo>
                  <a:pt x="3873758" y="4905986"/>
                  <a:pt x="3209353" y="4967289"/>
                  <a:pt x="2483645" y="4967289"/>
                </a:cubicBezTo>
                <a:cubicBezTo>
                  <a:pt x="1757936" y="4967289"/>
                  <a:pt x="1093531" y="4905986"/>
                  <a:pt x="643809" y="4793555"/>
                </a:cubicBezTo>
                <a:cubicBezTo>
                  <a:pt x="367822" y="4732251"/>
                  <a:pt x="224861" y="4568695"/>
                  <a:pt x="173734" y="4323480"/>
                </a:cubicBezTo>
                <a:cubicBezTo>
                  <a:pt x="71480" y="3894112"/>
                  <a:pt x="0" y="3209353"/>
                  <a:pt x="0" y="2483645"/>
                </a:cubicBezTo>
                <a:cubicBezTo>
                  <a:pt x="0" y="1757936"/>
                  <a:pt x="71480" y="1073177"/>
                  <a:pt x="173734" y="643809"/>
                </a:cubicBezTo>
                <a:cubicBezTo>
                  <a:pt x="224861" y="398595"/>
                  <a:pt x="367822" y="235037"/>
                  <a:pt x="643809" y="173734"/>
                </a:cubicBezTo>
                <a:cubicBezTo>
                  <a:pt x="1093531" y="61304"/>
                  <a:pt x="1757936" y="0"/>
                  <a:pt x="2483645" y="0"/>
                </a:cubicBezTo>
                <a:close/>
              </a:path>
            </a:pathLst>
          </a:custGeom>
          <a:ln w="3175">
            <a:noFill/>
          </a:ln>
        </p:spPr>
        <p:txBody>
          <a:bodyPr wrap="square">
            <a:noAutofit/>
          </a:bodyPr>
          <a:lstStyle/>
          <a:p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B4F3B14-16C1-5AE1-9319-626835398866}"/>
              </a:ext>
            </a:extLst>
          </p:cNvPr>
          <p:cNvSpPr txBox="1">
            <a:spLocks/>
          </p:cNvSpPr>
          <p:nvPr userDrawn="1"/>
        </p:nvSpPr>
        <p:spPr>
          <a:xfrm>
            <a:off x="6493410" y="3379850"/>
            <a:ext cx="449998" cy="449998"/>
          </a:xfrm>
          <a:custGeom>
            <a:avLst/>
            <a:gdLst>
              <a:gd name="connsiteX0" fmla="*/ 489439 w 905044"/>
              <a:gd name="connsiteY0" fmla="*/ 629348 h 905044"/>
              <a:gd name="connsiteX1" fmla="*/ 506042 w 905044"/>
              <a:gd name="connsiteY1" fmla="*/ 630233 h 905044"/>
              <a:gd name="connsiteX2" fmla="*/ 506042 w 905044"/>
              <a:gd name="connsiteY2" fmla="*/ 648133 h 905044"/>
              <a:gd name="connsiteX3" fmla="*/ 466723 w 905044"/>
              <a:gd name="connsiteY3" fmla="*/ 688759 h 905044"/>
              <a:gd name="connsiteX4" fmla="*/ 433528 w 905044"/>
              <a:gd name="connsiteY4" fmla="*/ 661235 h 905044"/>
              <a:gd name="connsiteX5" fmla="*/ 489439 w 905044"/>
              <a:gd name="connsiteY5" fmla="*/ 629348 h 905044"/>
              <a:gd name="connsiteX6" fmla="*/ 602138 w 905044"/>
              <a:gd name="connsiteY6" fmla="*/ 503989 h 905044"/>
              <a:gd name="connsiteX7" fmla="*/ 602138 w 905044"/>
              <a:gd name="connsiteY7" fmla="*/ 651190 h 905044"/>
              <a:gd name="connsiteX8" fmla="*/ 678574 w 905044"/>
              <a:gd name="connsiteY8" fmla="*/ 736364 h 905044"/>
              <a:gd name="connsiteX9" fmla="*/ 739725 w 905044"/>
              <a:gd name="connsiteY9" fmla="*/ 706226 h 905044"/>
              <a:gd name="connsiteX10" fmla="*/ 740600 w 905044"/>
              <a:gd name="connsiteY10" fmla="*/ 730682 h 905044"/>
              <a:gd name="connsiteX11" fmla="*/ 804375 w 905044"/>
              <a:gd name="connsiteY11" fmla="*/ 730682 h 905044"/>
              <a:gd name="connsiteX12" fmla="*/ 804375 w 905044"/>
              <a:gd name="connsiteY12" fmla="*/ 503989 h 905044"/>
              <a:gd name="connsiteX13" fmla="*/ 737985 w 905044"/>
              <a:gd name="connsiteY13" fmla="*/ 503989 h 905044"/>
              <a:gd name="connsiteX14" fmla="*/ 737985 w 905044"/>
              <a:gd name="connsiteY14" fmla="*/ 637644 h 905044"/>
              <a:gd name="connsiteX15" fmla="*/ 702165 w 905044"/>
              <a:gd name="connsiteY15" fmla="*/ 682635 h 905044"/>
              <a:gd name="connsiteX16" fmla="*/ 668528 w 905044"/>
              <a:gd name="connsiteY16" fmla="*/ 640268 h 905044"/>
              <a:gd name="connsiteX17" fmla="*/ 668528 w 905044"/>
              <a:gd name="connsiteY17" fmla="*/ 503989 h 905044"/>
              <a:gd name="connsiteX18" fmla="*/ 99385 w 905044"/>
              <a:gd name="connsiteY18" fmla="*/ 503989 h 905044"/>
              <a:gd name="connsiteX19" fmla="*/ 99385 w 905044"/>
              <a:gd name="connsiteY19" fmla="*/ 730682 h 905044"/>
              <a:gd name="connsiteX20" fmla="*/ 165775 w 905044"/>
              <a:gd name="connsiteY20" fmla="*/ 730682 h 905044"/>
              <a:gd name="connsiteX21" fmla="*/ 165775 w 905044"/>
              <a:gd name="connsiteY21" fmla="*/ 503989 h 905044"/>
              <a:gd name="connsiteX22" fmla="*/ 468483 w 905044"/>
              <a:gd name="connsiteY22" fmla="*/ 498307 h 905044"/>
              <a:gd name="connsiteX23" fmla="*/ 381126 w 905044"/>
              <a:gd name="connsiteY23" fmla="*/ 513592 h 905044"/>
              <a:gd name="connsiteX24" fmla="*/ 381126 w 905044"/>
              <a:gd name="connsiteY24" fmla="*/ 566890 h 905044"/>
              <a:gd name="connsiteX25" fmla="*/ 458004 w 905044"/>
              <a:gd name="connsiteY25" fmla="*/ 550720 h 905044"/>
              <a:gd name="connsiteX26" fmla="*/ 505619 w 905044"/>
              <a:gd name="connsiteY26" fmla="*/ 589164 h 905044"/>
              <a:gd name="connsiteX27" fmla="*/ 483336 w 905044"/>
              <a:gd name="connsiteY27" fmla="*/ 588289 h 905044"/>
              <a:gd name="connsiteX28" fmla="*/ 369330 w 905044"/>
              <a:gd name="connsiteY28" fmla="*/ 666475 h 905044"/>
              <a:gd name="connsiteX29" fmla="*/ 447073 w 905044"/>
              <a:gd name="connsiteY29" fmla="*/ 736364 h 905044"/>
              <a:gd name="connsiteX30" fmla="*/ 506485 w 905044"/>
              <a:gd name="connsiteY30" fmla="*/ 707101 h 905044"/>
              <a:gd name="connsiteX31" fmla="*/ 507359 w 905044"/>
              <a:gd name="connsiteY31" fmla="*/ 730682 h 905044"/>
              <a:gd name="connsiteX32" fmla="*/ 569385 w 905044"/>
              <a:gd name="connsiteY32" fmla="*/ 730682 h 905044"/>
              <a:gd name="connsiteX33" fmla="*/ 569385 w 905044"/>
              <a:gd name="connsiteY33" fmla="*/ 597460 h 905044"/>
              <a:gd name="connsiteX34" fmla="*/ 468483 w 905044"/>
              <a:gd name="connsiteY34" fmla="*/ 498307 h 905044"/>
              <a:gd name="connsiteX35" fmla="*/ 290692 w 905044"/>
              <a:gd name="connsiteY35" fmla="*/ 435407 h 905044"/>
              <a:gd name="connsiteX36" fmla="*/ 224292 w 905044"/>
              <a:gd name="connsiteY36" fmla="*/ 447192 h 905044"/>
              <a:gd name="connsiteX37" fmla="*/ 224292 w 905044"/>
              <a:gd name="connsiteY37" fmla="*/ 503989 h 905044"/>
              <a:gd name="connsiteX38" fmla="*/ 191107 w 905044"/>
              <a:gd name="connsiteY38" fmla="*/ 503989 h 905044"/>
              <a:gd name="connsiteX39" fmla="*/ 191107 w 905044"/>
              <a:gd name="connsiteY39" fmla="*/ 555526 h 905044"/>
              <a:gd name="connsiteX40" fmla="*/ 224302 w 905044"/>
              <a:gd name="connsiteY40" fmla="*/ 555526 h 905044"/>
              <a:gd name="connsiteX41" fmla="*/ 224302 w 905044"/>
              <a:gd name="connsiteY41" fmla="*/ 652497 h 905044"/>
              <a:gd name="connsiteX42" fmla="*/ 304237 w 905044"/>
              <a:gd name="connsiteY42" fmla="*/ 735057 h 905044"/>
              <a:gd name="connsiteX43" fmla="*/ 345296 w 905044"/>
              <a:gd name="connsiteY43" fmla="*/ 730682 h 905044"/>
              <a:gd name="connsiteX44" fmla="*/ 345296 w 905044"/>
              <a:gd name="connsiteY44" fmla="*/ 680020 h 905044"/>
              <a:gd name="connsiteX45" fmla="*/ 321704 w 905044"/>
              <a:gd name="connsiteY45" fmla="*/ 682635 h 905044"/>
              <a:gd name="connsiteX46" fmla="*/ 290692 w 905044"/>
              <a:gd name="connsiteY46" fmla="*/ 648122 h 905044"/>
              <a:gd name="connsiteX47" fmla="*/ 290692 w 905044"/>
              <a:gd name="connsiteY47" fmla="*/ 555526 h 905044"/>
              <a:gd name="connsiteX48" fmla="*/ 348343 w 905044"/>
              <a:gd name="connsiteY48" fmla="*/ 555526 h 905044"/>
              <a:gd name="connsiteX49" fmla="*/ 348343 w 905044"/>
              <a:gd name="connsiteY49" fmla="*/ 503989 h 905044"/>
              <a:gd name="connsiteX50" fmla="*/ 290692 w 905044"/>
              <a:gd name="connsiteY50" fmla="*/ 503989 h 905044"/>
              <a:gd name="connsiteX51" fmla="*/ 761999 w 905044"/>
              <a:gd name="connsiteY51" fmla="*/ 415758 h 905044"/>
              <a:gd name="connsiteX52" fmla="*/ 651493 w 905044"/>
              <a:gd name="connsiteY52" fmla="*/ 435417 h 905044"/>
              <a:gd name="connsiteX53" fmla="*/ 651493 w 905044"/>
              <a:gd name="connsiteY53" fmla="*/ 473419 h 905044"/>
              <a:gd name="connsiteX54" fmla="*/ 761999 w 905044"/>
              <a:gd name="connsiteY54" fmla="*/ 473419 h 905044"/>
              <a:gd name="connsiteX55" fmla="*/ 761999 w 905044"/>
              <a:gd name="connsiteY55" fmla="*/ 473409 h 905044"/>
              <a:gd name="connsiteX56" fmla="*/ 132580 w 905044"/>
              <a:gd name="connsiteY56" fmla="*/ 404394 h 905044"/>
              <a:gd name="connsiteX57" fmla="*/ 93271 w 905044"/>
              <a:gd name="connsiteY57" fmla="*/ 442396 h 905044"/>
              <a:gd name="connsiteX58" fmla="*/ 132580 w 905044"/>
              <a:gd name="connsiteY58" fmla="*/ 480398 h 905044"/>
              <a:gd name="connsiteX59" fmla="*/ 171899 w 905044"/>
              <a:gd name="connsiteY59" fmla="*/ 442396 h 905044"/>
              <a:gd name="connsiteX60" fmla="*/ 132580 w 905044"/>
              <a:gd name="connsiteY60" fmla="*/ 404394 h 905044"/>
              <a:gd name="connsiteX61" fmla="*/ 452522 w 905044"/>
              <a:gd name="connsiteY61" fmla="*/ 0 h 905044"/>
              <a:gd name="connsiteX62" fmla="*/ 787720 w 905044"/>
              <a:gd name="connsiteY62" fmla="*/ 31656 h 905044"/>
              <a:gd name="connsiteX63" fmla="*/ 873388 w 905044"/>
              <a:gd name="connsiteY63" fmla="*/ 117324 h 905044"/>
              <a:gd name="connsiteX64" fmla="*/ 905044 w 905044"/>
              <a:gd name="connsiteY64" fmla="*/ 452523 h 905044"/>
              <a:gd name="connsiteX65" fmla="*/ 873388 w 905044"/>
              <a:gd name="connsiteY65" fmla="*/ 787720 h 905044"/>
              <a:gd name="connsiteX66" fmla="*/ 787720 w 905044"/>
              <a:gd name="connsiteY66" fmla="*/ 873388 h 905044"/>
              <a:gd name="connsiteX67" fmla="*/ 452522 w 905044"/>
              <a:gd name="connsiteY67" fmla="*/ 905044 h 905044"/>
              <a:gd name="connsiteX68" fmla="*/ 117324 w 905044"/>
              <a:gd name="connsiteY68" fmla="*/ 873388 h 905044"/>
              <a:gd name="connsiteX69" fmla="*/ 31656 w 905044"/>
              <a:gd name="connsiteY69" fmla="*/ 787720 h 905044"/>
              <a:gd name="connsiteX70" fmla="*/ 0 w 905044"/>
              <a:gd name="connsiteY70" fmla="*/ 452523 h 905044"/>
              <a:gd name="connsiteX71" fmla="*/ 31656 w 905044"/>
              <a:gd name="connsiteY71" fmla="*/ 117324 h 905044"/>
              <a:gd name="connsiteX72" fmla="*/ 117324 w 905044"/>
              <a:gd name="connsiteY72" fmla="*/ 31656 h 905044"/>
              <a:gd name="connsiteX73" fmla="*/ 452522 w 905044"/>
              <a:gd name="connsiteY73" fmla="*/ 0 h 90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905044" h="905044">
                <a:moveTo>
                  <a:pt x="489439" y="629348"/>
                </a:moveTo>
                <a:cubicBezTo>
                  <a:pt x="494679" y="629348"/>
                  <a:pt x="502985" y="629791"/>
                  <a:pt x="506042" y="630233"/>
                </a:cubicBezTo>
                <a:lnTo>
                  <a:pt x="506042" y="648133"/>
                </a:lnTo>
                <a:cubicBezTo>
                  <a:pt x="506042" y="672167"/>
                  <a:pt x="489872" y="688759"/>
                  <a:pt x="466723" y="688759"/>
                </a:cubicBezTo>
                <a:cubicBezTo>
                  <a:pt x="446189" y="688759"/>
                  <a:pt x="433528" y="679588"/>
                  <a:pt x="433528" y="661235"/>
                </a:cubicBezTo>
                <a:cubicBezTo>
                  <a:pt x="433528" y="640268"/>
                  <a:pt x="453630" y="629348"/>
                  <a:pt x="489439" y="629348"/>
                </a:cubicBezTo>
                <a:close/>
                <a:moveTo>
                  <a:pt x="602138" y="503989"/>
                </a:moveTo>
                <a:lnTo>
                  <a:pt x="602138" y="651190"/>
                </a:lnTo>
                <a:cubicBezTo>
                  <a:pt x="602148" y="703169"/>
                  <a:pt x="631844" y="736364"/>
                  <a:pt x="678574" y="736364"/>
                </a:cubicBezTo>
                <a:cubicBezTo>
                  <a:pt x="706097" y="736364"/>
                  <a:pt x="724882" y="726308"/>
                  <a:pt x="739725" y="706226"/>
                </a:cubicBezTo>
                <a:lnTo>
                  <a:pt x="740600" y="730682"/>
                </a:lnTo>
                <a:lnTo>
                  <a:pt x="804375" y="730682"/>
                </a:lnTo>
                <a:lnTo>
                  <a:pt x="804375" y="503989"/>
                </a:lnTo>
                <a:lnTo>
                  <a:pt x="737985" y="503989"/>
                </a:lnTo>
                <a:lnTo>
                  <a:pt x="737985" y="637644"/>
                </a:lnTo>
                <a:cubicBezTo>
                  <a:pt x="737985" y="665167"/>
                  <a:pt x="724439" y="682635"/>
                  <a:pt x="702165" y="682635"/>
                </a:cubicBezTo>
                <a:cubicBezTo>
                  <a:pt x="680324" y="682635"/>
                  <a:pt x="668528" y="667782"/>
                  <a:pt x="668528" y="640268"/>
                </a:cubicBezTo>
                <a:lnTo>
                  <a:pt x="668528" y="503989"/>
                </a:lnTo>
                <a:close/>
                <a:moveTo>
                  <a:pt x="99385" y="503989"/>
                </a:moveTo>
                <a:lnTo>
                  <a:pt x="99385" y="730682"/>
                </a:lnTo>
                <a:lnTo>
                  <a:pt x="165775" y="730682"/>
                </a:lnTo>
                <a:lnTo>
                  <a:pt x="165775" y="503989"/>
                </a:lnTo>
                <a:close/>
                <a:moveTo>
                  <a:pt x="468483" y="498307"/>
                </a:moveTo>
                <a:cubicBezTo>
                  <a:pt x="435298" y="498307"/>
                  <a:pt x="407775" y="503547"/>
                  <a:pt x="381126" y="513592"/>
                </a:cubicBezTo>
                <a:lnTo>
                  <a:pt x="381126" y="566890"/>
                </a:lnTo>
                <a:cubicBezTo>
                  <a:pt x="407332" y="556834"/>
                  <a:pt x="433538" y="550720"/>
                  <a:pt x="458004" y="550720"/>
                </a:cubicBezTo>
                <a:cubicBezTo>
                  <a:pt x="488575" y="550720"/>
                  <a:pt x="505619" y="564697"/>
                  <a:pt x="505619" y="589164"/>
                </a:cubicBezTo>
                <a:cubicBezTo>
                  <a:pt x="500381" y="588731"/>
                  <a:pt x="491642" y="588289"/>
                  <a:pt x="483336" y="588289"/>
                </a:cubicBezTo>
                <a:cubicBezTo>
                  <a:pt x="413446" y="588289"/>
                  <a:pt x="369330" y="617120"/>
                  <a:pt x="369330" y="666475"/>
                </a:cubicBezTo>
                <a:cubicBezTo>
                  <a:pt x="369320" y="709283"/>
                  <a:pt x="399458" y="736364"/>
                  <a:pt x="447073" y="736364"/>
                </a:cubicBezTo>
                <a:cubicBezTo>
                  <a:pt x="473722" y="736364"/>
                  <a:pt x="492939" y="725443"/>
                  <a:pt x="506485" y="707101"/>
                </a:cubicBezTo>
                <a:lnTo>
                  <a:pt x="507359" y="730682"/>
                </a:lnTo>
                <a:lnTo>
                  <a:pt x="569385" y="730682"/>
                </a:lnTo>
                <a:lnTo>
                  <a:pt x="569385" y="597460"/>
                </a:lnTo>
                <a:cubicBezTo>
                  <a:pt x="569385" y="532820"/>
                  <a:pt x="533133" y="498307"/>
                  <a:pt x="468483" y="498307"/>
                </a:cubicBezTo>
                <a:close/>
                <a:moveTo>
                  <a:pt x="290692" y="435407"/>
                </a:moveTo>
                <a:lnTo>
                  <a:pt x="224292" y="447192"/>
                </a:lnTo>
                <a:lnTo>
                  <a:pt x="224292" y="503989"/>
                </a:lnTo>
                <a:lnTo>
                  <a:pt x="191107" y="503989"/>
                </a:lnTo>
                <a:lnTo>
                  <a:pt x="191107" y="555526"/>
                </a:lnTo>
                <a:lnTo>
                  <a:pt x="224302" y="555526"/>
                </a:lnTo>
                <a:lnTo>
                  <a:pt x="224302" y="652497"/>
                </a:lnTo>
                <a:cubicBezTo>
                  <a:pt x="224302" y="707534"/>
                  <a:pt x="253142" y="735057"/>
                  <a:pt x="304237" y="735057"/>
                </a:cubicBezTo>
                <a:cubicBezTo>
                  <a:pt x="322589" y="735057"/>
                  <a:pt x="337875" y="732865"/>
                  <a:pt x="345296" y="730682"/>
                </a:cubicBezTo>
                <a:lnTo>
                  <a:pt x="345296" y="680020"/>
                </a:lnTo>
                <a:cubicBezTo>
                  <a:pt x="340489" y="681328"/>
                  <a:pt x="331751" y="682635"/>
                  <a:pt x="321704" y="682635"/>
                </a:cubicBezTo>
                <a:cubicBezTo>
                  <a:pt x="300305" y="682635"/>
                  <a:pt x="290692" y="672157"/>
                  <a:pt x="290692" y="648122"/>
                </a:cubicBezTo>
                <a:lnTo>
                  <a:pt x="290692" y="555526"/>
                </a:lnTo>
                <a:lnTo>
                  <a:pt x="348343" y="555526"/>
                </a:lnTo>
                <a:lnTo>
                  <a:pt x="348343" y="503989"/>
                </a:lnTo>
                <a:lnTo>
                  <a:pt x="290692" y="503989"/>
                </a:lnTo>
                <a:close/>
                <a:moveTo>
                  <a:pt x="761999" y="415758"/>
                </a:moveTo>
                <a:lnTo>
                  <a:pt x="651493" y="435417"/>
                </a:lnTo>
                <a:lnTo>
                  <a:pt x="651493" y="473419"/>
                </a:lnTo>
                <a:lnTo>
                  <a:pt x="761999" y="473419"/>
                </a:lnTo>
                <a:lnTo>
                  <a:pt x="761999" y="473409"/>
                </a:lnTo>
                <a:close/>
                <a:moveTo>
                  <a:pt x="132580" y="404394"/>
                </a:moveTo>
                <a:cubicBezTo>
                  <a:pt x="109431" y="404394"/>
                  <a:pt x="93271" y="420122"/>
                  <a:pt x="93271" y="442396"/>
                </a:cubicBezTo>
                <a:cubicBezTo>
                  <a:pt x="93271" y="465112"/>
                  <a:pt x="109431" y="480398"/>
                  <a:pt x="132580" y="480398"/>
                </a:cubicBezTo>
                <a:cubicBezTo>
                  <a:pt x="155739" y="480398"/>
                  <a:pt x="171899" y="464680"/>
                  <a:pt x="171899" y="442396"/>
                </a:cubicBezTo>
                <a:cubicBezTo>
                  <a:pt x="171899" y="419679"/>
                  <a:pt x="155739" y="404394"/>
                  <a:pt x="132580" y="404394"/>
                </a:cubicBezTo>
                <a:close/>
                <a:moveTo>
                  <a:pt x="452522" y="0"/>
                </a:moveTo>
                <a:cubicBezTo>
                  <a:pt x="584739" y="0"/>
                  <a:pt x="705784" y="11172"/>
                  <a:pt x="787720" y="31656"/>
                </a:cubicBezTo>
                <a:cubicBezTo>
                  <a:pt x="838000" y="42829"/>
                  <a:pt x="864076" y="72625"/>
                  <a:pt x="873388" y="117324"/>
                </a:cubicBezTo>
                <a:cubicBezTo>
                  <a:pt x="892012" y="195530"/>
                  <a:pt x="905044" y="320305"/>
                  <a:pt x="905044" y="452523"/>
                </a:cubicBezTo>
                <a:cubicBezTo>
                  <a:pt x="905044" y="584739"/>
                  <a:pt x="892012" y="709514"/>
                  <a:pt x="873388" y="787720"/>
                </a:cubicBezTo>
                <a:cubicBezTo>
                  <a:pt x="864076" y="832409"/>
                  <a:pt x="838000" y="862205"/>
                  <a:pt x="787720" y="873388"/>
                </a:cubicBezTo>
                <a:cubicBezTo>
                  <a:pt x="705784" y="893872"/>
                  <a:pt x="584739" y="905044"/>
                  <a:pt x="452522" y="905044"/>
                </a:cubicBezTo>
                <a:cubicBezTo>
                  <a:pt x="320305" y="905044"/>
                  <a:pt x="199260" y="893872"/>
                  <a:pt x="117324" y="873388"/>
                </a:cubicBezTo>
                <a:cubicBezTo>
                  <a:pt x="67044" y="862215"/>
                  <a:pt x="40969" y="832419"/>
                  <a:pt x="31656" y="787720"/>
                </a:cubicBezTo>
                <a:cubicBezTo>
                  <a:pt x="13032" y="709514"/>
                  <a:pt x="0" y="584739"/>
                  <a:pt x="0" y="452523"/>
                </a:cubicBezTo>
                <a:cubicBezTo>
                  <a:pt x="0" y="320305"/>
                  <a:pt x="13032" y="195530"/>
                  <a:pt x="31656" y="117324"/>
                </a:cubicBezTo>
                <a:cubicBezTo>
                  <a:pt x="40969" y="72635"/>
                  <a:pt x="67044" y="42839"/>
                  <a:pt x="117324" y="31656"/>
                </a:cubicBezTo>
                <a:cubicBezTo>
                  <a:pt x="199260" y="11172"/>
                  <a:pt x="320305" y="0"/>
                  <a:pt x="45252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tau Display Pro" panose="020B0503020204020204" pitchFamily="34" charset="0"/>
              <a:ea typeface="+mn-ea"/>
              <a:cs typeface="Itau Display Pro" panose="020B0503020204020204" pitchFamily="34" charset="0"/>
            </a:endParaRPr>
          </a:p>
        </p:txBody>
      </p:sp>
      <p:sp>
        <p:nvSpPr>
          <p:cNvPr id="27" name="Espaço Reservado para Texto 19">
            <a:extLst>
              <a:ext uri="{FF2B5EF4-FFF2-40B4-BE49-F238E27FC236}">
                <a16:creationId xmlns:a16="http://schemas.microsoft.com/office/drawing/2014/main" id="{93CB5747-C3F8-DE76-481A-FE100D1B9879}"/>
              </a:ext>
            </a:extLst>
          </p:cNvPr>
          <p:cNvSpPr>
            <a:spLocks noGrp="1"/>
          </p:cNvSpPr>
          <p:nvPr userDrawn="1">
            <p:ph type="body" sz="quarter" idx="60" hasCustomPrompt="1"/>
          </p:nvPr>
        </p:nvSpPr>
        <p:spPr>
          <a:xfrm>
            <a:off x="6369178" y="5303740"/>
            <a:ext cx="5069893" cy="48474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pt-BR" sz="3000">
                <a:solidFill>
                  <a:schemeClr val="bg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228600" lvl="0" indent="-228600">
              <a:lnSpc>
                <a:spcPct val="85000"/>
              </a:lnSpc>
              <a:spcBef>
                <a:spcPts val="0"/>
              </a:spcBef>
            </a:pPr>
            <a:r>
              <a:rPr lang="pt-BR"/>
              <a:t>Subtítulo da apresentação 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3DBBAE42-353C-427D-E6C1-09487B222D19}"/>
              </a:ext>
            </a:extLst>
          </p:cNvPr>
          <p:cNvSpPr>
            <a:spLocks noGrp="1"/>
          </p:cNvSpPr>
          <p:nvPr userDrawn="1">
            <p:ph type="body" sz="quarter" idx="61" hasCustomPrompt="1"/>
          </p:nvPr>
        </p:nvSpPr>
        <p:spPr>
          <a:xfrm>
            <a:off x="5030343" y="1211834"/>
            <a:ext cx="274828" cy="4603623"/>
          </a:xfrm>
          <a:custGeom>
            <a:avLst/>
            <a:gdLst>
              <a:gd name="connsiteX0" fmla="*/ 45118 w 274828"/>
              <a:gd name="connsiteY0" fmla="*/ 136 h 4603623"/>
              <a:gd name="connsiteX1" fmla="*/ 70485 w 274828"/>
              <a:gd name="connsiteY1" fmla="*/ 7239 h 4603623"/>
              <a:gd name="connsiteX2" fmla="*/ 73279 w 274828"/>
              <a:gd name="connsiteY2" fmla="*/ 8128 h 4603623"/>
              <a:gd name="connsiteX3" fmla="*/ 74549 w 274828"/>
              <a:gd name="connsiteY3" fmla="*/ 13335 h 4603623"/>
              <a:gd name="connsiteX4" fmla="*/ 274828 w 274828"/>
              <a:gd name="connsiteY4" fmla="*/ 2221484 h 4603623"/>
              <a:gd name="connsiteX5" fmla="*/ 60960 w 274828"/>
              <a:gd name="connsiteY5" fmla="*/ 4485767 h 4603623"/>
              <a:gd name="connsiteX6" fmla="*/ 31242 w 274828"/>
              <a:gd name="connsiteY6" fmla="*/ 4592320 h 4603623"/>
              <a:gd name="connsiteX7" fmla="*/ 29591 w 274828"/>
              <a:gd name="connsiteY7" fmla="*/ 4596765 h 4603623"/>
              <a:gd name="connsiteX8" fmla="*/ 27432 w 274828"/>
              <a:gd name="connsiteY8" fmla="*/ 4597400 h 4603623"/>
              <a:gd name="connsiteX9" fmla="*/ 0 w 274828"/>
              <a:gd name="connsiteY9" fmla="*/ 4603623 h 4603623"/>
              <a:gd name="connsiteX10" fmla="*/ 7112 w 274828"/>
              <a:gd name="connsiteY10" fmla="*/ 4584192 h 4603623"/>
              <a:gd name="connsiteX11" fmla="*/ 36068 w 274828"/>
              <a:gd name="connsiteY11" fmla="*/ 4479925 h 4603623"/>
              <a:gd name="connsiteX12" fmla="*/ 249301 w 274828"/>
              <a:gd name="connsiteY12" fmla="*/ 2221357 h 4603623"/>
              <a:gd name="connsiteX13" fmla="*/ 49657 w 274828"/>
              <a:gd name="connsiteY13" fmla="*/ 19050 h 4603623"/>
              <a:gd name="connsiteX14" fmla="*/ 45085 w 274828"/>
              <a:gd name="connsiteY14" fmla="*/ 0 h 4603623"/>
              <a:gd name="connsiteX15" fmla="*/ 45118 w 274828"/>
              <a:gd name="connsiteY15" fmla="*/ 136 h 4603623"/>
              <a:gd name="connsiteX16" fmla="*/ 45085 w 274828"/>
              <a:gd name="connsiteY16" fmla="*/ 127 h 460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4828" h="4603623">
                <a:moveTo>
                  <a:pt x="45118" y="136"/>
                </a:moveTo>
                <a:lnTo>
                  <a:pt x="70485" y="7239"/>
                </a:lnTo>
                <a:cubicBezTo>
                  <a:pt x="71501" y="7493"/>
                  <a:pt x="72390" y="7874"/>
                  <a:pt x="73279" y="8128"/>
                </a:cubicBezTo>
                <a:cubicBezTo>
                  <a:pt x="73660" y="9906"/>
                  <a:pt x="74168" y="11557"/>
                  <a:pt x="74549" y="13335"/>
                </a:cubicBezTo>
                <a:cubicBezTo>
                  <a:pt x="203708" y="562991"/>
                  <a:pt x="274828" y="1313053"/>
                  <a:pt x="274828" y="2221484"/>
                </a:cubicBezTo>
                <a:cubicBezTo>
                  <a:pt x="274828" y="3129915"/>
                  <a:pt x="198882" y="3933952"/>
                  <a:pt x="60960" y="4485767"/>
                </a:cubicBezTo>
                <a:cubicBezTo>
                  <a:pt x="52832" y="4521962"/>
                  <a:pt x="42799" y="4557903"/>
                  <a:pt x="31242" y="4592320"/>
                </a:cubicBezTo>
                <a:cubicBezTo>
                  <a:pt x="30734" y="4593844"/>
                  <a:pt x="30099" y="4595241"/>
                  <a:pt x="29591" y="4596765"/>
                </a:cubicBezTo>
                <a:cubicBezTo>
                  <a:pt x="28829" y="4597019"/>
                  <a:pt x="28194" y="4597273"/>
                  <a:pt x="27432" y="4597400"/>
                </a:cubicBezTo>
                <a:cubicBezTo>
                  <a:pt x="17526" y="4599813"/>
                  <a:pt x="8509" y="4601845"/>
                  <a:pt x="0" y="4603623"/>
                </a:cubicBezTo>
                <a:cubicBezTo>
                  <a:pt x="2286" y="4597146"/>
                  <a:pt x="4826" y="4590796"/>
                  <a:pt x="7112" y="4584192"/>
                </a:cubicBezTo>
                <a:cubicBezTo>
                  <a:pt x="18415" y="4550664"/>
                  <a:pt x="28194" y="4515612"/>
                  <a:pt x="36068" y="4479925"/>
                </a:cubicBezTo>
                <a:cubicBezTo>
                  <a:pt x="173609" y="3929761"/>
                  <a:pt x="249301" y="3093847"/>
                  <a:pt x="249301" y="2221357"/>
                </a:cubicBezTo>
                <a:cubicBezTo>
                  <a:pt x="249301" y="1348867"/>
                  <a:pt x="178308" y="566801"/>
                  <a:pt x="49657" y="19050"/>
                </a:cubicBezTo>
                <a:close/>
                <a:moveTo>
                  <a:pt x="45085" y="0"/>
                </a:moveTo>
                <a:lnTo>
                  <a:pt x="45118" y="136"/>
                </a:lnTo>
                <a:lnTo>
                  <a:pt x="45085" y="127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>
            <a:lvl1pPr>
              <a:buNone/>
              <a:defRPr sz="100"/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2" name="Espaço Reservado para Texto 19">
            <a:extLst>
              <a:ext uri="{FF2B5EF4-FFF2-40B4-BE49-F238E27FC236}">
                <a16:creationId xmlns:a16="http://schemas.microsoft.com/office/drawing/2014/main" id="{0A740C73-BF94-F887-A2FF-2802BE500786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369179" y="4157647"/>
            <a:ext cx="4794122" cy="10686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4200">
                <a:solidFill>
                  <a:schemeClr val="bg1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Exemplo de título da apresentação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E8F14BC7-9D07-F3D9-6FFD-DAA97F3E7595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33B3EF3A-DB13-C15D-D360-8EF626D6A266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3D27646F-F9E8-7209-0412-F6D2499E9E55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7C363AEA-FBF4-6F95-9E2B-B1C6F9E70ED9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5525B19E-E334-45A2-DF8F-A51B8BE46868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D5F95108-D05D-C29F-5B08-F94B1A002816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E2A8488B-7403-5E30-61A7-30D24B737568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7D366583-E06F-5B9D-3D31-F55625D3BBBC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8AFA3023-0EA2-BCC7-4FEC-D9B3DF7A7A95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59F82488-4C7F-F4ED-7E9F-E4093CCC2337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92775547-6BBF-451C-DFF2-3592338B385F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85BF32DF-2406-D964-8661-2B2AB08DA9C5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68E3EB6A-C71E-43C3-7B3A-E1D53157ABE5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32369F3-74C8-7AEF-CB5E-3C7F2B110A36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F310B0AD-4014-E323-121A-3A4F771C751F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93D0766D-AA3B-19AC-E5CD-23FDD3A421E0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4DC306D7-FE4D-9AC3-1250-E27CE21C88E3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4816396D-4C56-70A1-9008-82A389B91CD1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40EADCB8-B3F3-8EB6-4C9B-9201A1230AB0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8A36F842-0F38-EBF4-D5F9-AFC3843CAE9C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75582683-25DD-32AA-A7B5-A3B538493469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F532D60-E1F2-89A7-0B07-FF75A0CD2563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05029CF1-DB95-853D-7F7B-39FD13310220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2C49AB2D-AD06-972B-694B-417DC91C10CB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33" name="Retângulo: Cantos Arredondados 32">
              <a:extLst>
                <a:ext uri="{FF2B5EF4-FFF2-40B4-BE49-F238E27FC236}">
                  <a16:creationId xmlns:a16="http://schemas.microsoft.com/office/drawing/2014/main" id="{2B12A877-83A7-DEE8-FF4B-F7AAC6C7AF18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6F208786-9DDA-9849-AE35-3B10BEB74E0F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D9F58E41-C702-0CFA-3118-1CA1468A3697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8FA006CB-180E-BC8A-995C-87E0A7DD36BF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2801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5 fundo clar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Espaço Reservado para Imagem 45">
            <a:extLst>
              <a:ext uri="{FF2B5EF4-FFF2-40B4-BE49-F238E27FC236}">
                <a16:creationId xmlns:a16="http://schemas.microsoft.com/office/drawing/2014/main" id="{D71409E2-20BA-20B8-2F2E-BC4C15F8735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42343" y="717665"/>
            <a:ext cx="4441570" cy="5422672"/>
          </a:xfrm>
          <a:custGeom>
            <a:avLst/>
            <a:gdLst>
              <a:gd name="connsiteX0" fmla="*/ 2711337 w 4441570"/>
              <a:gd name="connsiteY0" fmla="*/ 0 h 5422672"/>
              <a:gd name="connsiteX1" fmla="*/ 4310303 w 4441570"/>
              <a:gd name="connsiteY1" fmla="*/ 108247 h 5422672"/>
              <a:gd name="connsiteX2" fmla="*/ 4441570 w 4441570"/>
              <a:gd name="connsiteY2" fmla="*/ 131488 h 5422672"/>
              <a:gd name="connsiteX3" fmla="*/ 4437923 w 4441570"/>
              <a:gd name="connsiteY3" fmla="*/ 159196 h 5422672"/>
              <a:gd name="connsiteX4" fmla="*/ 4288426 w 4441570"/>
              <a:gd name="connsiteY4" fmla="*/ 2711339 h 5422672"/>
              <a:gd name="connsiteX5" fmla="*/ 4437923 w 4441570"/>
              <a:gd name="connsiteY5" fmla="*/ 5263480 h 5422672"/>
              <a:gd name="connsiteX6" fmla="*/ 4441569 w 4441570"/>
              <a:gd name="connsiteY6" fmla="*/ 5291185 h 5422672"/>
              <a:gd name="connsiteX7" fmla="*/ 4310303 w 4441570"/>
              <a:gd name="connsiteY7" fmla="*/ 5314425 h 5422672"/>
              <a:gd name="connsiteX8" fmla="*/ 2711337 w 4441570"/>
              <a:gd name="connsiteY8" fmla="*/ 5422672 h 5422672"/>
              <a:gd name="connsiteX9" fmla="*/ 702832 w 4441570"/>
              <a:gd name="connsiteY9" fmla="*/ 5233010 h 5422672"/>
              <a:gd name="connsiteX10" fmla="*/ 189662 w 4441570"/>
              <a:gd name="connsiteY10" fmla="*/ 4719841 h 5422672"/>
              <a:gd name="connsiteX11" fmla="*/ 0 w 4441570"/>
              <a:gd name="connsiteY11" fmla="*/ 2711337 h 5422672"/>
              <a:gd name="connsiteX12" fmla="*/ 189662 w 4441570"/>
              <a:gd name="connsiteY12" fmla="*/ 702831 h 5422672"/>
              <a:gd name="connsiteX13" fmla="*/ 702832 w 4441570"/>
              <a:gd name="connsiteY13" fmla="*/ 189661 h 5422672"/>
              <a:gd name="connsiteX14" fmla="*/ 2711337 w 4441570"/>
              <a:gd name="connsiteY14" fmla="*/ 0 h 5422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41570" h="5422672">
                <a:moveTo>
                  <a:pt x="2711337" y="0"/>
                </a:moveTo>
                <a:cubicBezTo>
                  <a:pt x="3305516" y="0"/>
                  <a:pt x="3862051" y="37645"/>
                  <a:pt x="4310303" y="108247"/>
                </a:cubicBezTo>
                <a:lnTo>
                  <a:pt x="4441570" y="131488"/>
                </a:lnTo>
                <a:lnTo>
                  <a:pt x="4437923" y="159196"/>
                </a:lnTo>
                <a:cubicBezTo>
                  <a:pt x="4344967" y="906845"/>
                  <a:pt x="4288426" y="1792896"/>
                  <a:pt x="4288426" y="2711339"/>
                </a:cubicBezTo>
                <a:cubicBezTo>
                  <a:pt x="4288426" y="3629781"/>
                  <a:pt x="4344967" y="4515832"/>
                  <a:pt x="4437923" y="5263480"/>
                </a:cubicBezTo>
                <a:lnTo>
                  <a:pt x="4441569" y="5291185"/>
                </a:lnTo>
                <a:lnTo>
                  <a:pt x="4310303" y="5314425"/>
                </a:lnTo>
                <a:cubicBezTo>
                  <a:pt x="3862051" y="5385028"/>
                  <a:pt x="3305516" y="5422672"/>
                  <a:pt x="2711337" y="5422672"/>
                </a:cubicBezTo>
                <a:cubicBezTo>
                  <a:pt x="1919098" y="5422672"/>
                  <a:pt x="1193782" y="5355749"/>
                  <a:pt x="702832" y="5233010"/>
                </a:cubicBezTo>
                <a:cubicBezTo>
                  <a:pt x="401542" y="5166087"/>
                  <a:pt x="245477" y="4987536"/>
                  <a:pt x="189662" y="4719841"/>
                </a:cubicBezTo>
                <a:cubicBezTo>
                  <a:pt x="78034" y="4251110"/>
                  <a:pt x="0" y="3503575"/>
                  <a:pt x="0" y="2711337"/>
                </a:cubicBezTo>
                <a:cubicBezTo>
                  <a:pt x="0" y="1919097"/>
                  <a:pt x="78034" y="1171562"/>
                  <a:pt x="189662" y="702831"/>
                </a:cubicBezTo>
                <a:cubicBezTo>
                  <a:pt x="245477" y="435136"/>
                  <a:pt x="401542" y="256585"/>
                  <a:pt x="702832" y="189661"/>
                </a:cubicBezTo>
                <a:cubicBezTo>
                  <a:pt x="1193782" y="66924"/>
                  <a:pt x="1919098" y="0"/>
                  <a:pt x="271133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pt-BR"/>
          </a:p>
        </p:txBody>
      </p:sp>
      <p:sp>
        <p:nvSpPr>
          <p:cNvPr id="13" name="Espaço Reservado para Texto 7">
            <a:extLst>
              <a:ext uri="{FF2B5EF4-FFF2-40B4-BE49-F238E27FC236}">
                <a16:creationId xmlns:a16="http://schemas.microsoft.com/office/drawing/2014/main" id="{4BFB56AA-48B8-8974-B22B-2830A94F85DD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71454" y="5352570"/>
            <a:ext cx="5500800" cy="3896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400" b="0" kern="1200" spc="0" dirty="0">
                <a:solidFill>
                  <a:schemeClr val="tx2"/>
                </a:solidFill>
                <a:latin typeface="Itau Display Pro Light" panose="020B0403020204020204" pitchFamily="34" charset="0"/>
                <a:ea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0" lvl="0"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r>
              <a:rPr lang="pt-BR"/>
              <a:t>Subtítulo da apresentação</a:t>
            </a:r>
          </a:p>
        </p:txBody>
      </p:sp>
      <p:sp>
        <p:nvSpPr>
          <p:cNvPr id="14" name="Espaço Reservado para Texto 7">
            <a:extLst>
              <a:ext uri="{FF2B5EF4-FFF2-40B4-BE49-F238E27FC236}">
                <a16:creationId xmlns:a16="http://schemas.microsoft.com/office/drawing/2014/main" id="{EA870BBF-142C-AB17-FD0B-3C8C3E26FE92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671454" y="5795427"/>
            <a:ext cx="5500800" cy="2996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kumimoji="0" lang="pt-BR" sz="1400" b="0" i="0" u="non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Itau Display Pro Light" panose="020B0403020204020204" pitchFamily="34" charset="0"/>
                <a:ea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0" lvl="0"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r>
              <a:rPr lang="pt-BR"/>
              <a:t>Data da reunião</a:t>
            </a: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34B4BE66-C54C-86CC-2E1D-1BA631DB96A1}"/>
              </a:ext>
            </a:extLst>
          </p:cNvPr>
          <p:cNvGrpSpPr/>
          <p:nvPr userDrawn="1"/>
        </p:nvGrpSpPr>
        <p:grpSpPr>
          <a:xfrm>
            <a:off x="779134" y="857843"/>
            <a:ext cx="361359" cy="361358"/>
            <a:chOff x="6738937" y="2620803"/>
            <a:chExt cx="1952625" cy="1952625"/>
          </a:xfrm>
        </p:grpSpPr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408B7EA8-2B26-0C61-45F9-69946C8ABF17}"/>
                </a:ext>
              </a:extLst>
            </p:cNvPr>
            <p:cNvSpPr/>
            <p:nvPr/>
          </p:nvSpPr>
          <p:spPr>
            <a:xfrm>
              <a:off x="6738937" y="2620803"/>
              <a:ext cx="1952625" cy="1952625"/>
            </a:xfrm>
            <a:custGeom>
              <a:avLst/>
              <a:gdLst>
                <a:gd name="connsiteX0" fmla="*/ 0 w 1952625"/>
                <a:gd name="connsiteY0" fmla="*/ 976313 h 1952625"/>
                <a:gd name="connsiteX1" fmla="*/ 68294 w 1952625"/>
                <a:gd name="connsiteY1" fmla="*/ 253079 h 1952625"/>
                <a:gd name="connsiteX2" fmla="*/ 253079 w 1952625"/>
                <a:gd name="connsiteY2" fmla="*/ 68294 h 1952625"/>
                <a:gd name="connsiteX3" fmla="*/ 976313 w 1952625"/>
                <a:gd name="connsiteY3" fmla="*/ 0 h 1952625"/>
                <a:gd name="connsiteX4" fmla="*/ 1699546 w 1952625"/>
                <a:gd name="connsiteY4" fmla="*/ 68294 h 1952625"/>
                <a:gd name="connsiteX5" fmla="*/ 1884331 w 1952625"/>
                <a:gd name="connsiteY5" fmla="*/ 253079 h 1952625"/>
                <a:gd name="connsiteX6" fmla="*/ 1952625 w 1952625"/>
                <a:gd name="connsiteY6" fmla="*/ 976313 h 1952625"/>
                <a:gd name="connsiteX7" fmla="*/ 1884331 w 1952625"/>
                <a:gd name="connsiteY7" fmla="*/ 1699546 h 1952625"/>
                <a:gd name="connsiteX8" fmla="*/ 1699546 w 1952625"/>
                <a:gd name="connsiteY8" fmla="*/ 1884331 h 1952625"/>
                <a:gd name="connsiteX9" fmla="*/ 976313 w 1952625"/>
                <a:gd name="connsiteY9" fmla="*/ 1952625 h 1952625"/>
                <a:gd name="connsiteX10" fmla="*/ 253079 w 1952625"/>
                <a:gd name="connsiteY10" fmla="*/ 1884331 h 1952625"/>
                <a:gd name="connsiteX11" fmla="*/ 68294 w 1952625"/>
                <a:gd name="connsiteY11" fmla="*/ 1699546 h 1952625"/>
                <a:gd name="connsiteX12" fmla="*/ 0 w 1952625"/>
                <a:gd name="connsiteY12" fmla="*/ 976313 h 195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52625" h="1952625">
                  <a:moveTo>
                    <a:pt x="0" y="976313"/>
                  </a:moveTo>
                  <a:cubicBezTo>
                    <a:pt x="0" y="691039"/>
                    <a:pt x="28099" y="421862"/>
                    <a:pt x="68294" y="253079"/>
                  </a:cubicBezTo>
                  <a:cubicBezTo>
                    <a:pt x="88392" y="156686"/>
                    <a:pt x="144590" y="92392"/>
                    <a:pt x="253079" y="68294"/>
                  </a:cubicBezTo>
                  <a:cubicBezTo>
                    <a:pt x="429863" y="24098"/>
                    <a:pt x="691039" y="0"/>
                    <a:pt x="976313" y="0"/>
                  </a:cubicBezTo>
                  <a:cubicBezTo>
                    <a:pt x="1261586" y="0"/>
                    <a:pt x="1522762" y="24098"/>
                    <a:pt x="1699546" y="68294"/>
                  </a:cubicBezTo>
                  <a:cubicBezTo>
                    <a:pt x="1808036" y="92392"/>
                    <a:pt x="1864233" y="156686"/>
                    <a:pt x="1884331" y="253079"/>
                  </a:cubicBezTo>
                  <a:cubicBezTo>
                    <a:pt x="1924526" y="421862"/>
                    <a:pt x="1952625" y="691039"/>
                    <a:pt x="1952625" y="976313"/>
                  </a:cubicBezTo>
                  <a:cubicBezTo>
                    <a:pt x="1952625" y="1261586"/>
                    <a:pt x="1924526" y="1530763"/>
                    <a:pt x="1884331" y="1699546"/>
                  </a:cubicBezTo>
                  <a:cubicBezTo>
                    <a:pt x="1864233" y="1795939"/>
                    <a:pt x="1808036" y="1860232"/>
                    <a:pt x="1699546" y="1884331"/>
                  </a:cubicBezTo>
                  <a:cubicBezTo>
                    <a:pt x="1522762" y="1928527"/>
                    <a:pt x="1261586" y="1952625"/>
                    <a:pt x="976313" y="1952625"/>
                  </a:cubicBezTo>
                  <a:cubicBezTo>
                    <a:pt x="691039" y="1952625"/>
                    <a:pt x="429863" y="1928527"/>
                    <a:pt x="253079" y="1884331"/>
                  </a:cubicBezTo>
                  <a:cubicBezTo>
                    <a:pt x="144590" y="1860232"/>
                    <a:pt x="88392" y="1795939"/>
                    <a:pt x="68294" y="1699546"/>
                  </a:cubicBezTo>
                  <a:cubicBezTo>
                    <a:pt x="28099" y="1530763"/>
                    <a:pt x="0" y="1261586"/>
                    <a:pt x="0" y="976313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31C0B7EB-9447-F661-F14B-77A769945B89}"/>
                </a:ext>
              </a:extLst>
            </p:cNvPr>
            <p:cNvSpPr/>
            <p:nvPr/>
          </p:nvSpPr>
          <p:spPr>
            <a:xfrm>
              <a:off x="6941629" y="3449097"/>
              <a:ext cx="1534191" cy="716279"/>
            </a:xfrm>
            <a:custGeom>
              <a:avLst/>
              <a:gdLst>
                <a:gd name="connsiteX0" fmla="*/ 84773 w 1534191"/>
                <a:gd name="connsiteY0" fmla="*/ 164020 h 716279"/>
                <a:gd name="connsiteX1" fmla="*/ 169640 w 1534191"/>
                <a:gd name="connsiteY1" fmla="*/ 82010 h 716279"/>
                <a:gd name="connsiteX2" fmla="*/ 84773 w 1534191"/>
                <a:gd name="connsiteY2" fmla="*/ 0 h 716279"/>
                <a:gd name="connsiteX3" fmla="*/ 0 w 1534191"/>
                <a:gd name="connsiteY3" fmla="*/ 82010 h 716279"/>
                <a:gd name="connsiteX4" fmla="*/ 84773 w 1534191"/>
                <a:gd name="connsiteY4" fmla="*/ 164020 h 716279"/>
                <a:gd name="connsiteX5" fmla="*/ 156400 w 1534191"/>
                <a:gd name="connsiteY5" fmla="*/ 703993 h 716279"/>
                <a:gd name="connsiteX6" fmla="*/ 156400 w 1534191"/>
                <a:gd name="connsiteY6" fmla="*/ 214884 h 716279"/>
                <a:gd name="connsiteX7" fmla="*/ 13145 w 1534191"/>
                <a:gd name="connsiteY7" fmla="*/ 214884 h 716279"/>
                <a:gd name="connsiteX8" fmla="*/ 13145 w 1534191"/>
                <a:gd name="connsiteY8" fmla="*/ 703993 h 716279"/>
                <a:gd name="connsiteX9" fmla="*/ 156400 w 1534191"/>
                <a:gd name="connsiteY9" fmla="*/ 703993 h 716279"/>
                <a:gd name="connsiteX10" fmla="*/ 282702 w 1534191"/>
                <a:gd name="connsiteY10" fmla="*/ 326136 h 716279"/>
                <a:gd name="connsiteX11" fmla="*/ 282702 w 1534191"/>
                <a:gd name="connsiteY11" fmla="*/ 535305 h 716279"/>
                <a:gd name="connsiteX12" fmla="*/ 455200 w 1534191"/>
                <a:gd name="connsiteY12" fmla="*/ 713422 h 716279"/>
                <a:gd name="connsiteX13" fmla="*/ 543782 w 1534191"/>
                <a:gd name="connsiteY13" fmla="*/ 703993 h 716279"/>
                <a:gd name="connsiteX14" fmla="*/ 543782 w 1534191"/>
                <a:gd name="connsiteY14" fmla="*/ 594646 h 716279"/>
                <a:gd name="connsiteX15" fmla="*/ 492919 w 1534191"/>
                <a:gd name="connsiteY15" fmla="*/ 600265 h 716279"/>
                <a:gd name="connsiteX16" fmla="*/ 426053 w 1534191"/>
                <a:gd name="connsiteY16" fmla="*/ 525780 h 716279"/>
                <a:gd name="connsiteX17" fmla="*/ 426053 w 1534191"/>
                <a:gd name="connsiteY17" fmla="*/ 326041 h 716279"/>
                <a:gd name="connsiteX18" fmla="*/ 550450 w 1534191"/>
                <a:gd name="connsiteY18" fmla="*/ 326041 h 716279"/>
                <a:gd name="connsiteX19" fmla="*/ 550450 w 1534191"/>
                <a:gd name="connsiteY19" fmla="*/ 214884 h 716279"/>
                <a:gd name="connsiteX20" fmla="*/ 426053 w 1534191"/>
                <a:gd name="connsiteY20" fmla="*/ 214884 h 716279"/>
                <a:gd name="connsiteX21" fmla="*/ 426053 w 1534191"/>
                <a:gd name="connsiteY21" fmla="*/ 66961 h 716279"/>
                <a:gd name="connsiteX22" fmla="*/ 282797 w 1534191"/>
                <a:gd name="connsiteY22" fmla="*/ 92392 h 716279"/>
                <a:gd name="connsiteX23" fmla="*/ 282797 w 1534191"/>
                <a:gd name="connsiteY23" fmla="*/ 214884 h 716279"/>
                <a:gd name="connsiteX24" fmla="*/ 211169 w 1534191"/>
                <a:gd name="connsiteY24" fmla="*/ 214884 h 716279"/>
                <a:gd name="connsiteX25" fmla="*/ 211169 w 1534191"/>
                <a:gd name="connsiteY25" fmla="*/ 326041 h 716279"/>
                <a:gd name="connsiteX26" fmla="*/ 282797 w 1534191"/>
                <a:gd name="connsiteY26" fmla="*/ 326041 h 716279"/>
                <a:gd name="connsiteX27" fmla="*/ 763334 w 1534191"/>
                <a:gd name="connsiteY27" fmla="*/ 716280 h 716279"/>
                <a:gd name="connsiteX28" fmla="*/ 891540 w 1534191"/>
                <a:gd name="connsiteY28" fmla="*/ 653129 h 716279"/>
                <a:gd name="connsiteX29" fmla="*/ 893445 w 1534191"/>
                <a:gd name="connsiteY29" fmla="*/ 703993 h 716279"/>
                <a:gd name="connsiteX30" fmla="*/ 1027271 w 1534191"/>
                <a:gd name="connsiteY30" fmla="*/ 703993 h 716279"/>
                <a:gd name="connsiteX31" fmla="*/ 1027271 w 1534191"/>
                <a:gd name="connsiteY31" fmla="*/ 416528 h 716279"/>
                <a:gd name="connsiteX32" fmla="*/ 809530 w 1534191"/>
                <a:gd name="connsiteY32" fmla="*/ 202597 h 716279"/>
                <a:gd name="connsiteX33" fmla="*/ 621030 w 1534191"/>
                <a:gd name="connsiteY33" fmla="*/ 235553 h 716279"/>
                <a:gd name="connsiteX34" fmla="*/ 621030 w 1534191"/>
                <a:gd name="connsiteY34" fmla="*/ 350520 h 716279"/>
                <a:gd name="connsiteX35" fmla="*/ 786860 w 1534191"/>
                <a:gd name="connsiteY35" fmla="*/ 315659 h 716279"/>
                <a:gd name="connsiteX36" fmla="*/ 889540 w 1534191"/>
                <a:gd name="connsiteY36" fmla="*/ 398621 h 716279"/>
                <a:gd name="connsiteX37" fmla="*/ 841438 w 1534191"/>
                <a:gd name="connsiteY37" fmla="*/ 396716 h 716279"/>
                <a:gd name="connsiteX38" fmla="*/ 595503 w 1534191"/>
                <a:gd name="connsiteY38" fmla="*/ 565404 h 716279"/>
                <a:gd name="connsiteX39" fmla="*/ 763238 w 1534191"/>
                <a:gd name="connsiteY39" fmla="*/ 716185 h 716279"/>
                <a:gd name="connsiteX40" fmla="*/ 854774 w 1534191"/>
                <a:gd name="connsiteY40" fmla="*/ 485394 h 716279"/>
                <a:gd name="connsiteX41" fmla="*/ 890588 w 1534191"/>
                <a:gd name="connsiteY41" fmla="*/ 487299 h 716279"/>
                <a:gd name="connsiteX42" fmla="*/ 890588 w 1534191"/>
                <a:gd name="connsiteY42" fmla="*/ 525970 h 716279"/>
                <a:gd name="connsiteX43" fmla="*/ 805720 w 1534191"/>
                <a:gd name="connsiteY43" fmla="*/ 613601 h 716279"/>
                <a:gd name="connsiteX44" fmla="*/ 734092 w 1534191"/>
                <a:gd name="connsiteY44" fmla="*/ 554260 h 716279"/>
                <a:gd name="connsiteX45" fmla="*/ 854678 w 1534191"/>
                <a:gd name="connsiteY45" fmla="*/ 485489 h 716279"/>
                <a:gd name="connsiteX46" fmla="*/ 1262825 w 1534191"/>
                <a:gd name="connsiteY46" fmla="*/ 716280 h 716279"/>
                <a:gd name="connsiteX47" fmla="*/ 1394746 w 1534191"/>
                <a:gd name="connsiteY47" fmla="*/ 651224 h 716279"/>
                <a:gd name="connsiteX48" fmla="*/ 1396651 w 1534191"/>
                <a:gd name="connsiteY48" fmla="*/ 703993 h 716279"/>
                <a:gd name="connsiteX49" fmla="*/ 1534192 w 1534191"/>
                <a:gd name="connsiteY49" fmla="*/ 703993 h 716279"/>
                <a:gd name="connsiteX50" fmla="*/ 1534192 w 1534191"/>
                <a:gd name="connsiteY50" fmla="*/ 214884 h 716279"/>
                <a:gd name="connsiteX51" fmla="*/ 1390936 w 1534191"/>
                <a:gd name="connsiteY51" fmla="*/ 214884 h 716279"/>
                <a:gd name="connsiteX52" fmla="*/ 1390936 w 1534191"/>
                <a:gd name="connsiteY52" fmla="*/ 503206 h 716279"/>
                <a:gd name="connsiteX53" fmla="*/ 1313688 w 1534191"/>
                <a:gd name="connsiteY53" fmla="*/ 600265 h 716279"/>
                <a:gd name="connsiteX54" fmla="*/ 1241108 w 1534191"/>
                <a:gd name="connsiteY54" fmla="*/ 508825 h 716279"/>
                <a:gd name="connsiteX55" fmla="*/ 1241108 w 1534191"/>
                <a:gd name="connsiteY55" fmla="*/ 214789 h 716279"/>
                <a:gd name="connsiteX56" fmla="*/ 1097852 w 1534191"/>
                <a:gd name="connsiteY56" fmla="*/ 214789 h 716279"/>
                <a:gd name="connsiteX57" fmla="*/ 1097852 w 1534191"/>
                <a:gd name="connsiteY57" fmla="*/ 532352 h 716279"/>
                <a:gd name="connsiteX58" fmla="*/ 1262729 w 1534191"/>
                <a:gd name="connsiteY58" fmla="*/ 716089 h 716279"/>
                <a:gd name="connsiteX59" fmla="*/ 1442847 w 1534191"/>
                <a:gd name="connsiteY59" fmla="*/ 148971 h 716279"/>
                <a:gd name="connsiteX60" fmla="*/ 1442847 w 1534191"/>
                <a:gd name="connsiteY60" fmla="*/ 24574 h 716279"/>
                <a:gd name="connsiteX61" fmla="*/ 1204436 w 1534191"/>
                <a:gd name="connsiteY61" fmla="*/ 66961 h 716279"/>
                <a:gd name="connsiteX62" fmla="*/ 1204436 w 1534191"/>
                <a:gd name="connsiteY62" fmla="*/ 148971 h 716279"/>
                <a:gd name="connsiteX63" fmla="*/ 1442847 w 1534191"/>
                <a:gd name="connsiteY63" fmla="*/ 148971 h 716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534191" h="716279">
                  <a:moveTo>
                    <a:pt x="84773" y="164020"/>
                  </a:moveTo>
                  <a:cubicBezTo>
                    <a:pt x="134779" y="164020"/>
                    <a:pt x="169640" y="130111"/>
                    <a:pt x="169640" y="82010"/>
                  </a:cubicBezTo>
                  <a:cubicBezTo>
                    <a:pt x="169640" y="33909"/>
                    <a:pt x="134779" y="0"/>
                    <a:pt x="84773" y="0"/>
                  </a:cubicBezTo>
                  <a:cubicBezTo>
                    <a:pt x="34766" y="0"/>
                    <a:pt x="0" y="33909"/>
                    <a:pt x="0" y="82010"/>
                  </a:cubicBezTo>
                  <a:cubicBezTo>
                    <a:pt x="0" y="130111"/>
                    <a:pt x="34862" y="164020"/>
                    <a:pt x="84773" y="164020"/>
                  </a:cubicBezTo>
                  <a:close/>
                  <a:moveTo>
                    <a:pt x="156400" y="703993"/>
                  </a:moveTo>
                  <a:lnTo>
                    <a:pt x="156400" y="214884"/>
                  </a:lnTo>
                  <a:lnTo>
                    <a:pt x="13145" y="214884"/>
                  </a:lnTo>
                  <a:lnTo>
                    <a:pt x="13145" y="703993"/>
                  </a:lnTo>
                  <a:lnTo>
                    <a:pt x="156400" y="703993"/>
                  </a:lnTo>
                  <a:close/>
                  <a:moveTo>
                    <a:pt x="282702" y="326136"/>
                  </a:moveTo>
                  <a:lnTo>
                    <a:pt x="282702" y="535305"/>
                  </a:lnTo>
                  <a:cubicBezTo>
                    <a:pt x="282702" y="654082"/>
                    <a:pt x="344900" y="713422"/>
                    <a:pt x="455200" y="713422"/>
                  </a:cubicBezTo>
                  <a:cubicBezTo>
                    <a:pt x="494824" y="713422"/>
                    <a:pt x="527780" y="708660"/>
                    <a:pt x="543782" y="703993"/>
                  </a:cubicBezTo>
                  <a:lnTo>
                    <a:pt x="543782" y="594646"/>
                  </a:lnTo>
                  <a:cubicBezTo>
                    <a:pt x="533400" y="597503"/>
                    <a:pt x="514541" y="600265"/>
                    <a:pt x="492919" y="600265"/>
                  </a:cubicBezTo>
                  <a:cubicBezTo>
                    <a:pt x="446722" y="600265"/>
                    <a:pt x="426053" y="577691"/>
                    <a:pt x="426053" y="525780"/>
                  </a:cubicBezTo>
                  <a:lnTo>
                    <a:pt x="426053" y="326041"/>
                  </a:lnTo>
                  <a:lnTo>
                    <a:pt x="550450" y="326041"/>
                  </a:lnTo>
                  <a:lnTo>
                    <a:pt x="550450" y="214884"/>
                  </a:lnTo>
                  <a:lnTo>
                    <a:pt x="426053" y="214884"/>
                  </a:lnTo>
                  <a:lnTo>
                    <a:pt x="426053" y="66961"/>
                  </a:lnTo>
                  <a:lnTo>
                    <a:pt x="282797" y="92392"/>
                  </a:lnTo>
                  <a:lnTo>
                    <a:pt x="282797" y="214884"/>
                  </a:lnTo>
                  <a:lnTo>
                    <a:pt x="211169" y="214884"/>
                  </a:lnTo>
                  <a:lnTo>
                    <a:pt x="211169" y="326041"/>
                  </a:lnTo>
                  <a:lnTo>
                    <a:pt x="282797" y="326041"/>
                  </a:lnTo>
                  <a:close/>
                  <a:moveTo>
                    <a:pt x="763334" y="716280"/>
                  </a:moveTo>
                  <a:cubicBezTo>
                    <a:pt x="820865" y="716280"/>
                    <a:pt x="862298" y="692753"/>
                    <a:pt x="891540" y="653129"/>
                  </a:cubicBezTo>
                  <a:lnTo>
                    <a:pt x="893445" y="703993"/>
                  </a:lnTo>
                  <a:lnTo>
                    <a:pt x="1027271" y="703993"/>
                  </a:lnTo>
                  <a:lnTo>
                    <a:pt x="1027271" y="416528"/>
                  </a:lnTo>
                  <a:cubicBezTo>
                    <a:pt x="1027271" y="277082"/>
                    <a:pt x="949071" y="202597"/>
                    <a:pt x="809530" y="202597"/>
                  </a:cubicBezTo>
                  <a:cubicBezTo>
                    <a:pt x="737902" y="202597"/>
                    <a:pt x="678561" y="213931"/>
                    <a:pt x="621030" y="235553"/>
                  </a:cubicBezTo>
                  <a:lnTo>
                    <a:pt x="621030" y="350520"/>
                  </a:lnTo>
                  <a:cubicBezTo>
                    <a:pt x="677609" y="328803"/>
                    <a:pt x="734092" y="315659"/>
                    <a:pt x="786860" y="315659"/>
                  </a:cubicBezTo>
                  <a:cubicBezTo>
                    <a:pt x="852773" y="315659"/>
                    <a:pt x="889540" y="345853"/>
                    <a:pt x="889540" y="398621"/>
                  </a:cubicBezTo>
                  <a:cubicBezTo>
                    <a:pt x="878205" y="397669"/>
                    <a:pt x="859346" y="396716"/>
                    <a:pt x="841438" y="396716"/>
                  </a:cubicBezTo>
                  <a:cubicBezTo>
                    <a:pt x="690658" y="396716"/>
                    <a:pt x="595503" y="458914"/>
                    <a:pt x="595503" y="565404"/>
                  </a:cubicBezTo>
                  <a:cubicBezTo>
                    <a:pt x="595503" y="657797"/>
                    <a:pt x="660559" y="716185"/>
                    <a:pt x="763238" y="716185"/>
                  </a:cubicBezTo>
                  <a:close/>
                  <a:moveTo>
                    <a:pt x="854774" y="485394"/>
                  </a:moveTo>
                  <a:cubicBezTo>
                    <a:pt x="866108" y="485394"/>
                    <a:pt x="884015" y="486346"/>
                    <a:pt x="890588" y="487299"/>
                  </a:cubicBezTo>
                  <a:lnTo>
                    <a:pt x="890588" y="525970"/>
                  </a:lnTo>
                  <a:cubicBezTo>
                    <a:pt x="890588" y="577786"/>
                    <a:pt x="855726" y="613601"/>
                    <a:pt x="805720" y="613601"/>
                  </a:cubicBezTo>
                  <a:cubicBezTo>
                    <a:pt x="761429" y="613601"/>
                    <a:pt x="734092" y="593788"/>
                    <a:pt x="734092" y="554260"/>
                  </a:cubicBezTo>
                  <a:cubicBezTo>
                    <a:pt x="734092" y="509016"/>
                    <a:pt x="777430" y="485489"/>
                    <a:pt x="854678" y="485489"/>
                  </a:cubicBezTo>
                  <a:close/>
                  <a:moveTo>
                    <a:pt x="1262825" y="716280"/>
                  </a:moveTo>
                  <a:cubicBezTo>
                    <a:pt x="1322165" y="716280"/>
                    <a:pt x="1362742" y="694563"/>
                    <a:pt x="1394746" y="651224"/>
                  </a:cubicBezTo>
                  <a:lnTo>
                    <a:pt x="1396651" y="703993"/>
                  </a:lnTo>
                  <a:lnTo>
                    <a:pt x="1534192" y="703993"/>
                  </a:lnTo>
                  <a:lnTo>
                    <a:pt x="1534192" y="214884"/>
                  </a:lnTo>
                  <a:lnTo>
                    <a:pt x="1390936" y="214884"/>
                  </a:lnTo>
                  <a:lnTo>
                    <a:pt x="1390936" y="503206"/>
                  </a:lnTo>
                  <a:cubicBezTo>
                    <a:pt x="1390936" y="562547"/>
                    <a:pt x="1361694" y="600265"/>
                    <a:pt x="1313688" y="600265"/>
                  </a:cubicBezTo>
                  <a:cubicBezTo>
                    <a:pt x="1265682" y="600265"/>
                    <a:pt x="1241108" y="568261"/>
                    <a:pt x="1241108" y="508825"/>
                  </a:cubicBezTo>
                  <a:lnTo>
                    <a:pt x="1241108" y="214789"/>
                  </a:lnTo>
                  <a:lnTo>
                    <a:pt x="1097852" y="214789"/>
                  </a:lnTo>
                  <a:lnTo>
                    <a:pt x="1097852" y="532352"/>
                  </a:lnTo>
                  <a:cubicBezTo>
                    <a:pt x="1097852" y="644461"/>
                    <a:pt x="1161955" y="716089"/>
                    <a:pt x="1262729" y="716089"/>
                  </a:cubicBezTo>
                  <a:close/>
                  <a:moveTo>
                    <a:pt x="1442847" y="148971"/>
                  </a:moveTo>
                  <a:lnTo>
                    <a:pt x="1442847" y="24574"/>
                  </a:lnTo>
                  <a:lnTo>
                    <a:pt x="1204436" y="66961"/>
                  </a:lnTo>
                  <a:lnTo>
                    <a:pt x="1204436" y="148971"/>
                  </a:lnTo>
                  <a:lnTo>
                    <a:pt x="1442847" y="148971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6913AEA7-D478-7792-5F70-422E046B8897}"/>
              </a:ext>
            </a:extLst>
          </p:cNvPr>
          <p:cNvSpPr/>
          <p:nvPr userDrawn="1"/>
        </p:nvSpPr>
        <p:spPr>
          <a:xfrm flipH="1">
            <a:off x="10630769" y="844189"/>
            <a:ext cx="1134248" cy="5169627"/>
          </a:xfrm>
          <a:custGeom>
            <a:avLst/>
            <a:gdLst>
              <a:gd name="connsiteX0" fmla="*/ 872749 w 1009652"/>
              <a:gd name="connsiteY0" fmla="*/ 0 h 4601749"/>
              <a:gd name="connsiteX1" fmla="*/ 800684 w 1009652"/>
              <a:gd name="connsiteY1" fmla="*/ 12759 h 4601749"/>
              <a:gd name="connsiteX2" fmla="*/ 626947 w 1009652"/>
              <a:gd name="connsiteY2" fmla="*/ 51463 h 4601749"/>
              <a:gd name="connsiteX3" fmla="*/ 169183 w 1009652"/>
              <a:gd name="connsiteY3" fmla="*/ 509226 h 4601749"/>
              <a:gd name="connsiteX4" fmla="*/ 0 w 1009652"/>
              <a:gd name="connsiteY4" fmla="*/ 2300875 h 4601749"/>
              <a:gd name="connsiteX5" fmla="*/ 169183 w 1009652"/>
              <a:gd name="connsiteY5" fmla="*/ 4092523 h 4601749"/>
              <a:gd name="connsiteX6" fmla="*/ 626947 w 1009652"/>
              <a:gd name="connsiteY6" fmla="*/ 4550286 h 4601749"/>
              <a:gd name="connsiteX7" fmla="*/ 800684 w 1009652"/>
              <a:gd name="connsiteY7" fmla="*/ 4588990 h 4601749"/>
              <a:gd name="connsiteX8" fmla="*/ 872749 w 1009652"/>
              <a:gd name="connsiteY8" fmla="*/ 4601749 h 4601749"/>
              <a:gd name="connsiteX9" fmla="*/ 876577 w 1009652"/>
              <a:gd name="connsiteY9" fmla="*/ 4572667 h 4601749"/>
              <a:gd name="connsiteX10" fmla="*/ 1009652 w 1009652"/>
              <a:gd name="connsiteY10" fmla="*/ 2300876 h 4601749"/>
              <a:gd name="connsiteX11" fmla="*/ 876577 w 1009652"/>
              <a:gd name="connsiteY11" fmla="*/ 29083 h 4601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9652" h="4601749">
                <a:moveTo>
                  <a:pt x="872749" y="0"/>
                </a:moveTo>
                <a:lnTo>
                  <a:pt x="800684" y="12759"/>
                </a:lnTo>
                <a:cubicBezTo>
                  <a:pt x="739699" y="24869"/>
                  <a:pt x="681690" y="37777"/>
                  <a:pt x="626947" y="51463"/>
                </a:cubicBezTo>
                <a:cubicBezTo>
                  <a:pt x="358189" y="111161"/>
                  <a:pt x="218972" y="270434"/>
                  <a:pt x="169183" y="509226"/>
                </a:cubicBezTo>
                <a:cubicBezTo>
                  <a:pt x="69608" y="927349"/>
                  <a:pt x="0" y="1594173"/>
                  <a:pt x="0" y="2300875"/>
                </a:cubicBezTo>
                <a:cubicBezTo>
                  <a:pt x="0" y="3007576"/>
                  <a:pt x="69608" y="3674401"/>
                  <a:pt x="169183" y="4092523"/>
                </a:cubicBezTo>
                <a:cubicBezTo>
                  <a:pt x="218972" y="4331315"/>
                  <a:pt x="358189" y="4490588"/>
                  <a:pt x="626947" y="4550286"/>
                </a:cubicBezTo>
                <a:cubicBezTo>
                  <a:pt x="681690" y="4563972"/>
                  <a:pt x="739699" y="4576879"/>
                  <a:pt x="800684" y="4588990"/>
                </a:cubicBezTo>
                <a:lnTo>
                  <a:pt x="872749" y="4601749"/>
                </a:lnTo>
                <a:lnTo>
                  <a:pt x="876577" y="4572667"/>
                </a:lnTo>
                <a:cubicBezTo>
                  <a:pt x="959322" y="3907147"/>
                  <a:pt x="1009652" y="3118428"/>
                  <a:pt x="1009652" y="2300876"/>
                </a:cubicBezTo>
                <a:cubicBezTo>
                  <a:pt x="1009652" y="1483323"/>
                  <a:pt x="959322" y="694603"/>
                  <a:pt x="876577" y="29083"/>
                </a:cubicBezTo>
                <a:close/>
              </a:path>
            </a:pathLst>
          </a:custGeom>
          <a:solidFill>
            <a:schemeClr val="accent6"/>
          </a:solidFill>
          <a:ln w="317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D3C"/>
              </a:solidFill>
              <a:effectLst/>
              <a:uLnTx/>
              <a:uFillTx/>
              <a:latin typeface="Itau Display Pro"/>
              <a:ea typeface="+mn-ea"/>
              <a:cs typeface="+mn-cs"/>
            </a:endParaRPr>
          </a:p>
        </p:txBody>
      </p:sp>
      <p:pic>
        <p:nvPicPr>
          <p:cNvPr id="22" name="Gráfico 21">
            <a:extLst>
              <a:ext uri="{FF2B5EF4-FFF2-40B4-BE49-F238E27FC236}">
                <a16:creationId xmlns:a16="http://schemas.microsoft.com/office/drawing/2014/main" id="{837E897F-AD15-3FE9-4AA5-3162CA9D7D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5908" r="84478" b="15910"/>
          <a:stretch>
            <a:fillRect/>
          </a:stretch>
        </p:blipFill>
        <p:spPr>
          <a:xfrm>
            <a:off x="10630772" y="0"/>
            <a:ext cx="1561228" cy="6858000"/>
          </a:xfrm>
          <a:prstGeom prst="rect">
            <a:avLst/>
          </a:prstGeom>
        </p:spPr>
      </p:pic>
      <p:sp>
        <p:nvSpPr>
          <p:cNvPr id="2" name="Espaço Reservado para Texto 7">
            <a:extLst>
              <a:ext uri="{FF2B5EF4-FFF2-40B4-BE49-F238E27FC236}">
                <a16:creationId xmlns:a16="http://schemas.microsoft.com/office/drawing/2014/main" id="{566CA6B8-B469-2447-5E1D-BA090CD4EF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1453" y="4027241"/>
            <a:ext cx="4786371" cy="137277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lang="pt-BR" sz="4400" kern="1200" spc="0" dirty="0">
                <a:solidFill>
                  <a:schemeClr val="accent4"/>
                </a:solidFill>
                <a:latin typeface="+mj-lt"/>
                <a:ea typeface="+mn-ea"/>
                <a:cs typeface="Itau Display Pro Bold" panose="020B0703020204020204" pitchFamily="34" charset="0"/>
              </a:defRPr>
            </a:lvl1pPr>
          </a:lstStyle>
          <a:p>
            <a:pPr lvl="0"/>
            <a:r>
              <a:rPr lang="pt-BR"/>
              <a:t>Exemplo de 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2837966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pa 5 fundo escur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6913AEA7-D478-7792-5F70-422E046B8897}"/>
              </a:ext>
            </a:extLst>
          </p:cNvPr>
          <p:cNvSpPr/>
          <p:nvPr userDrawn="1"/>
        </p:nvSpPr>
        <p:spPr>
          <a:xfrm flipH="1">
            <a:off x="10630769" y="844189"/>
            <a:ext cx="1134248" cy="5169627"/>
          </a:xfrm>
          <a:custGeom>
            <a:avLst/>
            <a:gdLst>
              <a:gd name="connsiteX0" fmla="*/ 872749 w 1009652"/>
              <a:gd name="connsiteY0" fmla="*/ 0 h 4601749"/>
              <a:gd name="connsiteX1" fmla="*/ 800684 w 1009652"/>
              <a:gd name="connsiteY1" fmla="*/ 12759 h 4601749"/>
              <a:gd name="connsiteX2" fmla="*/ 626947 w 1009652"/>
              <a:gd name="connsiteY2" fmla="*/ 51463 h 4601749"/>
              <a:gd name="connsiteX3" fmla="*/ 169183 w 1009652"/>
              <a:gd name="connsiteY3" fmla="*/ 509226 h 4601749"/>
              <a:gd name="connsiteX4" fmla="*/ 0 w 1009652"/>
              <a:gd name="connsiteY4" fmla="*/ 2300875 h 4601749"/>
              <a:gd name="connsiteX5" fmla="*/ 169183 w 1009652"/>
              <a:gd name="connsiteY5" fmla="*/ 4092523 h 4601749"/>
              <a:gd name="connsiteX6" fmla="*/ 626947 w 1009652"/>
              <a:gd name="connsiteY6" fmla="*/ 4550286 h 4601749"/>
              <a:gd name="connsiteX7" fmla="*/ 800684 w 1009652"/>
              <a:gd name="connsiteY7" fmla="*/ 4588990 h 4601749"/>
              <a:gd name="connsiteX8" fmla="*/ 872749 w 1009652"/>
              <a:gd name="connsiteY8" fmla="*/ 4601749 h 4601749"/>
              <a:gd name="connsiteX9" fmla="*/ 876577 w 1009652"/>
              <a:gd name="connsiteY9" fmla="*/ 4572667 h 4601749"/>
              <a:gd name="connsiteX10" fmla="*/ 1009652 w 1009652"/>
              <a:gd name="connsiteY10" fmla="*/ 2300876 h 4601749"/>
              <a:gd name="connsiteX11" fmla="*/ 876577 w 1009652"/>
              <a:gd name="connsiteY11" fmla="*/ 29083 h 4601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9652" h="4601749">
                <a:moveTo>
                  <a:pt x="872749" y="0"/>
                </a:moveTo>
                <a:lnTo>
                  <a:pt x="800684" y="12759"/>
                </a:lnTo>
                <a:cubicBezTo>
                  <a:pt x="739699" y="24869"/>
                  <a:pt x="681690" y="37777"/>
                  <a:pt x="626947" y="51463"/>
                </a:cubicBezTo>
                <a:cubicBezTo>
                  <a:pt x="358189" y="111161"/>
                  <a:pt x="218972" y="270434"/>
                  <a:pt x="169183" y="509226"/>
                </a:cubicBezTo>
                <a:cubicBezTo>
                  <a:pt x="69608" y="927349"/>
                  <a:pt x="0" y="1594173"/>
                  <a:pt x="0" y="2300875"/>
                </a:cubicBezTo>
                <a:cubicBezTo>
                  <a:pt x="0" y="3007576"/>
                  <a:pt x="69608" y="3674401"/>
                  <a:pt x="169183" y="4092523"/>
                </a:cubicBezTo>
                <a:cubicBezTo>
                  <a:pt x="218972" y="4331315"/>
                  <a:pt x="358189" y="4490588"/>
                  <a:pt x="626947" y="4550286"/>
                </a:cubicBezTo>
                <a:cubicBezTo>
                  <a:pt x="681690" y="4563972"/>
                  <a:pt x="739699" y="4576879"/>
                  <a:pt x="800684" y="4588990"/>
                </a:cubicBezTo>
                <a:lnTo>
                  <a:pt x="872749" y="4601749"/>
                </a:lnTo>
                <a:lnTo>
                  <a:pt x="876577" y="4572667"/>
                </a:lnTo>
                <a:cubicBezTo>
                  <a:pt x="959322" y="3907147"/>
                  <a:pt x="1009652" y="3118428"/>
                  <a:pt x="1009652" y="2300876"/>
                </a:cubicBezTo>
                <a:cubicBezTo>
                  <a:pt x="1009652" y="1483323"/>
                  <a:pt x="959322" y="694603"/>
                  <a:pt x="876577" y="29083"/>
                </a:cubicBezTo>
                <a:close/>
              </a:path>
            </a:pathLst>
          </a:custGeom>
          <a:solidFill>
            <a:schemeClr val="accent6"/>
          </a:solidFill>
          <a:ln w="317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D3C"/>
              </a:solidFill>
              <a:effectLst/>
              <a:uLnTx/>
              <a:uFillTx/>
              <a:latin typeface="Itau Display Pro"/>
              <a:ea typeface="+mn-ea"/>
              <a:cs typeface="+mn-cs"/>
            </a:endParaRPr>
          </a:p>
        </p:txBody>
      </p:sp>
      <p:sp>
        <p:nvSpPr>
          <p:cNvPr id="13" name="Espaço Reservado para Texto 7">
            <a:extLst>
              <a:ext uri="{FF2B5EF4-FFF2-40B4-BE49-F238E27FC236}">
                <a16:creationId xmlns:a16="http://schemas.microsoft.com/office/drawing/2014/main" id="{4BFB56AA-48B8-8974-B22B-2830A94F85DD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71454" y="5352570"/>
            <a:ext cx="5500800" cy="3896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400" b="0" kern="1200" spc="0" dirty="0">
                <a:solidFill>
                  <a:schemeClr val="bg1"/>
                </a:solidFill>
                <a:latin typeface="Itau Display Pro Light" panose="020B0403020204020204" pitchFamily="34" charset="0"/>
                <a:ea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0" lvl="0"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r>
              <a:rPr lang="pt-BR"/>
              <a:t>Subtítulo da apresentação</a:t>
            </a:r>
          </a:p>
        </p:txBody>
      </p:sp>
      <p:sp>
        <p:nvSpPr>
          <p:cNvPr id="14" name="Espaço Reservado para Texto 7">
            <a:extLst>
              <a:ext uri="{FF2B5EF4-FFF2-40B4-BE49-F238E27FC236}">
                <a16:creationId xmlns:a16="http://schemas.microsoft.com/office/drawing/2014/main" id="{EA870BBF-142C-AB17-FD0B-3C8C3E26FE92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671454" y="5795427"/>
            <a:ext cx="5500800" cy="2996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kumimoji="0" lang="pt-BR" sz="1400" b="0" i="0" u="non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tau Display Pro Light" panose="020B0403020204020204" pitchFamily="34" charset="0"/>
                <a:ea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0" lvl="0"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r>
              <a:rPr lang="pt-BR"/>
              <a:t>Data da reunião</a:t>
            </a:r>
          </a:p>
        </p:txBody>
      </p:sp>
      <p:sp>
        <p:nvSpPr>
          <p:cNvPr id="20" name="Espaço Reservado para Imagem 19">
            <a:extLst>
              <a:ext uri="{FF2B5EF4-FFF2-40B4-BE49-F238E27FC236}">
                <a16:creationId xmlns:a16="http://schemas.microsoft.com/office/drawing/2014/main" id="{86118230-8880-CBEB-C0A6-3CD4B88244C3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42343" y="717665"/>
            <a:ext cx="5422674" cy="5422672"/>
          </a:xfrm>
          <a:custGeom>
            <a:avLst/>
            <a:gdLst>
              <a:gd name="connsiteX0" fmla="*/ 2711337 w 5422674"/>
              <a:gd name="connsiteY0" fmla="*/ 0 h 5422672"/>
              <a:gd name="connsiteX1" fmla="*/ 4719843 w 5422674"/>
              <a:gd name="connsiteY1" fmla="*/ 189661 h 5422672"/>
              <a:gd name="connsiteX2" fmla="*/ 5233013 w 5422674"/>
              <a:gd name="connsiteY2" fmla="*/ 702831 h 5422672"/>
              <a:gd name="connsiteX3" fmla="*/ 5422674 w 5422674"/>
              <a:gd name="connsiteY3" fmla="*/ 2711337 h 5422672"/>
              <a:gd name="connsiteX4" fmla="*/ 5233013 w 5422674"/>
              <a:gd name="connsiteY4" fmla="*/ 4719841 h 5422672"/>
              <a:gd name="connsiteX5" fmla="*/ 4719843 w 5422674"/>
              <a:gd name="connsiteY5" fmla="*/ 5233010 h 5422672"/>
              <a:gd name="connsiteX6" fmla="*/ 2711337 w 5422674"/>
              <a:gd name="connsiteY6" fmla="*/ 5422672 h 5422672"/>
              <a:gd name="connsiteX7" fmla="*/ 702832 w 5422674"/>
              <a:gd name="connsiteY7" fmla="*/ 5233010 h 5422672"/>
              <a:gd name="connsiteX8" fmla="*/ 189662 w 5422674"/>
              <a:gd name="connsiteY8" fmla="*/ 4719841 h 5422672"/>
              <a:gd name="connsiteX9" fmla="*/ 0 w 5422674"/>
              <a:gd name="connsiteY9" fmla="*/ 2711337 h 5422672"/>
              <a:gd name="connsiteX10" fmla="*/ 189662 w 5422674"/>
              <a:gd name="connsiteY10" fmla="*/ 702831 h 5422672"/>
              <a:gd name="connsiteX11" fmla="*/ 702832 w 5422674"/>
              <a:gd name="connsiteY11" fmla="*/ 189661 h 5422672"/>
              <a:gd name="connsiteX12" fmla="*/ 2711337 w 5422674"/>
              <a:gd name="connsiteY12" fmla="*/ 0 h 5422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22674" h="5422672">
                <a:moveTo>
                  <a:pt x="2711337" y="0"/>
                </a:moveTo>
                <a:cubicBezTo>
                  <a:pt x="3503576" y="0"/>
                  <a:pt x="4228892" y="66924"/>
                  <a:pt x="4719843" y="189661"/>
                </a:cubicBezTo>
                <a:cubicBezTo>
                  <a:pt x="5021131" y="256585"/>
                  <a:pt x="5177199" y="435136"/>
                  <a:pt x="5233013" y="702831"/>
                </a:cubicBezTo>
                <a:cubicBezTo>
                  <a:pt x="5344641" y="1171562"/>
                  <a:pt x="5422674" y="1919097"/>
                  <a:pt x="5422674" y="2711337"/>
                </a:cubicBezTo>
                <a:cubicBezTo>
                  <a:pt x="5422674" y="3503575"/>
                  <a:pt x="5344641" y="4251110"/>
                  <a:pt x="5233013" y="4719841"/>
                </a:cubicBezTo>
                <a:cubicBezTo>
                  <a:pt x="5177199" y="4987536"/>
                  <a:pt x="5021131" y="5166087"/>
                  <a:pt x="4719843" y="5233010"/>
                </a:cubicBezTo>
                <a:cubicBezTo>
                  <a:pt x="4228892" y="5355749"/>
                  <a:pt x="3503576" y="5422672"/>
                  <a:pt x="2711337" y="5422672"/>
                </a:cubicBezTo>
                <a:cubicBezTo>
                  <a:pt x="1919098" y="5422672"/>
                  <a:pt x="1193782" y="5355749"/>
                  <a:pt x="702832" y="5233010"/>
                </a:cubicBezTo>
                <a:cubicBezTo>
                  <a:pt x="401542" y="5166087"/>
                  <a:pt x="245476" y="4987536"/>
                  <a:pt x="189662" y="4719841"/>
                </a:cubicBezTo>
                <a:cubicBezTo>
                  <a:pt x="78034" y="4251110"/>
                  <a:pt x="0" y="3503575"/>
                  <a:pt x="0" y="2711337"/>
                </a:cubicBezTo>
                <a:cubicBezTo>
                  <a:pt x="0" y="1919097"/>
                  <a:pt x="78034" y="1171562"/>
                  <a:pt x="189662" y="702831"/>
                </a:cubicBezTo>
                <a:cubicBezTo>
                  <a:pt x="245476" y="435136"/>
                  <a:pt x="401542" y="256585"/>
                  <a:pt x="702832" y="189661"/>
                </a:cubicBezTo>
                <a:cubicBezTo>
                  <a:pt x="1193782" y="66924"/>
                  <a:pt x="1919098" y="0"/>
                  <a:pt x="271133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pt-BR"/>
          </a:p>
        </p:txBody>
      </p:sp>
      <p:pic>
        <p:nvPicPr>
          <p:cNvPr id="22" name="Gráfico 21">
            <a:extLst>
              <a:ext uri="{FF2B5EF4-FFF2-40B4-BE49-F238E27FC236}">
                <a16:creationId xmlns:a16="http://schemas.microsoft.com/office/drawing/2014/main" id="{837E897F-AD15-3FE9-4AA5-3162CA9D7D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5908" r="84478" b="15910"/>
          <a:stretch>
            <a:fillRect/>
          </a:stretch>
        </p:blipFill>
        <p:spPr>
          <a:xfrm>
            <a:off x="10630772" y="0"/>
            <a:ext cx="1561228" cy="6858000"/>
          </a:xfrm>
          <a:prstGeom prst="rect">
            <a:avLst/>
          </a:prstGeom>
        </p:spPr>
      </p:pic>
      <p:grpSp>
        <p:nvGrpSpPr>
          <p:cNvPr id="23" name="Agrupar 22">
            <a:extLst>
              <a:ext uri="{FF2B5EF4-FFF2-40B4-BE49-F238E27FC236}">
                <a16:creationId xmlns:a16="http://schemas.microsoft.com/office/drawing/2014/main" id="{34B4BE66-C54C-86CC-2E1D-1BA631DB96A1}"/>
              </a:ext>
            </a:extLst>
          </p:cNvPr>
          <p:cNvGrpSpPr/>
          <p:nvPr userDrawn="1"/>
        </p:nvGrpSpPr>
        <p:grpSpPr>
          <a:xfrm>
            <a:off x="779134" y="857843"/>
            <a:ext cx="361359" cy="361358"/>
            <a:chOff x="6738937" y="2620803"/>
            <a:chExt cx="1952625" cy="1952625"/>
          </a:xfrm>
        </p:grpSpPr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408B7EA8-2B26-0C61-45F9-69946C8ABF17}"/>
                </a:ext>
              </a:extLst>
            </p:cNvPr>
            <p:cNvSpPr/>
            <p:nvPr/>
          </p:nvSpPr>
          <p:spPr>
            <a:xfrm>
              <a:off x="6738937" y="2620803"/>
              <a:ext cx="1952625" cy="1952625"/>
            </a:xfrm>
            <a:custGeom>
              <a:avLst/>
              <a:gdLst>
                <a:gd name="connsiteX0" fmla="*/ 0 w 1952625"/>
                <a:gd name="connsiteY0" fmla="*/ 976313 h 1952625"/>
                <a:gd name="connsiteX1" fmla="*/ 68294 w 1952625"/>
                <a:gd name="connsiteY1" fmla="*/ 253079 h 1952625"/>
                <a:gd name="connsiteX2" fmla="*/ 253079 w 1952625"/>
                <a:gd name="connsiteY2" fmla="*/ 68294 h 1952625"/>
                <a:gd name="connsiteX3" fmla="*/ 976313 w 1952625"/>
                <a:gd name="connsiteY3" fmla="*/ 0 h 1952625"/>
                <a:gd name="connsiteX4" fmla="*/ 1699546 w 1952625"/>
                <a:gd name="connsiteY4" fmla="*/ 68294 h 1952625"/>
                <a:gd name="connsiteX5" fmla="*/ 1884331 w 1952625"/>
                <a:gd name="connsiteY5" fmla="*/ 253079 h 1952625"/>
                <a:gd name="connsiteX6" fmla="*/ 1952625 w 1952625"/>
                <a:gd name="connsiteY6" fmla="*/ 976313 h 1952625"/>
                <a:gd name="connsiteX7" fmla="*/ 1884331 w 1952625"/>
                <a:gd name="connsiteY7" fmla="*/ 1699546 h 1952625"/>
                <a:gd name="connsiteX8" fmla="*/ 1699546 w 1952625"/>
                <a:gd name="connsiteY8" fmla="*/ 1884331 h 1952625"/>
                <a:gd name="connsiteX9" fmla="*/ 976313 w 1952625"/>
                <a:gd name="connsiteY9" fmla="*/ 1952625 h 1952625"/>
                <a:gd name="connsiteX10" fmla="*/ 253079 w 1952625"/>
                <a:gd name="connsiteY10" fmla="*/ 1884331 h 1952625"/>
                <a:gd name="connsiteX11" fmla="*/ 68294 w 1952625"/>
                <a:gd name="connsiteY11" fmla="*/ 1699546 h 1952625"/>
                <a:gd name="connsiteX12" fmla="*/ 0 w 1952625"/>
                <a:gd name="connsiteY12" fmla="*/ 976313 h 195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52625" h="1952625">
                  <a:moveTo>
                    <a:pt x="0" y="976313"/>
                  </a:moveTo>
                  <a:cubicBezTo>
                    <a:pt x="0" y="691039"/>
                    <a:pt x="28099" y="421862"/>
                    <a:pt x="68294" y="253079"/>
                  </a:cubicBezTo>
                  <a:cubicBezTo>
                    <a:pt x="88392" y="156686"/>
                    <a:pt x="144590" y="92392"/>
                    <a:pt x="253079" y="68294"/>
                  </a:cubicBezTo>
                  <a:cubicBezTo>
                    <a:pt x="429863" y="24098"/>
                    <a:pt x="691039" y="0"/>
                    <a:pt x="976313" y="0"/>
                  </a:cubicBezTo>
                  <a:cubicBezTo>
                    <a:pt x="1261586" y="0"/>
                    <a:pt x="1522762" y="24098"/>
                    <a:pt x="1699546" y="68294"/>
                  </a:cubicBezTo>
                  <a:cubicBezTo>
                    <a:pt x="1808036" y="92392"/>
                    <a:pt x="1864233" y="156686"/>
                    <a:pt x="1884331" y="253079"/>
                  </a:cubicBezTo>
                  <a:cubicBezTo>
                    <a:pt x="1924526" y="421862"/>
                    <a:pt x="1952625" y="691039"/>
                    <a:pt x="1952625" y="976313"/>
                  </a:cubicBezTo>
                  <a:cubicBezTo>
                    <a:pt x="1952625" y="1261586"/>
                    <a:pt x="1924526" y="1530763"/>
                    <a:pt x="1884331" y="1699546"/>
                  </a:cubicBezTo>
                  <a:cubicBezTo>
                    <a:pt x="1864233" y="1795939"/>
                    <a:pt x="1808036" y="1860232"/>
                    <a:pt x="1699546" y="1884331"/>
                  </a:cubicBezTo>
                  <a:cubicBezTo>
                    <a:pt x="1522762" y="1928527"/>
                    <a:pt x="1261586" y="1952625"/>
                    <a:pt x="976313" y="1952625"/>
                  </a:cubicBezTo>
                  <a:cubicBezTo>
                    <a:pt x="691039" y="1952625"/>
                    <a:pt x="429863" y="1928527"/>
                    <a:pt x="253079" y="1884331"/>
                  </a:cubicBezTo>
                  <a:cubicBezTo>
                    <a:pt x="144590" y="1860232"/>
                    <a:pt x="88392" y="1795939"/>
                    <a:pt x="68294" y="1699546"/>
                  </a:cubicBezTo>
                  <a:cubicBezTo>
                    <a:pt x="28099" y="1530763"/>
                    <a:pt x="0" y="1261586"/>
                    <a:pt x="0" y="97631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31C0B7EB-9447-F661-F14B-77A769945B89}"/>
                </a:ext>
              </a:extLst>
            </p:cNvPr>
            <p:cNvSpPr/>
            <p:nvPr/>
          </p:nvSpPr>
          <p:spPr>
            <a:xfrm>
              <a:off x="6941629" y="3449097"/>
              <a:ext cx="1534191" cy="716279"/>
            </a:xfrm>
            <a:custGeom>
              <a:avLst/>
              <a:gdLst>
                <a:gd name="connsiteX0" fmla="*/ 84773 w 1534191"/>
                <a:gd name="connsiteY0" fmla="*/ 164020 h 716279"/>
                <a:gd name="connsiteX1" fmla="*/ 169640 w 1534191"/>
                <a:gd name="connsiteY1" fmla="*/ 82010 h 716279"/>
                <a:gd name="connsiteX2" fmla="*/ 84773 w 1534191"/>
                <a:gd name="connsiteY2" fmla="*/ 0 h 716279"/>
                <a:gd name="connsiteX3" fmla="*/ 0 w 1534191"/>
                <a:gd name="connsiteY3" fmla="*/ 82010 h 716279"/>
                <a:gd name="connsiteX4" fmla="*/ 84773 w 1534191"/>
                <a:gd name="connsiteY4" fmla="*/ 164020 h 716279"/>
                <a:gd name="connsiteX5" fmla="*/ 156400 w 1534191"/>
                <a:gd name="connsiteY5" fmla="*/ 703993 h 716279"/>
                <a:gd name="connsiteX6" fmla="*/ 156400 w 1534191"/>
                <a:gd name="connsiteY6" fmla="*/ 214884 h 716279"/>
                <a:gd name="connsiteX7" fmla="*/ 13145 w 1534191"/>
                <a:gd name="connsiteY7" fmla="*/ 214884 h 716279"/>
                <a:gd name="connsiteX8" fmla="*/ 13145 w 1534191"/>
                <a:gd name="connsiteY8" fmla="*/ 703993 h 716279"/>
                <a:gd name="connsiteX9" fmla="*/ 156400 w 1534191"/>
                <a:gd name="connsiteY9" fmla="*/ 703993 h 716279"/>
                <a:gd name="connsiteX10" fmla="*/ 282702 w 1534191"/>
                <a:gd name="connsiteY10" fmla="*/ 326136 h 716279"/>
                <a:gd name="connsiteX11" fmla="*/ 282702 w 1534191"/>
                <a:gd name="connsiteY11" fmla="*/ 535305 h 716279"/>
                <a:gd name="connsiteX12" fmla="*/ 455200 w 1534191"/>
                <a:gd name="connsiteY12" fmla="*/ 713422 h 716279"/>
                <a:gd name="connsiteX13" fmla="*/ 543782 w 1534191"/>
                <a:gd name="connsiteY13" fmla="*/ 703993 h 716279"/>
                <a:gd name="connsiteX14" fmla="*/ 543782 w 1534191"/>
                <a:gd name="connsiteY14" fmla="*/ 594646 h 716279"/>
                <a:gd name="connsiteX15" fmla="*/ 492919 w 1534191"/>
                <a:gd name="connsiteY15" fmla="*/ 600265 h 716279"/>
                <a:gd name="connsiteX16" fmla="*/ 426053 w 1534191"/>
                <a:gd name="connsiteY16" fmla="*/ 525780 h 716279"/>
                <a:gd name="connsiteX17" fmla="*/ 426053 w 1534191"/>
                <a:gd name="connsiteY17" fmla="*/ 326041 h 716279"/>
                <a:gd name="connsiteX18" fmla="*/ 550450 w 1534191"/>
                <a:gd name="connsiteY18" fmla="*/ 326041 h 716279"/>
                <a:gd name="connsiteX19" fmla="*/ 550450 w 1534191"/>
                <a:gd name="connsiteY19" fmla="*/ 214884 h 716279"/>
                <a:gd name="connsiteX20" fmla="*/ 426053 w 1534191"/>
                <a:gd name="connsiteY20" fmla="*/ 214884 h 716279"/>
                <a:gd name="connsiteX21" fmla="*/ 426053 w 1534191"/>
                <a:gd name="connsiteY21" fmla="*/ 66961 h 716279"/>
                <a:gd name="connsiteX22" fmla="*/ 282797 w 1534191"/>
                <a:gd name="connsiteY22" fmla="*/ 92392 h 716279"/>
                <a:gd name="connsiteX23" fmla="*/ 282797 w 1534191"/>
                <a:gd name="connsiteY23" fmla="*/ 214884 h 716279"/>
                <a:gd name="connsiteX24" fmla="*/ 211169 w 1534191"/>
                <a:gd name="connsiteY24" fmla="*/ 214884 h 716279"/>
                <a:gd name="connsiteX25" fmla="*/ 211169 w 1534191"/>
                <a:gd name="connsiteY25" fmla="*/ 326041 h 716279"/>
                <a:gd name="connsiteX26" fmla="*/ 282797 w 1534191"/>
                <a:gd name="connsiteY26" fmla="*/ 326041 h 716279"/>
                <a:gd name="connsiteX27" fmla="*/ 763334 w 1534191"/>
                <a:gd name="connsiteY27" fmla="*/ 716280 h 716279"/>
                <a:gd name="connsiteX28" fmla="*/ 891540 w 1534191"/>
                <a:gd name="connsiteY28" fmla="*/ 653129 h 716279"/>
                <a:gd name="connsiteX29" fmla="*/ 893445 w 1534191"/>
                <a:gd name="connsiteY29" fmla="*/ 703993 h 716279"/>
                <a:gd name="connsiteX30" fmla="*/ 1027271 w 1534191"/>
                <a:gd name="connsiteY30" fmla="*/ 703993 h 716279"/>
                <a:gd name="connsiteX31" fmla="*/ 1027271 w 1534191"/>
                <a:gd name="connsiteY31" fmla="*/ 416528 h 716279"/>
                <a:gd name="connsiteX32" fmla="*/ 809530 w 1534191"/>
                <a:gd name="connsiteY32" fmla="*/ 202597 h 716279"/>
                <a:gd name="connsiteX33" fmla="*/ 621030 w 1534191"/>
                <a:gd name="connsiteY33" fmla="*/ 235553 h 716279"/>
                <a:gd name="connsiteX34" fmla="*/ 621030 w 1534191"/>
                <a:gd name="connsiteY34" fmla="*/ 350520 h 716279"/>
                <a:gd name="connsiteX35" fmla="*/ 786860 w 1534191"/>
                <a:gd name="connsiteY35" fmla="*/ 315659 h 716279"/>
                <a:gd name="connsiteX36" fmla="*/ 889540 w 1534191"/>
                <a:gd name="connsiteY36" fmla="*/ 398621 h 716279"/>
                <a:gd name="connsiteX37" fmla="*/ 841438 w 1534191"/>
                <a:gd name="connsiteY37" fmla="*/ 396716 h 716279"/>
                <a:gd name="connsiteX38" fmla="*/ 595503 w 1534191"/>
                <a:gd name="connsiteY38" fmla="*/ 565404 h 716279"/>
                <a:gd name="connsiteX39" fmla="*/ 763238 w 1534191"/>
                <a:gd name="connsiteY39" fmla="*/ 716185 h 716279"/>
                <a:gd name="connsiteX40" fmla="*/ 854774 w 1534191"/>
                <a:gd name="connsiteY40" fmla="*/ 485394 h 716279"/>
                <a:gd name="connsiteX41" fmla="*/ 890588 w 1534191"/>
                <a:gd name="connsiteY41" fmla="*/ 487299 h 716279"/>
                <a:gd name="connsiteX42" fmla="*/ 890588 w 1534191"/>
                <a:gd name="connsiteY42" fmla="*/ 525970 h 716279"/>
                <a:gd name="connsiteX43" fmla="*/ 805720 w 1534191"/>
                <a:gd name="connsiteY43" fmla="*/ 613601 h 716279"/>
                <a:gd name="connsiteX44" fmla="*/ 734092 w 1534191"/>
                <a:gd name="connsiteY44" fmla="*/ 554260 h 716279"/>
                <a:gd name="connsiteX45" fmla="*/ 854678 w 1534191"/>
                <a:gd name="connsiteY45" fmla="*/ 485489 h 716279"/>
                <a:gd name="connsiteX46" fmla="*/ 1262825 w 1534191"/>
                <a:gd name="connsiteY46" fmla="*/ 716280 h 716279"/>
                <a:gd name="connsiteX47" fmla="*/ 1394746 w 1534191"/>
                <a:gd name="connsiteY47" fmla="*/ 651224 h 716279"/>
                <a:gd name="connsiteX48" fmla="*/ 1396651 w 1534191"/>
                <a:gd name="connsiteY48" fmla="*/ 703993 h 716279"/>
                <a:gd name="connsiteX49" fmla="*/ 1534192 w 1534191"/>
                <a:gd name="connsiteY49" fmla="*/ 703993 h 716279"/>
                <a:gd name="connsiteX50" fmla="*/ 1534192 w 1534191"/>
                <a:gd name="connsiteY50" fmla="*/ 214884 h 716279"/>
                <a:gd name="connsiteX51" fmla="*/ 1390936 w 1534191"/>
                <a:gd name="connsiteY51" fmla="*/ 214884 h 716279"/>
                <a:gd name="connsiteX52" fmla="*/ 1390936 w 1534191"/>
                <a:gd name="connsiteY52" fmla="*/ 503206 h 716279"/>
                <a:gd name="connsiteX53" fmla="*/ 1313688 w 1534191"/>
                <a:gd name="connsiteY53" fmla="*/ 600265 h 716279"/>
                <a:gd name="connsiteX54" fmla="*/ 1241108 w 1534191"/>
                <a:gd name="connsiteY54" fmla="*/ 508825 h 716279"/>
                <a:gd name="connsiteX55" fmla="*/ 1241108 w 1534191"/>
                <a:gd name="connsiteY55" fmla="*/ 214789 h 716279"/>
                <a:gd name="connsiteX56" fmla="*/ 1097852 w 1534191"/>
                <a:gd name="connsiteY56" fmla="*/ 214789 h 716279"/>
                <a:gd name="connsiteX57" fmla="*/ 1097852 w 1534191"/>
                <a:gd name="connsiteY57" fmla="*/ 532352 h 716279"/>
                <a:gd name="connsiteX58" fmla="*/ 1262729 w 1534191"/>
                <a:gd name="connsiteY58" fmla="*/ 716089 h 716279"/>
                <a:gd name="connsiteX59" fmla="*/ 1442847 w 1534191"/>
                <a:gd name="connsiteY59" fmla="*/ 148971 h 716279"/>
                <a:gd name="connsiteX60" fmla="*/ 1442847 w 1534191"/>
                <a:gd name="connsiteY60" fmla="*/ 24574 h 716279"/>
                <a:gd name="connsiteX61" fmla="*/ 1204436 w 1534191"/>
                <a:gd name="connsiteY61" fmla="*/ 66961 h 716279"/>
                <a:gd name="connsiteX62" fmla="*/ 1204436 w 1534191"/>
                <a:gd name="connsiteY62" fmla="*/ 148971 h 716279"/>
                <a:gd name="connsiteX63" fmla="*/ 1442847 w 1534191"/>
                <a:gd name="connsiteY63" fmla="*/ 148971 h 716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534191" h="716279">
                  <a:moveTo>
                    <a:pt x="84773" y="164020"/>
                  </a:moveTo>
                  <a:cubicBezTo>
                    <a:pt x="134779" y="164020"/>
                    <a:pt x="169640" y="130111"/>
                    <a:pt x="169640" y="82010"/>
                  </a:cubicBezTo>
                  <a:cubicBezTo>
                    <a:pt x="169640" y="33909"/>
                    <a:pt x="134779" y="0"/>
                    <a:pt x="84773" y="0"/>
                  </a:cubicBezTo>
                  <a:cubicBezTo>
                    <a:pt x="34766" y="0"/>
                    <a:pt x="0" y="33909"/>
                    <a:pt x="0" y="82010"/>
                  </a:cubicBezTo>
                  <a:cubicBezTo>
                    <a:pt x="0" y="130111"/>
                    <a:pt x="34862" y="164020"/>
                    <a:pt x="84773" y="164020"/>
                  </a:cubicBezTo>
                  <a:close/>
                  <a:moveTo>
                    <a:pt x="156400" y="703993"/>
                  </a:moveTo>
                  <a:lnTo>
                    <a:pt x="156400" y="214884"/>
                  </a:lnTo>
                  <a:lnTo>
                    <a:pt x="13145" y="214884"/>
                  </a:lnTo>
                  <a:lnTo>
                    <a:pt x="13145" y="703993"/>
                  </a:lnTo>
                  <a:lnTo>
                    <a:pt x="156400" y="703993"/>
                  </a:lnTo>
                  <a:close/>
                  <a:moveTo>
                    <a:pt x="282702" y="326136"/>
                  </a:moveTo>
                  <a:lnTo>
                    <a:pt x="282702" y="535305"/>
                  </a:lnTo>
                  <a:cubicBezTo>
                    <a:pt x="282702" y="654082"/>
                    <a:pt x="344900" y="713422"/>
                    <a:pt x="455200" y="713422"/>
                  </a:cubicBezTo>
                  <a:cubicBezTo>
                    <a:pt x="494824" y="713422"/>
                    <a:pt x="527780" y="708660"/>
                    <a:pt x="543782" y="703993"/>
                  </a:cubicBezTo>
                  <a:lnTo>
                    <a:pt x="543782" y="594646"/>
                  </a:lnTo>
                  <a:cubicBezTo>
                    <a:pt x="533400" y="597503"/>
                    <a:pt x="514541" y="600265"/>
                    <a:pt x="492919" y="600265"/>
                  </a:cubicBezTo>
                  <a:cubicBezTo>
                    <a:pt x="446722" y="600265"/>
                    <a:pt x="426053" y="577691"/>
                    <a:pt x="426053" y="525780"/>
                  </a:cubicBezTo>
                  <a:lnTo>
                    <a:pt x="426053" y="326041"/>
                  </a:lnTo>
                  <a:lnTo>
                    <a:pt x="550450" y="326041"/>
                  </a:lnTo>
                  <a:lnTo>
                    <a:pt x="550450" y="214884"/>
                  </a:lnTo>
                  <a:lnTo>
                    <a:pt x="426053" y="214884"/>
                  </a:lnTo>
                  <a:lnTo>
                    <a:pt x="426053" y="66961"/>
                  </a:lnTo>
                  <a:lnTo>
                    <a:pt x="282797" y="92392"/>
                  </a:lnTo>
                  <a:lnTo>
                    <a:pt x="282797" y="214884"/>
                  </a:lnTo>
                  <a:lnTo>
                    <a:pt x="211169" y="214884"/>
                  </a:lnTo>
                  <a:lnTo>
                    <a:pt x="211169" y="326041"/>
                  </a:lnTo>
                  <a:lnTo>
                    <a:pt x="282797" y="326041"/>
                  </a:lnTo>
                  <a:close/>
                  <a:moveTo>
                    <a:pt x="763334" y="716280"/>
                  </a:moveTo>
                  <a:cubicBezTo>
                    <a:pt x="820865" y="716280"/>
                    <a:pt x="862298" y="692753"/>
                    <a:pt x="891540" y="653129"/>
                  </a:cubicBezTo>
                  <a:lnTo>
                    <a:pt x="893445" y="703993"/>
                  </a:lnTo>
                  <a:lnTo>
                    <a:pt x="1027271" y="703993"/>
                  </a:lnTo>
                  <a:lnTo>
                    <a:pt x="1027271" y="416528"/>
                  </a:lnTo>
                  <a:cubicBezTo>
                    <a:pt x="1027271" y="277082"/>
                    <a:pt x="949071" y="202597"/>
                    <a:pt x="809530" y="202597"/>
                  </a:cubicBezTo>
                  <a:cubicBezTo>
                    <a:pt x="737902" y="202597"/>
                    <a:pt x="678561" y="213931"/>
                    <a:pt x="621030" y="235553"/>
                  </a:cubicBezTo>
                  <a:lnTo>
                    <a:pt x="621030" y="350520"/>
                  </a:lnTo>
                  <a:cubicBezTo>
                    <a:pt x="677609" y="328803"/>
                    <a:pt x="734092" y="315659"/>
                    <a:pt x="786860" y="315659"/>
                  </a:cubicBezTo>
                  <a:cubicBezTo>
                    <a:pt x="852773" y="315659"/>
                    <a:pt x="889540" y="345853"/>
                    <a:pt x="889540" y="398621"/>
                  </a:cubicBezTo>
                  <a:cubicBezTo>
                    <a:pt x="878205" y="397669"/>
                    <a:pt x="859346" y="396716"/>
                    <a:pt x="841438" y="396716"/>
                  </a:cubicBezTo>
                  <a:cubicBezTo>
                    <a:pt x="690658" y="396716"/>
                    <a:pt x="595503" y="458914"/>
                    <a:pt x="595503" y="565404"/>
                  </a:cubicBezTo>
                  <a:cubicBezTo>
                    <a:pt x="595503" y="657797"/>
                    <a:pt x="660559" y="716185"/>
                    <a:pt x="763238" y="716185"/>
                  </a:cubicBezTo>
                  <a:close/>
                  <a:moveTo>
                    <a:pt x="854774" y="485394"/>
                  </a:moveTo>
                  <a:cubicBezTo>
                    <a:pt x="866108" y="485394"/>
                    <a:pt x="884015" y="486346"/>
                    <a:pt x="890588" y="487299"/>
                  </a:cubicBezTo>
                  <a:lnTo>
                    <a:pt x="890588" y="525970"/>
                  </a:lnTo>
                  <a:cubicBezTo>
                    <a:pt x="890588" y="577786"/>
                    <a:pt x="855726" y="613601"/>
                    <a:pt x="805720" y="613601"/>
                  </a:cubicBezTo>
                  <a:cubicBezTo>
                    <a:pt x="761429" y="613601"/>
                    <a:pt x="734092" y="593788"/>
                    <a:pt x="734092" y="554260"/>
                  </a:cubicBezTo>
                  <a:cubicBezTo>
                    <a:pt x="734092" y="509016"/>
                    <a:pt x="777430" y="485489"/>
                    <a:pt x="854678" y="485489"/>
                  </a:cubicBezTo>
                  <a:close/>
                  <a:moveTo>
                    <a:pt x="1262825" y="716280"/>
                  </a:moveTo>
                  <a:cubicBezTo>
                    <a:pt x="1322165" y="716280"/>
                    <a:pt x="1362742" y="694563"/>
                    <a:pt x="1394746" y="651224"/>
                  </a:cubicBezTo>
                  <a:lnTo>
                    <a:pt x="1396651" y="703993"/>
                  </a:lnTo>
                  <a:lnTo>
                    <a:pt x="1534192" y="703993"/>
                  </a:lnTo>
                  <a:lnTo>
                    <a:pt x="1534192" y="214884"/>
                  </a:lnTo>
                  <a:lnTo>
                    <a:pt x="1390936" y="214884"/>
                  </a:lnTo>
                  <a:lnTo>
                    <a:pt x="1390936" y="503206"/>
                  </a:lnTo>
                  <a:cubicBezTo>
                    <a:pt x="1390936" y="562547"/>
                    <a:pt x="1361694" y="600265"/>
                    <a:pt x="1313688" y="600265"/>
                  </a:cubicBezTo>
                  <a:cubicBezTo>
                    <a:pt x="1265682" y="600265"/>
                    <a:pt x="1241108" y="568261"/>
                    <a:pt x="1241108" y="508825"/>
                  </a:cubicBezTo>
                  <a:lnTo>
                    <a:pt x="1241108" y="214789"/>
                  </a:lnTo>
                  <a:lnTo>
                    <a:pt x="1097852" y="214789"/>
                  </a:lnTo>
                  <a:lnTo>
                    <a:pt x="1097852" y="532352"/>
                  </a:lnTo>
                  <a:cubicBezTo>
                    <a:pt x="1097852" y="644461"/>
                    <a:pt x="1161955" y="716089"/>
                    <a:pt x="1262729" y="716089"/>
                  </a:cubicBezTo>
                  <a:close/>
                  <a:moveTo>
                    <a:pt x="1442847" y="148971"/>
                  </a:moveTo>
                  <a:lnTo>
                    <a:pt x="1442847" y="24574"/>
                  </a:lnTo>
                  <a:lnTo>
                    <a:pt x="1204436" y="66961"/>
                  </a:lnTo>
                  <a:lnTo>
                    <a:pt x="1204436" y="148971"/>
                  </a:lnTo>
                  <a:lnTo>
                    <a:pt x="1442847" y="148971"/>
                  </a:ln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2" name="Espaço Reservado para Texto 7">
            <a:extLst>
              <a:ext uri="{FF2B5EF4-FFF2-40B4-BE49-F238E27FC236}">
                <a16:creationId xmlns:a16="http://schemas.microsoft.com/office/drawing/2014/main" id="{E5CDBF0F-E5C7-C5F1-DDB1-AB5147CB87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1453" y="4027241"/>
            <a:ext cx="4614921" cy="137277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lang="pt-BR" sz="4400" kern="1200" spc="0" dirty="0">
                <a:solidFill>
                  <a:schemeClr val="bg1"/>
                </a:solidFill>
                <a:latin typeface="+mj-lt"/>
                <a:ea typeface="+mn-ea"/>
                <a:cs typeface="Itau Display Pro Bold" panose="020B0703020204020204" pitchFamily="34" charset="0"/>
              </a:defRPr>
            </a:lvl1pPr>
          </a:lstStyle>
          <a:p>
            <a:pPr lvl="0"/>
            <a:r>
              <a:rPr lang="pt-BR"/>
              <a:t>Exemplo de título da apresentação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30EEB644-963E-2C37-EA04-CE239C14CBF3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D1ACFEBB-F804-27E3-2AD2-19E24AA5133F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6694AF8C-5710-6657-1C27-87F4E6D99AAF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6157C773-F546-02D7-EDCF-F77B5D06B73D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9469A6DF-CB26-59AB-2279-32256E564781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52F3D3E7-C666-707B-3901-7242EA1A1BDB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EB529B6A-EE7B-F6E6-38F8-F947B9B6072B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E82A2A7A-F8DB-4131-23F0-6AA407AAB2BC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0766CE7C-18B1-7ABD-91AC-6805F582F8E0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71F5AFBD-A41E-5500-0BD6-0D84614B5BC2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68FEBF7B-32E1-BFD4-8EB7-51A2E8E3CD5D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74A81810-B8EB-9914-098C-8CD7C7DCAADF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530C99A2-B026-60C5-FBBB-03D239734C64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09A56FE-303B-4738-BC8E-8180181ADC85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42018CA6-14E8-4ECF-D013-8F06E8C32363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3FD9BB85-2B38-EB08-C8CB-4AE90BFEA6B6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B177EE8B-4D1B-9CCC-4D38-51C5803E1A6B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588B5614-14F0-8EF8-AE50-E8C7B2F583B7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15E50B4D-90BE-7DB8-FA19-ED17199FA817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613AD85D-BD49-4DAB-D6F1-BFDA7052F0FC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BF38EA2D-9968-5DCA-9890-6FCF50157EA1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7CB2E2D4-6B9A-AFE0-4F44-9194BBDC3630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5A9D6E2A-6199-FEF4-4A46-218E06C98BFA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C68C8CB7-BA0A-8EB9-A13C-8DD240D2CA42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36" name="Retângulo: Cantos Arredondados 35">
              <a:extLst>
                <a:ext uri="{FF2B5EF4-FFF2-40B4-BE49-F238E27FC236}">
                  <a16:creationId xmlns:a16="http://schemas.microsoft.com/office/drawing/2014/main" id="{FE889C5E-174B-8778-02EA-200DE7CA3451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7" name="Retângulo: Cantos Arredondados 36">
              <a:extLst>
                <a:ext uri="{FF2B5EF4-FFF2-40B4-BE49-F238E27FC236}">
                  <a16:creationId xmlns:a16="http://schemas.microsoft.com/office/drawing/2014/main" id="{AFDF5113-C6F3-DC61-1A54-1CEE234C31DB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ACF26EFF-0FF4-E81B-5745-171A35677CF2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CCB22695-2536-F6FE-0F59-259EA58CC187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7259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apa 6 fundo clar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E7241CBB-B8D0-953E-6133-64B41323BE88}"/>
              </a:ext>
            </a:extLst>
          </p:cNvPr>
          <p:cNvSpPr/>
          <p:nvPr userDrawn="1"/>
        </p:nvSpPr>
        <p:spPr>
          <a:xfrm>
            <a:off x="11408229" y="4579257"/>
            <a:ext cx="783771" cy="22787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79A8AC9-A611-6898-C7EF-53B7778B57E6}"/>
              </a:ext>
            </a:extLst>
          </p:cNvPr>
          <p:cNvSpPr txBox="1">
            <a:spLocks/>
          </p:cNvSpPr>
          <p:nvPr userDrawn="1"/>
        </p:nvSpPr>
        <p:spPr>
          <a:xfrm>
            <a:off x="729590" y="1030513"/>
            <a:ext cx="482538" cy="482538"/>
          </a:xfrm>
          <a:custGeom>
            <a:avLst/>
            <a:gdLst>
              <a:gd name="connsiteX0" fmla="*/ 489439 w 905044"/>
              <a:gd name="connsiteY0" fmla="*/ 629348 h 905044"/>
              <a:gd name="connsiteX1" fmla="*/ 506042 w 905044"/>
              <a:gd name="connsiteY1" fmla="*/ 630233 h 905044"/>
              <a:gd name="connsiteX2" fmla="*/ 506042 w 905044"/>
              <a:gd name="connsiteY2" fmla="*/ 648133 h 905044"/>
              <a:gd name="connsiteX3" fmla="*/ 466723 w 905044"/>
              <a:gd name="connsiteY3" fmla="*/ 688759 h 905044"/>
              <a:gd name="connsiteX4" fmla="*/ 433528 w 905044"/>
              <a:gd name="connsiteY4" fmla="*/ 661235 h 905044"/>
              <a:gd name="connsiteX5" fmla="*/ 489439 w 905044"/>
              <a:gd name="connsiteY5" fmla="*/ 629348 h 905044"/>
              <a:gd name="connsiteX6" fmla="*/ 602138 w 905044"/>
              <a:gd name="connsiteY6" fmla="*/ 503989 h 905044"/>
              <a:gd name="connsiteX7" fmla="*/ 602138 w 905044"/>
              <a:gd name="connsiteY7" fmla="*/ 651190 h 905044"/>
              <a:gd name="connsiteX8" fmla="*/ 678574 w 905044"/>
              <a:gd name="connsiteY8" fmla="*/ 736364 h 905044"/>
              <a:gd name="connsiteX9" fmla="*/ 739725 w 905044"/>
              <a:gd name="connsiteY9" fmla="*/ 706226 h 905044"/>
              <a:gd name="connsiteX10" fmla="*/ 740600 w 905044"/>
              <a:gd name="connsiteY10" fmla="*/ 730682 h 905044"/>
              <a:gd name="connsiteX11" fmla="*/ 804375 w 905044"/>
              <a:gd name="connsiteY11" fmla="*/ 730682 h 905044"/>
              <a:gd name="connsiteX12" fmla="*/ 804375 w 905044"/>
              <a:gd name="connsiteY12" fmla="*/ 503989 h 905044"/>
              <a:gd name="connsiteX13" fmla="*/ 737985 w 905044"/>
              <a:gd name="connsiteY13" fmla="*/ 503989 h 905044"/>
              <a:gd name="connsiteX14" fmla="*/ 737985 w 905044"/>
              <a:gd name="connsiteY14" fmla="*/ 637644 h 905044"/>
              <a:gd name="connsiteX15" fmla="*/ 702165 w 905044"/>
              <a:gd name="connsiteY15" fmla="*/ 682635 h 905044"/>
              <a:gd name="connsiteX16" fmla="*/ 668528 w 905044"/>
              <a:gd name="connsiteY16" fmla="*/ 640268 h 905044"/>
              <a:gd name="connsiteX17" fmla="*/ 668528 w 905044"/>
              <a:gd name="connsiteY17" fmla="*/ 503989 h 905044"/>
              <a:gd name="connsiteX18" fmla="*/ 99385 w 905044"/>
              <a:gd name="connsiteY18" fmla="*/ 503989 h 905044"/>
              <a:gd name="connsiteX19" fmla="*/ 99385 w 905044"/>
              <a:gd name="connsiteY19" fmla="*/ 730682 h 905044"/>
              <a:gd name="connsiteX20" fmla="*/ 165775 w 905044"/>
              <a:gd name="connsiteY20" fmla="*/ 730682 h 905044"/>
              <a:gd name="connsiteX21" fmla="*/ 165775 w 905044"/>
              <a:gd name="connsiteY21" fmla="*/ 503989 h 905044"/>
              <a:gd name="connsiteX22" fmla="*/ 468483 w 905044"/>
              <a:gd name="connsiteY22" fmla="*/ 498307 h 905044"/>
              <a:gd name="connsiteX23" fmla="*/ 381126 w 905044"/>
              <a:gd name="connsiteY23" fmla="*/ 513592 h 905044"/>
              <a:gd name="connsiteX24" fmla="*/ 381126 w 905044"/>
              <a:gd name="connsiteY24" fmla="*/ 566890 h 905044"/>
              <a:gd name="connsiteX25" fmla="*/ 458004 w 905044"/>
              <a:gd name="connsiteY25" fmla="*/ 550720 h 905044"/>
              <a:gd name="connsiteX26" fmla="*/ 505619 w 905044"/>
              <a:gd name="connsiteY26" fmla="*/ 589164 h 905044"/>
              <a:gd name="connsiteX27" fmla="*/ 483336 w 905044"/>
              <a:gd name="connsiteY27" fmla="*/ 588289 h 905044"/>
              <a:gd name="connsiteX28" fmla="*/ 369330 w 905044"/>
              <a:gd name="connsiteY28" fmla="*/ 666475 h 905044"/>
              <a:gd name="connsiteX29" fmla="*/ 447073 w 905044"/>
              <a:gd name="connsiteY29" fmla="*/ 736364 h 905044"/>
              <a:gd name="connsiteX30" fmla="*/ 506485 w 905044"/>
              <a:gd name="connsiteY30" fmla="*/ 707101 h 905044"/>
              <a:gd name="connsiteX31" fmla="*/ 507359 w 905044"/>
              <a:gd name="connsiteY31" fmla="*/ 730682 h 905044"/>
              <a:gd name="connsiteX32" fmla="*/ 569385 w 905044"/>
              <a:gd name="connsiteY32" fmla="*/ 730682 h 905044"/>
              <a:gd name="connsiteX33" fmla="*/ 569385 w 905044"/>
              <a:gd name="connsiteY33" fmla="*/ 597460 h 905044"/>
              <a:gd name="connsiteX34" fmla="*/ 468483 w 905044"/>
              <a:gd name="connsiteY34" fmla="*/ 498307 h 905044"/>
              <a:gd name="connsiteX35" fmla="*/ 290692 w 905044"/>
              <a:gd name="connsiteY35" fmla="*/ 435407 h 905044"/>
              <a:gd name="connsiteX36" fmla="*/ 224292 w 905044"/>
              <a:gd name="connsiteY36" fmla="*/ 447192 h 905044"/>
              <a:gd name="connsiteX37" fmla="*/ 224292 w 905044"/>
              <a:gd name="connsiteY37" fmla="*/ 503989 h 905044"/>
              <a:gd name="connsiteX38" fmla="*/ 191107 w 905044"/>
              <a:gd name="connsiteY38" fmla="*/ 503989 h 905044"/>
              <a:gd name="connsiteX39" fmla="*/ 191107 w 905044"/>
              <a:gd name="connsiteY39" fmla="*/ 555526 h 905044"/>
              <a:gd name="connsiteX40" fmla="*/ 224302 w 905044"/>
              <a:gd name="connsiteY40" fmla="*/ 555526 h 905044"/>
              <a:gd name="connsiteX41" fmla="*/ 224302 w 905044"/>
              <a:gd name="connsiteY41" fmla="*/ 652497 h 905044"/>
              <a:gd name="connsiteX42" fmla="*/ 304237 w 905044"/>
              <a:gd name="connsiteY42" fmla="*/ 735057 h 905044"/>
              <a:gd name="connsiteX43" fmla="*/ 345296 w 905044"/>
              <a:gd name="connsiteY43" fmla="*/ 730682 h 905044"/>
              <a:gd name="connsiteX44" fmla="*/ 345296 w 905044"/>
              <a:gd name="connsiteY44" fmla="*/ 680020 h 905044"/>
              <a:gd name="connsiteX45" fmla="*/ 321704 w 905044"/>
              <a:gd name="connsiteY45" fmla="*/ 682635 h 905044"/>
              <a:gd name="connsiteX46" fmla="*/ 290692 w 905044"/>
              <a:gd name="connsiteY46" fmla="*/ 648122 h 905044"/>
              <a:gd name="connsiteX47" fmla="*/ 290692 w 905044"/>
              <a:gd name="connsiteY47" fmla="*/ 555526 h 905044"/>
              <a:gd name="connsiteX48" fmla="*/ 348343 w 905044"/>
              <a:gd name="connsiteY48" fmla="*/ 555526 h 905044"/>
              <a:gd name="connsiteX49" fmla="*/ 348343 w 905044"/>
              <a:gd name="connsiteY49" fmla="*/ 503989 h 905044"/>
              <a:gd name="connsiteX50" fmla="*/ 290692 w 905044"/>
              <a:gd name="connsiteY50" fmla="*/ 503989 h 905044"/>
              <a:gd name="connsiteX51" fmla="*/ 761999 w 905044"/>
              <a:gd name="connsiteY51" fmla="*/ 415758 h 905044"/>
              <a:gd name="connsiteX52" fmla="*/ 651493 w 905044"/>
              <a:gd name="connsiteY52" fmla="*/ 435417 h 905044"/>
              <a:gd name="connsiteX53" fmla="*/ 651493 w 905044"/>
              <a:gd name="connsiteY53" fmla="*/ 473419 h 905044"/>
              <a:gd name="connsiteX54" fmla="*/ 761999 w 905044"/>
              <a:gd name="connsiteY54" fmla="*/ 473419 h 905044"/>
              <a:gd name="connsiteX55" fmla="*/ 761999 w 905044"/>
              <a:gd name="connsiteY55" fmla="*/ 473409 h 905044"/>
              <a:gd name="connsiteX56" fmla="*/ 132580 w 905044"/>
              <a:gd name="connsiteY56" fmla="*/ 404394 h 905044"/>
              <a:gd name="connsiteX57" fmla="*/ 93271 w 905044"/>
              <a:gd name="connsiteY57" fmla="*/ 442396 h 905044"/>
              <a:gd name="connsiteX58" fmla="*/ 132580 w 905044"/>
              <a:gd name="connsiteY58" fmla="*/ 480398 h 905044"/>
              <a:gd name="connsiteX59" fmla="*/ 171899 w 905044"/>
              <a:gd name="connsiteY59" fmla="*/ 442396 h 905044"/>
              <a:gd name="connsiteX60" fmla="*/ 132580 w 905044"/>
              <a:gd name="connsiteY60" fmla="*/ 404394 h 905044"/>
              <a:gd name="connsiteX61" fmla="*/ 452522 w 905044"/>
              <a:gd name="connsiteY61" fmla="*/ 0 h 905044"/>
              <a:gd name="connsiteX62" fmla="*/ 787720 w 905044"/>
              <a:gd name="connsiteY62" fmla="*/ 31656 h 905044"/>
              <a:gd name="connsiteX63" fmla="*/ 873388 w 905044"/>
              <a:gd name="connsiteY63" fmla="*/ 117324 h 905044"/>
              <a:gd name="connsiteX64" fmla="*/ 905044 w 905044"/>
              <a:gd name="connsiteY64" fmla="*/ 452523 h 905044"/>
              <a:gd name="connsiteX65" fmla="*/ 873388 w 905044"/>
              <a:gd name="connsiteY65" fmla="*/ 787720 h 905044"/>
              <a:gd name="connsiteX66" fmla="*/ 787720 w 905044"/>
              <a:gd name="connsiteY66" fmla="*/ 873388 h 905044"/>
              <a:gd name="connsiteX67" fmla="*/ 452522 w 905044"/>
              <a:gd name="connsiteY67" fmla="*/ 905044 h 905044"/>
              <a:gd name="connsiteX68" fmla="*/ 117324 w 905044"/>
              <a:gd name="connsiteY68" fmla="*/ 873388 h 905044"/>
              <a:gd name="connsiteX69" fmla="*/ 31656 w 905044"/>
              <a:gd name="connsiteY69" fmla="*/ 787720 h 905044"/>
              <a:gd name="connsiteX70" fmla="*/ 0 w 905044"/>
              <a:gd name="connsiteY70" fmla="*/ 452523 h 905044"/>
              <a:gd name="connsiteX71" fmla="*/ 31656 w 905044"/>
              <a:gd name="connsiteY71" fmla="*/ 117324 h 905044"/>
              <a:gd name="connsiteX72" fmla="*/ 117324 w 905044"/>
              <a:gd name="connsiteY72" fmla="*/ 31656 h 905044"/>
              <a:gd name="connsiteX73" fmla="*/ 452522 w 905044"/>
              <a:gd name="connsiteY73" fmla="*/ 0 h 90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905044" h="905044">
                <a:moveTo>
                  <a:pt x="489439" y="629348"/>
                </a:moveTo>
                <a:cubicBezTo>
                  <a:pt x="494679" y="629348"/>
                  <a:pt x="502985" y="629791"/>
                  <a:pt x="506042" y="630233"/>
                </a:cubicBezTo>
                <a:lnTo>
                  <a:pt x="506042" y="648133"/>
                </a:lnTo>
                <a:cubicBezTo>
                  <a:pt x="506042" y="672167"/>
                  <a:pt x="489872" y="688759"/>
                  <a:pt x="466723" y="688759"/>
                </a:cubicBezTo>
                <a:cubicBezTo>
                  <a:pt x="446189" y="688759"/>
                  <a:pt x="433528" y="679588"/>
                  <a:pt x="433528" y="661235"/>
                </a:cubicBezTo>
                <a:cubicBezTo>
                  <a:pt x="433528" y="640268"/>
                  <a:pt x="453630" y="629348"/>
                  <a:pt x="489439" y="629348"/>
                </a:cubicBezTo>
                <a:close/>
                <a:moveTo>
                  <a:pt x="602138" y="503989"/>
                </a:moveTo>
                <a:lnTo>
                  <a:pt x="602138" y="651190"/>
                </a:lnTo>
                <a:cubicBezTo>
                  <a:pt x="602148" y="703169"/>
                  <a:pt x="631844" y="736364"/>
                  <a:pt x="678574" y="736364"/>
                </a:cubicBezTo>
                <a:cubicBezTo>
                  <a:pt x="706097" y="736364"/>
                  <a:pt x="724882" y="726308"/>
                  <a:pt x="739725" y="706226"/>
                </a:cubicBezTo>
                <a:lnTo>
                  <a:pt x="740600" y="730682"/>
                </a:lnTo>
                <a:lnTo>
                  <a:pt x="804375" y="730682"/>
                </a:lnTo>
                <a:lnTo>
                  <a:pt x="804375" y="503989"/>
                </a:lnTo>
                <a:lnTo>
                  <a:pt x="737985" y="503989"/>
                </a:lnTo>
                <a:lnTo>
                  <a:pt x="737985" y="637644"/>
                </a:lnTo>
                <a:cubicBezTo>
                  <a:pt x="737985" y="665167"/>
                  <a:pt x="724439" y="682635"/>
                  <a:pt x="702165" y="682635"/>
                </a:cubicBezTo>
                <a:cubicBezTo>
                  <a:pt x="680324" y="682635"/>
                  <a:pt x="668528" y="667782"/>
                  <a:pt x="668528" y="640268"/>
                </a:cubicBezTo>
                <a:lnTo>
                  <a:pt x="668528" y="503989"/>
                </a:lnTo>
                <a:close/>
                <a:moveTo>
                  <a:pt x="99385" y="503989"/>
                </a:moveTo>
                <a:lnTo>
                  <a:pt x="99385" y="730682"/>
                </a:lnTo>
                <a:lnTo>
                  <a:pt x="165775" y="730682"/>
                </a:lnTo>
                <a:lnTo>
                  <a:pt x="165775" y="503989"/>
                </a:lnTo>
                <a:close/>
                <a:moveTo>
                  <a:pt x="468483" y="498307"/>
                </a:moveTo>
                <a:cubicBezTo>
                  <a:pt x="435298" y="498307"/>
                  <a:pt x="407775" y="503547"/>
                  <a:pt x="381126" y="513592"/>
                </a:cubicBezTo>
                <a:lnTo>
                  <a:pt x="381126" y="566890"/>
                </a:lnTo>
                <a:cubicBezTo>
                  <a:pt x="407332" y="556834"/>
                  <a:pt x="433538" y="550720"/>
                  <a:pt x="458004" y="550720"/>
                </a:cubicBezTo>
                <a:cubicBezTo>
                  <a:pt x="488575" y="550720"/>
                  <a:pt x="505619" y="564697"/>
                  <a:pt x="505619" y="589164"/>
                </a:cubicBezTo>
                <a:cubicBezTo>
                  <a:pt x="500381" y="588731"/>
                  <a:pt x="491642" y="588289"/>
                  <a:pt x="483336" y="588289"/>
                </a:cubicBezTo>
                <a:cubicBezTo>
                  <a:pt x="413446" y="588289"/>
                  <a:pt x="369330" y="617120"/>
                  <a:pt x="369330" y="666475"/>
                </a:cubicBezTo>
                <a:cubicBezTo>
                  <a:pt x="369320" y="709283"/>
                  <a:pt x="399458" y="736364"/>
                  <a:pt x="447073" y="736364"/>
                </a:cubicBezTo>
                <a:cubicBezTo>
                  <a:pt x="473722" y="736364"/>
                  <a:pt x="492939" y="725443"/>
                  <a:pt x="506485" y="707101"/>
                </a:cubicBezTo>
                <a:lnTo>
                  <a:pt x="507359" y="730682"/>
                </a:lnTo>
                <a:lnTo>
                  <a:pt x="569385" y="730682"/>
                </a:lnTo>
                <a:lnTo>
                  <a:pt x="569385" y="597460"/>
                </a:lnTo>
                <a:cubicBezTo>
                  <a:pt x="569385" y="532820"/>
                  <a:pt x="533133" y="498307"/>
                  <a:pt x="468483" y="498307"/>
                </a:cubicBezTo>
                <a:close/>
                <a:moveTo>
                  <a:pt x="290692" y="435407"/>
                </a:moveTo>
                <a:lnTo>
                  <a:pt x="224292" y="447192"/>
                </a:lnTo>
                <a:lnTo>
                  <a:pt x="224292" y="503989"/>
                </a:lnTo>
                <a:lnTo>
                  <a:pt x="191107" y="503989"/>
                </a:lnTo>
                <a:lnTo>
                  <a:pt x="191107" y="555526"/>
                </a:lnTo>
                <a:lnTo>
                  <a:pt x="224302" y="555526"/>
                </a:lnTo>
                <a:lnTo>
                  <a:pt x="224302" y="652497"/>
                </a:lnTo>
                <a:cubicBezTo>
                  <a:pt x="224302" y="707534"/>
                  <a:pt x="253142" y="735057"/>
                  <a:pt x="304237" y="735057"/>
                </a:cubicBezTo>
                <a:cubicBezTo>
                  <a:pt x="322589" y="735057"/>
                  <a:pt x="337875" y="732865"/>
                  <a:pt x="345296" y="730682"/>
                </a:cubicBezTo>
                <a:lnTo>
                  <a:pt x="345296" y="680020"/>
                </a:lnTo>
                <a:cubicBezTo>
                  <a:pt x="340489" y="681328"/>
                  <a:pt x="331751" y="682635"/>
                  <a:pt x="321704" y="682635"/>
                </a:cubicBezTo>
                <a:cubicBezTo>
                  <a:pt x="300305" y="682635"/>
                  <a:pt x="290692" y="672157"/>
                  <a:pt x="290692" y="648122"/>
                </a:cubicBezTo>
                <a:lnTo>
                  <a:pt x="290692" y="555526"/>
                </a:lnTo>
                <a:lnTo>
                  <a:pt x="348343" y="555526"/>
                </a:lnTo>
                <a:lnTo>
                  <a:pt x="348343" y="503989"/>
                </a:lnTo>
                <a:lnTo>
                  <a:pt x="290692" y="503989"/>
                </a:lnTo>
                <a:close/>
                <a:moveTo>
                  <a:pt x="761999" y="415758"/>
                </a:moveTo>
                <a:lnTo>
                  <a:pt x="651493" y="435417"/>
                </a:lnTo>
                <a:lnTo>
                  <a:pt x="651493" y="473419"/>
                </a:lnTo>
                <a:lnTo>
                  <a:pt x="761999" y="473419"/>
                </a:lnTo>
                <a:lnTo>
                  <a:pt x="761999" y="473409"/>
                </a:lnTo>
                <a:close/>
                <a:moveTo>
                  <a:pt x="132580" y="404394"/>
                </a:moveTo>
                <a:cubicBezTo>
                  <a:pt x="109431" y="404394"/>
                  <a:pt x="93271" y="420122"/>
                  <a:pt x="93271" y="442396"/>
                </a:cubicBezTo>
                <a:cubicBezTo>
                  <a:pt x="93271" y="465112"/>
                  <a:pt x="109431" y="480398"/>
                  <a:pt x="132580" y="480398"/>
                </a:cubicBezTo>
                <a:cubicBezTo>
                  <a:pt x="155739" y="480398"/>
                  <a:pt x="171899" y="464680"/>
                  <a:pt x="171899" y="442396"/>
                </a:cubicBezTo>
                <a:cubicBezTo>
                  <a:pt x="171899" y="419679"/>
                  <a:pt x="155739" y="404394"/>
                  <a:pt x="132580" y="404394"/>
                </a:cubicBezTo>
                <a:close/>
                <a:moveTo>
                  <a:pt x="452522" y="0"/>
                </a:moveTo>
                <a:cubicBezTo>
                  <a:pt x="584739" y="0"/>
                  <a:pt x="705784" y="11172"/>
                  <a:pt x="787720" y="31656"/>
                </a:cubicBezTo>
                <a:cubicBezTo>
                  <a:pt x="838000" y="42829"/>
                  <a:pt x="864076" y="72625"/>
                  <a:pt x="873388" y="117324"/>
                </a:cubicBezTo>
                <a:cubicBezTo>
                  <a:pt x="892012" y="195530"/>
                  <a:pt x="905044" y="320305"/>
                  <a:pt x="905044" y="452523"/>
                </a:cubicBezTo>
                <a:cubicBezTo>
                  <a:pt x="905044" y="584739"/>
                  <a:pt x="892012" y="709514"/>
                  <a:pt x="873388" y="787720"/>
                </a:cubicBezTo>
                <a:cubicBezTo>
                  <a:pt x="864076" y="832409"/>
                  <a:pt x="838000" y="862205"/>
                  <a:pt x="787720" y="873388"/>
                </a:cubicBezTo>
                <a:cubicBezTo>
                  <a:pt x="705784" y="893872"/>
                  <a:pt x="584739" y="905044"/>
                  <a:pt x="452522" y="905044"/>
                </a:cubicBezTo>
                <a:cubicBezTo>
                  <a:pt x="320305" y="905044"/>
                  <a:pt x="199260" y="893872"/>
                  <a:pt x="117324" y="873388"/>
                </a:cubicBezTo>
                <a:cubicBezTo>
                  <a:pt x="67044" y="862215"/>
                  <a:pt x="40969" y="832419"/>
                  <a:pt x="31656" y="787720"/>
                </a:cubicBezTo>
                <a:cubicBezTo>
                  <a:pt x="13032" y="709514"/>
                  <a:pt x="0" y="584739"/>
                  <a:pt x="0" y="452523"/>
                </a:cubicBezTo>
                <a:cubicBezTo>
                  <a:pt x="0" y="320305"/>
                  <a:pt x="13032" y="195530"/>
                  <a:pt x="31656" y="117324"/>
                </a:cubicBezTo>
                <a:cubicBezTo>
                  <a:pt x="40969" y="72635"/>
                  <a:pt x="67044" y="42839"/>
                  <a:pt x="117324" y="31656"/>
                </a:cubicBezTo>
                <a:cubicBezTo>
                  <a:pt x="199260" y="11172"/>
                  <a:pt x="320305" y="0"/>
                  <a:pt x="45252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24" name="Espaço Reservado para Texto 19">
            <a:extLst>
              <a:ext uri="{FF2B5EF4-FFF2-40B4-BE49-F238E27FC236}">
                <a16:creationId xmlns:a16="http://schemas.microsoft.com/office/drawing/2014/main" id="{5AC617BD-EA0A-3E00-C369-C12FCF3E8B7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52405" y="5813095"/>
            <a:ext cx="1624264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pt-BR"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228600" lvl="0" indent="-228600">
              <a:lnSpc>
                <a:spcPct val="85000"/>
              </a:lnSpc>
              <a:spcBef>
                <a:spcPts val="0"/>
              </a:spcBef>
            </a:pPr>
            <a:r>
              <a:rPr lang="pt-BR"/>
              <a:t>00/00/2026</a:t>
            </a:r>
          </a:p>
        </p:txBody>
      </p:sp>
      <p:sp>
        <p:nvSpPr>
          <p:cNvPr id="27" name="Espaço Reservado para Texto 19">
            <a:extLst>
              <a:ext uri="{FF2B5EF4-FFF2-40B4-BE49-F238E27FC236}">
                <a16:creationId xmlns:a16="http://schemas.microsoft.com/office/drawing/2014/main" id="{19ECD25A-B1C3-2ACF-A46E-AA3B3C7D972D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52405" y="5283845"/>
            <a:ext cx="4078216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pt-BR" sz="2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228600" lvl="0" indent="-228600">
              <a:lnSpc>
                <a:spcPct val="85000"/>
              </a:lnSpc>
              <a:spcBef>
                <a:spcPts val="0"/>
              </a:spcBef>
            </a:pPr>
            <a:r>
              <a:rPr lang="pt-BR"/>
              <a:t>Subtítulo da apresentação </a:t>
            </a:r>
          </a:p>
        </p:txBody>
      </p:sp>
      <p:sp>
        <p:nvSpPr>
          <p:cNvPr id="2" name="Espaço Reservado para Texto 19">
            <a:extLst>
              <a:ext uri="{FF2B5EF4-FFF2-40B4-BE49-F238E27FC236}">
                <a16:creationId xmlns:a16="http://schemas.microsoft.com/office/drawing/2014/main" id="{12DC212D-8CC1-A4E4-1429-EF677680A93A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52405" y="4233847"/>
            <a:ext cx="4595871" cy="102220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4000">
                <a:solidFill>
                  <a:schemeClr val="accent4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Exemplo de título da apresentação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64CEB9CA-F9CD-A302-151F-57E8143C2F6D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6D7E4C55-7BF2-FB82-5D73-E058823BB087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94D2536B-7582-97ED-ACF9-334313C0C80E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7BEE5C01-FD61-DFBA-408D-0DA44B5FFC09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0728DFE7-8E22-7A37-4E78-A9E59930853E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D3C66700-C241-7EB1-358C-C80D3A5838B7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82DCF762-4870-83B2-9390-2CA194288F1F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F66DA86C-21DA-C6C0-302F-D57B1BD6C933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A74090B4-4109-4AEE-B0A8-D78F42C33DB5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4A4D24E5-B598-41C8-06E8-1F6A9AD14168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FEF114C9-2E66-C060-4778-4C9FC8E8A631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3D5ADC27-148A-6C5E-75A8-C495D1D252F9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468C2022-C353-5E66-57E1-DAA7C05726F8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951C331-D040-D6F5-BB7D-DB78BBE7B7A6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29FE97F0-701B-E4EE-F94A-4B0AF40C6074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A9874C78-E6C5-49ED-969C-28ADD429936E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04C3BAB-BB25-E22E-0076-747C27347B50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007937F7-69BC-8C8A-A332-D26D98802C19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16212585-90F3-4386-2727-992590E7C9FF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B9CB8460-D831-B223-3497-8677AE3C4F14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FA73E137-43BF-8D30-86C9-04D5CF897040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03F38036-B975-506E-3A05-B64312C2304E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94F94DE2-04D2-DF5D-10F0-F041324AA332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47FFD673-539D-14B5-44C7-BA14FA05667E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36" name="Retângulo: Cantos Arredondados 35">
              <a:extLst>
                <a:ext uri="{FF2B5EF4-FFF2-40B4-BE49-F238E27FC236}">
                  <a16:creationId xmlns:a16="http://schemas.microsoft.com/office/drawing/2014/main" id="{2887B13F-E7CE-E27A-CA09-3E68A2BCD1E9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7" name="Retângulo: Cantos Arredondados 36">
              <a:extLst>
                <a:ext uri="{FF2B5EF4-FFF2-40B4-BE49-F238E27FC236}">
                  <a16:creationId xmlns:a16="http://schemas.microsoft.com/office/drawing/2014/main" id="{A6F0E149-F235-7EF7-6474-0941D5DE148C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713386A6-B607-DEA6-F23F-826CCE7BBEA5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C4781898-176A-F823-1464-53B92A6C6D46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  <p:pic>
        <p:nvPicPr>
          <p:cNvPr id="70" name="Imagem 69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65210FBD-06A7-E6F9-5248-42C8F5CA6B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102" y="1367302"/>
            <a:ext cx="6434898" cy="6434898"/>
          </a:xfrm>
          <a:prstGeom prst="rect">
            <a:avLst/>
          </a:prstGeom>
        </p:spPr>
      </p:pic>
      <p:pic>
        <p:nvPicPr>
          <p:cNvPr id="71" name="Gráfico 70">
            <a:extLst>
              <a:ext uri="{FF2B5EF4-FFF2-40B4-BE49-F238E27FC236}">
                <a16:creationId xmlns:a16="http://schemas.microsoft.com/office/drawing/2014/main" id="{E4E4F40C-6BF6-58E5-7369-6B015DB19D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5506" r="24499" b="20077"/>
          <a:stretch>
            <a:fillRect/>
          </a:stretch>
        </p:blipFill>
        <p:spPr>
          <a:xfrm>
            <a:off x="2497892" y="0"/>
            <a:ext cx="9694108" cy="6858000"/>
          </a:xfrm>
          <a:prstGeom prst="rect">
            <a:avLst/>
          </a:prstGeom>
        </p:spPr>
      </p:pic>
      <p:pic>
        <p:nvPicPr>
          <p:cNvPr id="74" name="Imagem 73" descr="Tela de um aparelho celular&#10;&#10;O conteúdo gerado por IA pode estar incorreto.">
            <a:extLst>
              <a:ext uri="{FF2B5EF4-FFF2-40B4-BE49-F238E27FC236}">
                <a16:creationId xmlns:a16="http://schemas.microsoft.com/office/drawing/2014/main" id="{6D19EBF5-2A58-52B6-C9E1-957B506F685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90"/>
          <a:stretch>
            <a:fillRect/>
          </a:stretch>
        </p:blipFill>
        <p:spPr>
          <a:xfrm>
            <a:off x="5353879" y="-1"/>
            <a:ext cx="6434899" cy="5045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298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apa 6 fundo escur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Texto 19">
            <a:extLst>
              <a:ext uri="{FF2B5EF4-FFF2-40B4-BE49-F238E27FC236}">
                <a16:creationId xmlns:a16="http://schemas.microsoft.com/office/drawing/2014/main" id="{C19F4243-BD87-8D91-5F57-1146FD6CA60E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52405" y="5813095"/>
            <a:ext cx="1624264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pt-BR" sz="1800">
                <a:solidFill>
                  <a:schemeClr val="bg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228600" lvl="0" indent="-228600">
              <a:lnSpc>
                <a:spcPct val="85000"/>
              </a:lnSpc>
              <a:spcBef>
                <a:spcPts val="0"/>
              </a:spcBef>
            </a:pPr>
            <a:r>
              <a:rPr lang="pt-BR"/>
              <a:t>00/00/2026</a:t>
            </a:r>
          </a:p>
        </p:txBody>
      </p:sp>
      <p:sp>
        <p:nvSpPr>
          <p:cNvPr id="19" name="Espaço Reservado para Texto 19">
            <a:extLst>
              <a:ext uri="{FF2B5EF4-FFF2-40B4-BE49-F238E27FC236}">
                <a16:creationId xmlns:a16="http://schemas.microsoft.com/office/drawing/2014/main" id="{53672260-0DEA-4DE7-1B9E-4CEF4DD2474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52405" y="5283845"/>
            <a:ext cx="4078216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pt-BR" sz="2800">
                <a:solidFill>
                  <a:schemeClr val="bg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228600" lvl="0" indent="-228600">
              <a:lnSpc>
                <a:spcPct val="85000"/>
              </a:lnSpc>
              <a:spcBef>
                <a:spcPts val="0"/>
              </a:spcBef>
            </a:pPr>
            <a:r>
              <a:rPr lang="pt-BR"/>
              <a:t>Subtítulo da apresentação </a:t>
            </a:r>
          </a:p>
        </p:txBody>
      </p:sp>
      <p:pic>
        <p:nvPicPr>
          <p:cNvPr id="4" name="Imagem 3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B27DE77A-41BA-0900-1FCB-929D24F961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102" y="1367302"/>
            <a:ext cx="6434898" cy="6434898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484223A4-F29E-E7E9-7588-53A93C6DE5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5506" r="24499" b="20077"/>
          <a:stretch>
            <a:fillRect/>
          </a:stretch>
        </p:blipFill>
        <p:spPr>
          <a:xfrm>
            <a:off x="2497892" y="0"/>
            <a:ext cx="9694108" cy="6858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79A8AC9-A611-6898-C7EF-53B7778B57E6}"/>
              </a:ext>
            </a:extLst>
          </p:cNvPr>
          <p:cNvSpPr txBox="1">
            <a:spLocks/>
          </p:cNvSpPr>
          <p:nvPr userDrawn="1"/>
        </p:nvSpPr>
        <p:spPr>
          <a:xfrm>
            <a:off x="729590" y="1030513"/>
            <a:ext cx="482538" cy="482538"/>
          </a:xfrm>
          <a:custGeom>
            <a:avLst/>
            <a:gdLst>
              <a:gd name="connsiteX0" fmla="*/ 489439 w 905044"/>
              <a:gd name="connsiteY0" fmla="*/ 629348 h 905044"/>
              <a:gd name="connsiteX1" fmla="*/ 506042 w 905044"/>
              <a:gd name="connsiteY1" fmla="*/ 630233 h 905044"/>
              <a:gd name="connsiteX2" fmla="*/ 506042 w 905044"/>
              <a:gd name="connsiteY2" fmla="*/ 648133 h 905044"/>
              <a:gd name="connsiteX3" fmla="*/ 466723 w 905044"/>
              <a:gd name="connsiteY3" fmla="*/ 688759 h 905044"/>
              <a:gd name="connsiteX4" fmla="*/ 433528 w 905044"/>
              <a:gd name="connsiteY4" fmla="*/ 661235 h 905044"/>
              <a:gd name="connsiteX5" fmla="*/ 489439 w 905044"/>
              <a:gd name="connsiteY5" fmla="*/ 629348 h 905044"/>
              <a:gd name="connsiteX6" fmla="*/ 602138 w 905044"/>
              <a:gd name="connsiteY6" fmla="*/ 503989 h 905044"/>
              <a:gd name="connsiteX7" fmla="*/ 602138 w 905044"/>
              <a:gd name="connsiteY7" fmla="*/ 651190 h 905044"/>
              <a:gd name="connsiteX8" fmla="*/ 678574 w 905044"/>
              <a:gd name="connsiteY8" fmla="*/ 736364 h 905044"/>
              <a:gd name="connsiteX9" fmla="*/ 739725 w 905044"/>
              <a:gd name="connsiteY9" fmla="*/ 706226 h 905044"/>
              <a:gd name="connsiteX10" fmla="*/ 740600 w 905044"/>
              <a:gd name="connsiteY10" fmla="*/ 730682 h 905044"/>
              <a:gd name="connsiteX11" fmla="*/ 804375 w 905044"/>
              <a:gd name="connsiteY11" fmla="*/ 730682 h 905044"/>
              <a:gd name="connsiteX12" fmla="*/ 804375 w 905044"/>
              <a:gd name="connsiteY12" fmla="*/ 503989 h 905044"/>
              <a:gd name="connsiteX13" fmla="*/ 737985 w 905044"/>
              <a:gd name="connsiteY13" fmla="*/ 503989 h 905044"/>
              <a:gd name="connsiteX14" fmla="*/ 737985 w 905044"/>
              <a:gd name="connsiteY14" fmla="*/ 637644 h 905044"/>
              <a:gd name="connsiteX15" fmla="*/ 702165 w 905044"/>
              <a:gd name="connsiteY15" fmla="*/ 682635 h 905044"/>
              <a:gd name="connsiteX16" fmla="*/ 668528 w 905044"/>
              <a:gd name="connsiteY16" fmla="*/ 640268 h 905044"/>
              <a:gd name="connsiteX17" fmla="*/ 668528 w 905044"/>
              <a:gd name="connsiteY17" fmla="*/ 503989 h 905044"/>
              <a:gd name="connsiteX18" fmla="*/ 99385 w 905044"/>
              <a:gd name="connsiteY18" fmla="*/ 503989 h 905044"/>
              <a:gd name="connsiteX19" fmla="*/ 99385 w 905044"/>
              <a:gd name="connsiteY19" fmla="*/ 730682 h 905044"/>
              <a:gd name="connsiteX20" fmla="*/ 165775 w 905044"/>
              <a:gd name="connsiteY20" fmla="*/ 730682 h 905044"/>
              <a:gd name="connsiteX21" fmla="*/ 165775 w 905044"/>
              <a:gd name="connsiteY21" fmla="*/ 503989 h 905044"/>
              <a:gd name="connsiteX22" fmla="*/ 468483 w 905044"/>
              <a:gd name="connsiteY22" fmla="*/ 498307 h 905044"/>
              <a:gd name="connsiteX23" fmla="*/ 381126 w 905044"/>
              <a:gd name="connsiteY23" fmla="*/ 513592 h 905044"/>
              <a:gd name="connsiteX24" fmla="*/ 381126 w 905044"/>
              <a:gd name="connsiteY24" fmla="*/ 566890 h 905044"/>
              <a:gd name="connsiteX25" fmla="*/ 458004 w 905044"/>
              <a:gd name="connsiteY25" fmla="*/ 550720 h 905044"/>
              <a:gd name="connsiteX26" fmla="*/ 505619 w 905044"/>
              <a:gd name="connsiteY26" fmla="*/ 589164 h 905044"/>
              <a:gd name="connsiteX27" fmla="*/ 483336 w 905044"/>
              <a:gd name="connsiteY27" fmla="*/ 588289 h 905044"/>
              <a:gd name="connsiteX28" fmla="*/ 369330 w 905044"/>
              <a:gd name="connsiteY28" fmla="*/ 666475 h 905044"/>
              <a:gd name="connsiteX29" fmla="*/ 447073 w 905044"/>
              <a:gd name="connsiteY29" fmla="*/ 736364 h 905044"/>
              <a:gd name="connsiteX30" fmla="*/ 506485 w 905044"/>
              <a:gd name="connsiteY30" fmla="*/ 707101 h 905044"/>
              <a:gd name="connsiteX31" fmla="*/ 507359 w 905044"/>
              <a:gd name="connsiteY31" fmla="*/ 730682 h 905044"/>
              <a:gd name="connsiteX32" fmla="*/ 569385 w 905044"/>
              <a:gd name="connsiteY32" fmla="*/ 730682 h 905044"/>
              <a:gd name="connsiteX33" fmla="*/ 569385 w 905044"/>
              <a:gd name="connsiteY33" fmla="*/ 597460 h 905044"/>
              <a:gd name="connsiteX34" fmla="*/ 468483 w 905044"/>
              <a:gd name="connsiteY34" fmla="*/ 498307 h 905044"/>
              <a:gd name="connsiteX35" fmla="*/ 290692 w 905044"/>
              <a:gd name="connsiteY35" fmla="*/ 435407 h 905044"/>
              <a:gd name="connsiteX36" fmla="*/ 224292 w 905044"/>
              <a:gd name="connsiteY36" fmla="*/ 447192 h 905044"/>
              <a:gd name="connsiteX37" fmla="*/ 224292 w 905044"/>
              <a:gd name="connsiteY37" fmla="*/ 503989 h 905044"/>
              <a:gd name="connsiteX38" fmla="*/ 191107 w 905044"/>
              <a:gd name="connsiteY38" fmla="*/ 503989 h 905044"/>
              <a:gd name="connsiteX39" fmla="*/ 191107 w 905044"/>
              <a:gd name="connsiteY39" fmla="*/ 555526 h 905044"/>
              <a:gd name="connsiteX40" fmla="*/ 224302 w 905044"/>
              <a:gd name="connsiteY40" fmla="*/ 555526 h 905044"/>
              <a:gd name="connsiteX41" fmla="*/ 224302 w 905044"/>
              <a:gd name="connsiteY41" fmla="*/ 652497 h 905044"/>
              <a:gd name="connsiteX42" fmla="*/ 304237 w 905044"/>
              <a:gd name="connsiteY42" fmla="*/ 735057 h 905044"/>
              <a:gd name="connsiteX43" fmla="*/ 345296 w 905044"/>
              <a:gd name="connsiteY43" fmla="*/ 730682 h 905044"/>
              <a:gd name="connsiteX44" fmla="*/ 345296 w 905044"/>
              <a:gd name="connsiteY44" fmla="*/ 680020 h 905044"/>
              <a:gd name="connsiteX45" fmla="*/ 321704 w 905044"/>
              <a:gd name="connsiteY45" fmla="*/ 682635 h 905044"/>
              <a:gd name="connsiteX46" fmla="*/ 290692 w 905044"/>
              <a:gd name="connsiteY46" fmla="*/ 648122 h 905044"/>
              <a:gd name="connsiteX47" fmla="*/ 290692 w 905044"/>
              <a:gd name="connsiteY47" fmla="*/ 555526 h 905044"/>
              <a:gd name="connsiteX48" fmla="*/ 348343 w 905044"/>
              <a:gd name="connsiteY48" fmla="*/ 555526 h 905044"/>
              <a:gd name="connsiteX49" fmla="*/ 348343 w 905044"/>
              <a:gd name="connsiteY49" fmla="*/ 503989 h 905044"/>
              <a:gd name="connsiteX50" fmla="*/ 290692 w 905044"/>
              <a:gd name="connsiteY50" fmla="*/ 503989 h 905044"/>
              <a:gd name="connsiteX51" fmla="*/ 761999 w 905044"/>
              <a:gd name="connsiteY51" fmla="*/ 415758 h 905044"/>
              <a:gd name="connsiteX52" fmla="*/ 651493 w 905044"/>
              <a:gd name="connsiteY52" fmla="*/ 435417 h 905044"/>
              <a:gd name="connsiteX53" fmla="*/ 651493 w 905044"/>
              <a:gd name="connsiteY53" fmla="*/ 473419 h 905044"/>
              <a:gd name="connsiteX54" fmla="*/ 761999 w 905044"/>
              <a:gd name="connsiteY54" fmla="*/ 473419 h 905044"/>
              <a:gd name="connsiteX55" fmla="*/ 761999 w 905044"/>
              <a:gd name="connsiteY55" fmla="*/ 473409 h 905044"/>
              <a:gd name="connsiteX56" fmla="*/ 132580 w 905044"/>
              <a:gd name="connsiteY56" fmla="*/ 404394 h 905044"/>
              <a:gd name="connsiteX57" fmla="*/ 93271 w 905044"/>
              <a:gd name="connsiteY57" fmla="*/ 442396 h 905044"/>
              <a:gd name="connsiteX58" fmla="*/ 132580 w 905044"/>
              <a:gd name="connsiteY58" fmla="*/ 480398 h 905044"/>
              <a:gd name="connsiteX59" fmla="*/ 171899 w 905044"/>
              <a:gd name="connsiteY59" fmla="*/ 442396 h 905044"/>
              <a:gd name="connsiteX60" fmla="*/ 132580 w 905044"/>
              <a:gd name="connsiteY60" fmla="*/ 404394 h 905044"/>
              <a:gd name="connsiteX61" fmla="*/ 452522 w 905044"/>
              <a:gd name="connsiteY61" fmla="*/ 0 h 905044"/>
              <a:gd name="connsiteX62" fmla="*/ 787720 w 905044"/>
              <a:gd name="connsiteY62" fmla="*/ 31656 h 905044"/>
              <a:gd name="connsiteX63" fmla="*/ 873388 w 905044"/>
              <a:gd name="connsiteY63" fmla="*/ 117324 h 905044"/>
              <a:gd name="connsiteX64" fmla="*/ 905044 w 905044"/>
              <a:gd name="connsiteY64" fmla="*/ 452523 h 905044"/>
              <a:gd name="connsiteX65" fmla="*/ 873388 w 905044"/>
              <a:gd name="connsiteY65" fmla="*/ 787720 h 905044"/>
              <a:gd name="connsiteX66" fmla="*/ 787720 w 905044"/>
              <a:gd name="connsiteY66" fmla="*/ 873388 h 905044"/>
              <a:gd name="connsiteX67" fmla="*/ 452522 w 905044"/>
              <a:gd name="connsiteY67" fmla="*/ 905044 h 905044"/>
              <a:gd name="connsiteX68" fmla="*/ 117324 w 905044"/>
              <a:gd name="connsiteY68" fmla="*/ 873388 h 905044"/>
              <a:gd name="connsiteX69" fmla="*/ 31656 w 905044"/>
              <a:gd name="connsiteY69" fmla="*/ 787720 h 905044"/>
              <a:gd name="connsiteX70" fmla="*/ 0 w 905044"/>
              <a:gd name="connsiteY70" fmla="*/ 452523 h 905044"/>
              <a:gd name="connsiteX71" fmla="*/ 31656 w 905044"/>
              <a:gd name="connsiteY71" fmla="*/ 117324 h 905044"/>
              <a:gd name="connsiteX72" fmla="*/ 117324 w 905044"/>
              <a:gd name="connsiteY72" fmla="*/ 31656 h 905044"/>
              <a:gd name="connsiteX73" fmla="*/ 452522 w 905044"/>
              <a:gd name="connsiteY73" fmla="*/ 0 h 90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905044" h="905044">
                <a:moveTo>
                  <a:pt x="489439" y="629348"/>
                </a:moveTo>
                <a:cubicBezTo>
                  <a:pt x="494679" y="629348"/>
                  <a:pt x="502985" y="629791"/>
                  <a:pt x="506042" y="630233"/>
                </a:cubicBezTo>
                <a:lnTo>
                  <a:pt x="506042" y="648133"/>
                </a:lnTo>
                <a:cubicBezTo>
                  <a:pt x="506042" y="672167"/>
                  <a:pt x="489872" y="688759"/>
                  <a:pt x="466723" y="688759"/>
                </a:cubicBezTo>
                <a:cubicBezTo>
                  <a:pt x="446189" y="688759"/>
                  <a:pt x="433528" y="679588"/>
                  <a:pt x="433528" y="661235"/>
                </a:cubicBezTo>
                <a:cubicBezTo>
                  <a:pt x="433528" y="640268"/>
                  <a:pt x="453630" y="629348"/>
                  <a:pt x="489439" y="629348"/>
                </a:cubicBezTo>
                <a:close/>
                <a:moveTo>
                  <a:pt x="602138" y="503989"/>
                </a:moveTo>
                <a:lnTo>
                  <a:pt x="602138" y="651190"/>
                </a:lnTo>
                <a:cubicBezTo>
                  <a:pt x="602148" y="703169"/>
                  <a:pt x="631844" y="736364"/>
                  <a:pt x="678574" y="736364"/>
                </a:cubicBezTo>
                <a:cubicBezTo>
                  <a:pt x="706097" y="736364"/>
                  <a:pt x="724882" y="726308"/>
                  <a:pt x="739725" y="706226"/>
                </a:cubicBezTo>
                <a:lnTo>
                  <a:pt x="740600" y="730682"/>
                </a:lnTo>
                <a:lnTo>
                  <a:pt x="804375" y="730682"/>
                </a:lnTo>
                <a:lnTo>
                  <a:pt x="804375" y="503989"/>
                </a:lnTo>
                <a:lnTo>
                  <a:pt x="737985" y="503989"/>
                </a:lnTo>
                <a:lnTo>
                  <a:pt x="737985" y="637644"/>
                </a:lnTo>
                <a:cubicBezTo>
                  <a:pt x="737985" y="665167"/>
                  <a:pt x="724439" y="682635"/>
                  <a:pt x="702165" y="682635"/>
                </a:cubicBezTo>
                <a:cubicBezTo>
                  <a:pt x="680324" y="682635"/>
                  <a:pt x="668528" y="667782"/>
                  <a:pt x="668528" y="640268"/>
                </a:cubicBezTo>
                <a:lnTo>
                  <a:pt x="668528" y="503989"/>
                </a:lnTo>
                <a:close/>
                <a:moveTo>
                  <a:pt x="99385" y="503989"/>
                </a:moveTo>
                <a:lnTo>
                  <a:pt x="99385" y="730682"/>
                </a:lnTo>
                <a:lnTo>
                  <a:pt x="165775" y="730682"/>
                </a:lnTo>
                <a:lnTo>
                  <a:pt x="165775" y="503989"/>
                </a:lnTo>
                <a:close/>
                <a:moveTo>
                  <a:pt x="468483" y="498307"/>
                </a:moveTo>
                <a:cubicBezTo>
                  <a:pt x="435298" y="498307"/>
                  <a:pt x="407775" y="503547"/>
                  <a:pt x="381126" y="513592"/>
                </a:cubicBezTo>
                <a:lnTo>
                  <a:pt x="381126" y="566890"/>
                </a:lnTo>
                <a:cubicBezTo>
                  <a:pt x="407332" y="556834"/>
                  <a:pt x="433538" y="550720"/>
                  <a:pt x="458004" y="550720"/>
                </a:cubicBezTo>
                <a:cubicBezTo>
                  <a:pt x="488575" y="550720"/>
                  <a:pt x="505619" y="564697"/>
                  <a:pt x="505619" y="589164"/>
                </a:cubicBezTo>
                <a:cubicBezTo>
                  <a:pt x="500381" y="588731"/>
                  <a:pt x="491642" y="588289"/>
                  <a:pt x="483336" y="588289"/>
                </a:cubicBezTo>
                <a:cubicBezTo>
                  <a:pt x="413446" y="588289"/>
                  <a:pt x="369330" y="617120"/>
                  <a:pt x="369330" y="666475"/>
                </a:cubicBezTo>
                <a:cubicBezTo>
                  <a:pt x="369320" y="709283"/>
                  <a:pt x="399458" y="736364"/>
                  <a:pt x="447073" y="736364"/>
                </a:cubicBezTo>
                <a:cubicBezTo>
                  <a:pt x="473722" y="736364"/>
                  <a:pt x="492939" y="725443"/>
                  <a:pt x="506485" y="707101"/>
                </a:cubicBezTo>
                <a:lnTo>
                  <a:pt x="507359" y="730682"/>
                </a:lnTo>
                <a:lnTo>
                  <a:pt x="569385" y="730682"/>
                </a:lnTo>
                <a:lnTo>
                  <a:pt x="569385" y="597460"/>
                </a:lnTo>
                <a:cubicBezTo>
                  <a:pt x="569385" y="532820"/>
                  <a:pt x="533133" y="498307"/>
                  <a:pt x="468483" y="498307"/>
                </a:cubicBezTo>
                <a:close/>
                <a:moveTo>
                  <a:pt x="290692" y="435407"/>
                </a:moveTo>
                <a:lnTo>
                  <a:pt x="224292" y="447192"/>
                </a:lnTo>
                <a:lnTo>
                  <a:pt x="224292" y="503989"/>
                </a:lnTo>
                <a:lnTo>
                  <a:pt x="191107" y="503989"/>
                </a:lnTo>
                <a:lnTo>
                  <a:pt x="191107" y="555526"/>
                </a:lnTo>
                <a:lnTo>
                  <a:pt x="224302" y="555526"/>
                </a:lnTo>
                <a:lnTo>
                  <a:pt x="224302" y="652497"/>
                </a:lnTo>
                <a:cubicBezTo>
                  <a:pt x="224302" y="707534"/>
                  <a:pt x="253142" y="735057"/>
                  <a:pt x="304237" y="735057"/>
                </a:cubicBezTo>
                <a:cubicBezTo>
                  <a:pt x="322589" y="735057"/>
                  <a:pt x="337875" y="732865"/>
                  <a:pt x="345296" y="730682"/>
                </a:cubicBezTo>
                <a:lnTo>
                  <a:pt x="345296" y="680020"/>
                </a:lnTo>
                <a:cubicBezTo>
                  <a:pt x="340489" y="681328"/>
                  <a:pt x="331751" y="682635"/>
                  <a:pt x="321704" y="682635"/>
                </a:cubicBezTo>
                <a:cubicBezTo>
                  <a:pt x="300305" y="682635"/>
                  <a:pt x="290692" y="672157"/>
                  <a:pt x="290692" y="648122"/>
                </a:cubicBezTo>
                <a:lnTo>
                  <a:pt x="290692" y="555526"/>
                </a:lnTo>
                <a:lnTo>
                  <a:pt x="348343" y="555526"/>
                </a:lnTo>
                <a:lnTo>
                  <a:pt x="348343" y="503989"/>
                </a:lnTo>
                <a:lnTo>
                  <a:pt x="290692" y="503989"/>
                </a:lnTo>
                <a:close/>
                <a:moveTo>
                  <a:pt x="761999" y="415758"/>
                </a:moveTo>
                <a:lnTo>
                  <a:pt x="651493" y="435417"/>
                </a:lnTo>
                <a:lnTo>
                  <a:pt x="651493" y="473419"/>
                </a:lnTo>
                <a:lnTo>
                  <a:pt x="761999" y="473419"/>
                </a:lnTo>
                <a:lnTo>
                  <a:pt x="761999" y="473409"/>
                </a:lnTo>
                <a:close/>
                <a:moveTo>
                  <a:pt x="132580" y="404394"/>
                </a:moveTo>
                <a:cubicBezTo>
                  <a:pt x="109431" y="404394"/>
                  <a:pt x="93271" y="420122"/>
                  <a:pt x="93271" y="442396"/>
                </a:cubicBezTo>
                <a:cubicBezTo>
                  <a:pt x="93271" y="465112"/>
                  <a:pt x="109431" y="480398"/>
                  <a:pt x="132580" y="480398"/>
                </a:cubicBezTo>
                <a:cubicBezTo>
                  <a:pt x="155739" y="480398"/>
                  <a:pt x="171899" y="464680"/>
                  <a:pt x="171899" y="442396"/>
                </a:cubicBezTo>
                <a:cubicBezTo>
                  <a:pt x="171899" y="419679"/>
                  <a:pt x="155739" y="404394"/>
                  <a:pt x="132580" y="404394"/>
                </a:cubicBezTo>
                <a:close/>
                <a:moveTo>
                  <a:pt x="452522" y="0"/>
                </a:moveTo>
                <a:cubicBezTo>
                  <a:pt x="584739" y="0"/>
                  <a:pt x="705784" y="11172"/>
                  <a:pt x="787720" y="31656"/>
                </a:cubicBezTo>
                <a:cubicBezTo>
                  <a:pt x="838000" y="42829"/>
                  <a:pt x="864076" y="72625"/>
                  <a:pt x="873388" y="117324"/>
                </a:cubicBezTo>
                <a:cubicBezTo>
                  <a:pt x="892012" y="195530"/>
                  <a:pt x="905044" y="320305"/>
                  <a:pt x="905044" y="452523"/>
                </a:cubicBezTo>
                <a:cubicBezTo>
                  <a:pt x="905044" y="584739"/>
                  <a:pt x="892012" y="709514"/>
                  <a:pt x="873388" y="787720"/>
                </a:cubicBezTo>
                <a:cubicBezTo>
                  <a:pt x="864076" y="832409"/>
                  <a:pt x="838000" y="862205"/>
                  <a:pt x="787720" y="873388"/>
                </a:cubicBezTo>
                <a:cubicBezTo>
                  <a:pt x="705784" y="893872"/>
                  <a:pt x="584739" y="905044"/>
                  <a:pt x="452522" y="905044"/>
                </a:cubicBezTo>
                <a:cubicBezTo>
                  <a:pt x="320305" y="905044"/>
                  <a:pt x="199260" y="893872"/>
                  <a:pt x="117324" y="873388"/>
                </a:cubicBezTo>
                <a:cubicBezTo>
                  <a:pt x="67044" y="862215"/>
                  <a:pt x="40969" y="832419"/>
                  <a:pt x="31656" y="787720"/>
                </a:cubicBezTo>
                <a:cubicBezTo>
                  <a:pt x="13032" y="709514"/>
                  <a:pt x="0" y="584739"/>
                  <a:pt x="0" y="452523"/>
                </a:cubicBezTo>
                <a:cubicBezTo>
                  <a:pt x="0" y="320305"/>
                  <a:pt x="13032" y="195530"/>
                  <a:pt x="31656" y="117324"/>
                </a:cubicBezTo>
                <a:cubicBezTo>
                  <a:pt x="40969" y="72635"/>
                  <a:pt x="67044" y="42839"/>
                  <a:pt x="117324" y="31656"/>
                </a:cubicBezTo>
                <a:cubicBezTo>
                  <a:pt x="199260" y="11172"/>
                  <a:pt x="320305" y="0"/>
                  <a:pt x="45252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pic>
        <p:nvPicPr>
          <p:cNvPr id="12" name="Imagem 11" descr="Tela de um aparelho celular&#10;&#10;O conteúdo gerado por IA pode estar incorreto.">
            <a:extLst>
              <a:ext uri="{FF2B5EF4-FFF2-40B4-BE49-F238E27FC236}">
                <a16:creationId xmlns:a16="http://schemas.microsoft.com/office/drawing/2014/main" id="{C47460CF-FC73-1813-B434-C37D2C3151B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90"/>
          <a:stretch>
            <a:fillRect/>
          </a:stretch>
        </p:blipFill>
        <p:spPr>
          <a:xfrm>
            <a:off x="5353879" y="-1"/>
            <a:ext cx="6434899" cy="5045607"/>
          </a:xfrm>
          <a:prstGeom prst="rect">
            <a:avLst/>
          </a:prstGeom>
        </p:spPr>
      </p:pic>
      <p:sp>
        <p:nvSpPr>
          <p:cNvPr id="2" name="Espaço Reservado para Texto 19">
            <a:extLst>
              <a:ext uri="{FF2B5EF4-FFF2-40B4-BE49-F238E27FC236}">
                <a16:creationId xmlns:a16="http://schemas.microsoft.com/office/drawing/2014/main" id="{8806272E-811C-2894-C39A-2BCD6AEFDD1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52404" y="4233847"/>
            <a:ext cx="4595871" cy="102220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Exemplo de título da apresentação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3AE5416D-D6E6-A37B-B033-C5FF9EE2A7CF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C0CBE982-95EB-97A2-3CAF-6A2114BF0339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736D218B-164B-FEB8-32C4-87E797B2EAE5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344825A6-AD06-4309-BB5C-864B2606A1FD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2D5FBFBE-5418-438E-EAFC-0B6D32879100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908C932A-E3B6-F354-D731-D06960310E35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A7477FF9-0BBF-3286-59EA-55CCD8231BEC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CA6B28FE-70A1-11E0-FF27-7746EE3826F0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31A27FAC-BF22-C3EF-422B-F064AE8B972D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0EACE559-0DBE-BCAB-DF66-476541528D65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27D819CB-9028-CA95-AD1A-93C3C0803C11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11D7C210-D022-D065-26F1-F0C70B0AE379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A737DCC6-FEB5-9BD4-4EFE-B63C95F59AFB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904DE21-A77B-4FB1-9380-5581E214B247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151C9340-693A-DEEB-70F6-67F86C6DFC53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40C784BC-DFCE-CD12-F303-203A9DB5C726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5F452300-27F8-B186-1068-21F29EBE3BDD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41DD9E10-DBAF-9E69-EFA8-28D0E728F1F4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E47EFB3E-9BDE-CBD6-AEA9-633B004C3768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DB9A688B-8EE2-BD93-059C-6549FCD44979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EBAFC4EC-6FA2-A5F8-270C-3FD44EC427E5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643E65CD-61A3-BF19-2BE0-52CEF9BF8CA8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4A742842-44B2-D53D-91DD-0532182BC090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F5C3D38C-F34E-9E04-B4B2-38785879E372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35" name="Retângulo: Cantos Arredondados 34">
              <a:extLst>
                <a:ext uri="{FF2B5EF4-FFF2-40B4-BE49-F238E27FC236}">
                  <a16:creationId xmlns:a16="http://schemas.microsoft.com/office/drawing/2014/main" id="{05794B69-8228-D0F0-418B-74FE0B441D0A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6" name="Retângulo: Cantos Arredondados 35">
              <a:extLst>
                <a:ext uri="{FF2B5EF4-FFF2-40B4-BE49-F238E27FC236}">
                  <a16:creationId xmlns:a16="http://schemas.microsoft.com/office/drawing/2014/main" id="{73249299-6E18-2B96-7E6A-51444553AA8C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89684C13-88B0-5299-31AA-7BA3076C964A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3675AC99-BA19-B70E-4331-5DEE9E398D4F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1415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apa 7 fundo clar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E7241CBB-B8D0-953E-6133-64B41323BE88}"/>
              </a:ext>
            </a:extLst>
          </p:cNvPr>
          <p:cNvSpPr/>
          <p:nvPr userDrawn="1"/>
        </p:nvSpPr>
        <p:spPr>
          <a:xfrm>
            <a:off x="11408229" y="4579257"/>
            <a:ext cx="783771" cy="22787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79A8AC9-A611-6898-C7EF-53B7778B57E6}"/>
              </a:ext>
            </a:extLst>
          </p:cNvPr>
          <p:cNvSpPr txBox="1">
            <a:spLocks/>
          </p:cNvSpPr>
          <p:nvPr userDrawn="1"/>
        </p:nvSpPr>
        <p:spPr>
          <a:xfrm>
            <a:off x="729590" y="1030513"/>
            <a:ext cx="482538" cy="482538"/>
          </a:xfrm>
          <a:custGeom>
            <a:avLst/>
            <a:gdLst>
              <a:gd name="connsiteX0" fmla="*/ 489439 w 905044"/>
              <a:gd name="connsiteY0" fmla="*/ 629348 h 905044"/>
              <a:gd name="connsiteX1" fmla="*/ 506042 w 905044"/>
              <a:gd name="connsiteY1" fmla="*/ 630233 h 905044"/>
              <a:gd name="connsiteX2" fmla="*/ 506042 w 905044"/>
              <a:gd name="connsiteY2" fmla="*/ 648133 h 905044"/>
              <a:gd name="connsiteX3" fmla="*/ 466723 w 905044"/>
              <a:gd name="connsiteY3" fmla="*/ 688759 h 905044"/>
              <a:gd name="connsiteX4" fmla="*/ 433528 w 905044"/>
              <a:gd name="connsiteY4" fmla="*/ 661235 h 905044"/>
              <a:gd name="connsiteX5" fmla="*/ 489439 w 905044"/>
              <a:gd name="connsiteY5" fmla="*/ 629348 h 905044"/>
              <a:gd name="connsiteX6" fmla="*/ 602138 w 905044"/>
              <a:gd name="connsiteY6" fmla="*/ 503989 h 905044"/>
              <a:gd name="connsiteX7" fmla="*/ 602138 w 905044"/>
              <a:gd name="connsiteY7" fmla="*/ 651190 h 905044"/>
              <a:gd name="connsiteX8" fmla="*/ 678574 w 905044"/>
              <a:gd name="connsiteY8" fmla="*/ 736364 h 905044"/>
              <a:gd name="connsiteX9" fmla="*/ 739725 w 905044"/>
              <a:gd name="connsiteY9" fmla="*/ 706226 h 905044"/>
              <a:gd name="connsiteX10" fmla="*/ 740600 w 905044"/>
              <a:gd name="connsiteY10" fmla="*/ 730682 h 905044"/>
              <a:gd name="connsiteX11" fmla="*/ 804375 w 905044"/>
              <a:gd name="connsiteY11" fmla="*/ 730682 h 905044"/>
              <a:gd name="connsiteX12" fmla="*/ 804375 w 905044"/>
              <a:gd name="connsiteY12" fmla="*/ 503989 h 905044"/>
              <a:gd name="connsiteX13" fmla="*/ 737985 w 905044"/>
              <a:gd name="connsiteY13" fmla="*/ 503989 h 905044"/>
              <a:gd name="connsiteX14" fmla="*/ 737985 w 905044"/>
              <a:gd name="connsiteY14" fmla="*/ 637644 h 905044"/>
              <a:gd name="connsiteX15" fmla="*/ 702165 w 905044"/>
              <a:gd name="connsiteY15" fmla="*/ 682635 h 905044"/>
              <a:gd name="connsiteX16" fmla="*/ 668528 w 905044"/>
              <a:gd name="connsiteY16" fmla="*/ 640268 h 905044"/>
              <a:gd name="connsiteX17" fmla="*/ 668528 w 905044"/>
              <a:gd name="connsiteY17" fmla="*/ 503989 h 905044"/>
              <a:gd name="connsiteX18" fmla="*/ 99385 w 905044"/>
              <a:gd name="connsiteY18" fmla="*/ 503989 h 905044"/>
              <a:gd name="connsiteX19" fmla="*/ 99385 w 905044"/>
              <a:gd name="connsiteY19" fmla="*/ 730682 h 905044"/>
              <a:gd name="connsiteX20" fmla="*/ 165775 w 905044"/>
              <a:gd name="connsiteY20" fmla="*/ 730682 h 905044"/>
              <a:gd name="connsiteX21" fmla="*/ 165775 w 905044"/>
              <a:gd name="connsiteY21" fmla="*/ 503989 h 905044"/>
              <a:gd name="connsiteX22" fmla="*/ 468483 w 905044"/>
              <a:gd name="connsiteY22" fmla="*/ 498307 h 905044"/>
              <a:gd name="connsiteX23" fmla="*/ 381126 w 905044"/>
              <a:gd name="connsiteY23" fmla="*/ 513592 h 905044"/>
              <a:gd name="connsiteX24" fmla="*/ 381126 w 905044"/>
              <a:gd name="connsiteY24" fmla="*/ 566890 h 905044"/>
              <a:gd name="connsiteX25" fmla="*/ 458004 w 905044"/>
              <a:gd name="connsiteY25" fmla="*/ 550720 h 905044"/>
              <a:gd name="connsiteX26" fmla="*/ 505619 w 905044"/>
              <a:gd name="connsiteY26" fmla="*/ 589164 h 905044"/>
              <a:gd name="connsiteX27" fmla="*/ 483336 w 905044"/>
              <a:gd name="connsiteY27" fmla="*/ 588289 h 905044"/>
              <a:gd name="connsiteX28" fmla="*/ 369330 w 905044"/>
              <a:gd name="connsiteY28" fmla="*/ 666475 h 905044"/>
              <a:gd name="connsiteX29" fmla="*/ 447073 w 905044"/>
              <a:gd name="connsiteY29" fmla="*/ 736364 h 905044"/>
              <a:gd name="connsiteX30" fmla="*/ 506485 w 905044"/>
              <a:gd name="connsiteY30" fmla="*/ 707101 h 905044"/>
              <a:gd name="connsiteX31" fmla="*/ 507359 w 905044"/>
              <a:gd name="connsiteY31" fmla="*/ 730682 h 905044"/>
              <a:gd name="connsiteX32" fmla="*/ 569385 w 905044"/>
              <a:gd name="connsiteY32" fmla="*/ 730682 h 905044"/>
              <a:gd name="connsiteX33" fmla="*/ 569385 w 905044"/>
              <a:gd name="connsiteY33" fmla="*/ 597460 h 905044"/>
              <a:gd name="connsiteX34" fmla="*/ 468483 w 905044"/>
              <a:gd name="connsiteY34" fmla="*/ 498307 h 905044"/>
              <a:gd name="connsiteX35" fmla="*/ 290692 w 905044"/>
              <a:gd name="connsiteY35" fmla="*/ 435407 h 905044"/>
              <a:gd name="connsiteX36" fmla="*/ 224292 w 905044"/>
              <a:gd name="connsiteY36" fmla="*/ 447192 h 905044"/>
              <a:gd name="connsiteX37" fmla="*/ 224292 w 905044"/>
              <a:gd name="connsiteY37" fmla="*/ 503989 h 905044"/>
              <a:gd name="connsiteX38" fmla="*/ 191107 w 905044"/>
              <a:gd name="connsiteY38" fmla="*/ 503989 h 905044"/>
              <a:gd name="connsiteX39" fmla="*/ 191107 w 905044"/>
              <a:gd name="connsiteY39" fmla="*/ 555526 h 905044"/>
              <a:gd name="connsiteX40" fmla="*/ 224302 w 905044"/>
              <a:gd name="connsiteY40" fmla="*/ 555526 h 905044"/>
              <a:gd name="connsiteX41" fmla="*/ 224302 w 905044"/>
              <a:gd name="connsiteY41" fmla="*/ 652497 h 905044"/>
              <a:gd name="connsiteX42" fmla="*/ 304237 w 905044"/>
              <a:gd name="connsiteY42" fmla="*/ 735057 h 905044"/>
              <a:gd name="connsiteX43" fmla="*/ 345296 w 905044"/>
              <a:gd name="connsiteY43" fmla="*/ 730682 h 905044"/>
              <a:gd name="connsiteX44" fmla="*/ 345296 w 905044"/>
              <a:gd name="connsiteY44" fmla="*/ 680020 h 905044"/>
              <a:gd name="connsiteX45" fmla="*/ 321704 w 905044"/>
              <a:gd name="connsiteY45" fmla="*/ 682635 h 905044"/>
              <a:gd name="connsiteX46" fmla="*/ 290692 w 905044"/>
              <a:gd name="connsiteY46" fmla="*/ 648122 h 905044"/>
              <a:gd name="connsiteX47" fmla="*/ 290692 w 905044"/>
              <a:gd name="connsiteY47" fmla="*/ 555526 h 905044"/>
              <a:gd name="connsiteX48" fmla="*/ 348343 w 905044"/>
              <a:gd name="connsiteY48" fmla="*/ 555526 h 905044"/>
              <a:gd name="connsiteX49" fmla="*/ 348343 w 905044"/>
              <a:gd name="connsiteY49" fmla="*/ 503989 h 905044"/>
              <a:gd name="connsiteX50" fmla="*/ 290692 w 905044"/>
              <a:gd name="connsiteY50" fmla="*/ 503989 h 905044"/>
              <a:gd name="connsiteX51" fmla="*/ 761999 w 905044"/>
              <a:gd name="connsiteY51" fmla="*/ 415758 h 905044"/>
              <a:gd name="connsiteX52" fmla="*/ 651493 w 905044"/>
              <a:gd name="connsiteY52" fmla="*/ 435417 h 905044"/>
              <a:gd name="connsiteX53" fmla="*/ 651493 w 905044"/>
              <a:gd name="connsiteY53" fmla="*/ 473419 h 905044"/>
              <a:gd name="connsiteX54" fmla="*/ 761999 w 905044"/>
              <a:gd name="connsiteY54" fmla="*/ 473419 h 905044"/>
              <a:gd name="connsiteX55" fmla="*/ 761999 w 905044"/>
              <a:gd name="connsiteY55" fmla="*/ 473409 h 905044"/>
              <a:gd name="connsiteX56" fmla="*/ 132580 w 905044"/>
              <a:gd name="connsiteY56" fmla="*/ 404394 h 905044"/>
              <a:gd name="connsiteX57" fmla="*/ 93271 w 905044"/>
              <a:gd name="connsiteY57" fmla="*/ 442396 h 905044"/>
              <a:gd name="connsiteX58" fmla="*/ 132580 w 905044"/>
              <a:gd name="connsiteY58" fmla="*/ 480398 h 905044"/>
              <a:gd name="connsiteX59" fmla="*/ 171899 w 905044"/>
              <a:gd name="connsiteY59" fmla="*/ 442396 h 905044"/>
              <a:gd name="connsiteX60" fmla="*/ 132580 w 905044"/>
              <a:gd name="connsiteY60" fmla="*/ 404394 h 905044"/>
              <a:gd name="connsiteX61" fmla="*/ 452522 w 905044"/>
              <a:gd name="connsiteY61" fmla="*/ 0 h 905044"/>
              <a:gd name="connsiteX62" fmla="*/ 787720 w 905044"/>
              <a:gd name="connsiteY62" fmla="*/ 31656 h 905044"/>
              <a:gd name="connsiteX63" fmla="*/ 873388 w 905044"/>
              <a:gd name="connsiteY63" fmla="*/ 117324 h 905044"/>
              <a:gd name="connsiteX64" fmla="*/ 905044 w 905044"/>
              <a:gd name="connsiteY64" fmla="*/ 452523 h 905044"/>
              <a:gd name="connsiteX65" fmla="*/ 873388 w 905044"/>
              <a:gd name="connsiteY65" fmla="*/ 787720 h 905044"/>
              <a:gd name="connsiteX66" fmla="*/ 787720 w 905044"/>
              <a:gd name="connsiteY66" fmla="*/ 873388 h 905044"/>
              <a:gd name="connsiteX67" fmla="*/ 452522 w 905044"/>
              <a:gd name="connsiteY67" fmla="*/ 905044 h 905044"/>
              <a:gd name="connsiteX68" fmla="*/ 117324 w 905044"/>
              <a:gd name="connsiteY68" fmla="*/ 873388 h 905044"/>
              <a:gd name="connsiteX69" fmla="*/ 31656 w 905044"/>
              <a:gd name="connsiteY69" fmla="*/ 787720 h 905044"/>
              <a:gd name="connsiteX70" fmla="*/ 0 w 905044"/>
              <a:gd name="connsiteY70" fmla="*/ 452523 h 905044"/>
              <a:gd name="connsiteX71" fmla="*/ 31656 w 905044"/>
              <a:gd name="connsiteY71" fmla="*/ 117324 h 905044"/>
              <a:gd name="connsiteX72" fmla="*/ 117324 w 905044"/>
              <a:gd name="connsiteY72" fmla="*/ 31656 h 905044"/>
              <a:gd name="connsiteX73" fmla="*/ 452522 w 905044"/>
              <a:gd name="connsiteY73" fmla="*/ 0 h 90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905044" h="905044">
                <a:moveTo>
                  <a:pt x="489439" y="629348"/>
                </a:moveTo>
                <a:cubicBezTo>
                  <a:pt x="494679" y="629348"/>
                  <a:pt x="502985" y="629791"/>
                  <a:pt x="506042" y="630233"/>
                </a:cubicBezTo>
                <a:lnTo>
                  <a:pt x="506042" y="648133"/>
                </a:lnTo>
                <a:cubicBezTo>
                  <a:pt x="506042" y="672167"/>
                  <a:pt x="489872" y="688759"/>
                  <a:pt x="466723" y="688759"/>
                </a:cubicBezTo>
                <a:cubicBezTo>
                  <a:pt x="446189" y="688759"/>
                  <a:pt x="433528" y="679588"/>
                  <a:pt x="433528" y="661235"/>
                </a:cubicBezTo>
                <a:cubicBezTo>
                  <a:pt x="433528" y="640268"/>
                  <a:pt x="453630" y="629348"/>
                  <a:pt x="489439" y="629348"/>
                </a:cubicBezTo>
                <a:close/>
                <a:moveTo>
                  <a:pt x="602138" y="503989"/>
                </a:moveTo>
                <a:lnTo>
                  <a:pt x="602138" y="651190"/>
                </a:lnTo>
                <a:cubicBezTo>
                  <a:pt x="602148" y="703169"/>
                  <a:pt x="631844" y="736364"/>
                  <a:pt x="678574" y="736364"/>
                </a:cubicBezTo>
                <a:cubicBezTo>
                  <a:pt x="706097" y="736364"/>
                  <a:pt x="724882" y="726308"/>
                  <a:pt x="739725" y="706226"/>
                </a:cubicBezTo>
                <a:lnTo>
                  <a:pt x="740600" y="730682"/>
                </a:lnTo>
                <a:lnTo>
                  <a:pt x="804375" y="730682"/>
                </a:lnTo>
                <a:lnTo>
                  <a:pt x="804375" y="503989"/>
                </a:lnTo>
                <a:lnTo>
                  <a:pt x="737985" y="503989"/>
                </a:lnTo>
                <a:lnTo>
                  <a:pt x="737985" y="637644"/>
                </a:lnTo>
                <a:cubicBezTo>
                  <a:pt x="737985" y="665167"/>
                  <a:pt x="724439" y="682635"/>
                  <a:pt x="702165" y="682635"/>
                </a:cubicBezTo>
                <a:cubicBezTo>
                  <a:pt x="680324" y="682635"/>
                  <a:pt x="668528" y="667782"/>
                  <a:pt x="668528" y="640268"/>
                </a:cubicBezTo>
                <a:lnTo>
                  <a:pt x="668528" y="503989"/>
                </a:lnTo>
                <a:close/>
                <a:moveTo>
                  <a:pt x="99385" y="503989"/>
                </a:moveTo>
                <a:lnTo>
                  <a:pt x="99385" y="730682"/>
                </a:lnTo>
                <a:lnTo>
                  <a:pt x="165775" y="730682"/>
                </a:lnTo>
                <a:lnTo>
                  <a:pt x="165775" y="503989"/>
                </a:lnTo>
                <a:close/>
                <a:moveTo>
                  <a:pt x="468483" y="498307"/>
                </a:moveTo>
                <a:cubicBezTo>
                  <a:pt x="435298" y="498307"/>
                  <a:pt x="407775" y="503547"/>
                  <a:pt x="381126" y="513592"/>
                </a:cubicBezTo>
                <a:lnTo>
                  <a:pt x="381126" y="566890"/>
                </a:lnTo>
                <a:cubicBezTo>
                  <a:pt x="407332" y="556834"/>
                  <a:pt x="433538" y="550720"/>
                  <a:pt x="458004" y="550720"/>
                </a:cubicBezTo>
                <a:cubicBezTo>
                  <a:pt x="488575" y="550720"/>
                  <a:pt x="505619" y="564697"/>
                  <a:pt x="505619" y="589164"/>
                </a:cubicBezTo>
                <a:cubicBezTo>
                  <a:pt x="500381" y="588731"/>
                  <a:pt x="491642" y="588289"/>
                  <a:pt x="483336" y="588289"/>
                </a:cubicBezTo>
                <a:cubicBezTo>
                  <a:pt x="413446" y="588289"/>
                  <a:pt x="369330" y="617120"/>
                  <a:pt x="369330" y="666475"/>
                </a:cubicBezTo>
                <a:cubicBezTo>
                  <a:pt x="369320" y="709283"/>
                  <a:pt x="399458" y="736364"/>
                  <a:pt x="447073" y="736364"/>
                </a:cubicBezTo>
                <a:cubicBezTo>
                  <a:pt x="473722" y="736364"/>
                  <a:pt x="492939" y="725443"/>
                  <a:pt x="506485" y="707101"/>
                </a:cubicBezTo>
                <a:lnTo>
                  <a:pt x="507359" y="730682"/>
                </a:lnTo>
                <a:lnTo>
                  <a:pt x="569385" y="730682"/>
                </a:lnTo>
                <a:lnTo>
                  <a:pt x="569385" y="597460"/>
                </a:lnTo>
                <a:cubicBezTo>
                  <a:pt x="569385" y="532820"/>
                  <a:pt x="533133" y="498307"/>
                  <a:pt x="468483" y="498307"/>
                </a:cubicBezTo>
                <a:close/>
                <a:moveTo>
                  <a:pt x="290692" y="435407"/>
                </a:moveTo>
                <a:lnTo>
                  <a:pt x="224292" y="447192"/>
                </a:lnTo>
                <a:lnTo>
                  <a:pt x="224292" y="503989"/>
                </a:lnTo>
                <a:lnTo>
                  <a:pt x="191107" y="503989"/>
                </a:lnTo>
                <a:lnTo>
                  <a:pt x="191107" y="555526"/>
                </a:lnTo>
                <a:lnTo>
                  <a:pt x="224302" y="555526"/>
                </a:lnTo>
                <a:lnTo>
                  <a:pt x="224302" y="652497"/>
                </a:lnTo>
                <a:cubicBezTo>
                  <a:pt x="224302" y="707534"/>
                  <a:pt x="253142" y="735057"/>
                  <a:pt x="304237" y="735057"/>
                </a:cubicBezTo>
                <a:cubicBezTo>
                  <a:pt x="322589" y="735057"/>
                  <a:pt x="337875" y="732865"/>
                  <a:pt x="345296" y="730682"/>
                </a:cubicBezTo>
                <a:lnTo>
                  <a:pt x="345296" y="680020"/>
                </a:lnTo>
                <a:cubicBezTo>
                  <a:pt x="340489" y="681328"/>
                  <a:pt x="331751" y="682635"/>
                  <a:pt x="321704" y="682635"/>
                </a:cubicBezTo>
                <a:cubicBezTo>
                  <a:pt x="300305" y="682635"/>
                  <a:pt x="290692" y="672157"/>
                  <a:pt x="290692" y="648122"/>
                </a:cubicBezTo>
                <a:lnTo>
                  <a:pt x="290692" y="555526"/>
                </a:lnTo>
                <a:lnTo>
                  <a:pt x="348343" y="555526"/>
                </a:lnTo>
                <a:lnTo>
                  <a:pt x="348343" y="503989"/>
                </a:lnTo>
                <a:lnTo>
                  <a:pt x="290692" y="503989"/>
                </a:lnTo>
                <a:close/>
                <a:moveTo>
                  <a:pt x="761999" y="415758"/>
                </a:moveTo>
                <a:lnTo>
                  <a:pt x="651493" y="435417"/>
                </a:lnTo>
                <a:lnTo>
                  <a:pt x="651493" y="473419"/>
                </a:lnTo>
                <a:lnTo>
                  <a:pt x="761999" y="473419"/>
                </a:lnTo>
                <a:lnTo>
                  <a:pt x="761999" y="473409"/>
                </a:lnTo>
                <a:close/>
                <a:moveTo>
                  <a:pt x="132580" y="404394"/>
                </a:moveTo>
                <a:cubicBezTo>
                  <a:pt x="109431" y="404394"/>
                  <a:pt x="93271" y="420122"/>
                  <a:pt x="93271" y="442396"/>
                </a:cubicBezTo>
                <a:cubicBezTo>
                  <a:pt x="93271" y="465112"/>
                  <a:pt x="109431" y="480398"/>
                  <a:pt x="132580" y="480398"/>
                </a:cubicBezTo>
                <a:cubicBezTo>
                  <a:pt x="155739" y="480398"/>
                  <a:pt x="171899" y="464680"/>
                  <a:pt x="171899" y="442396"/>
                </a:cubicBezTo>
                <a:cubicBezTo>
                  <a:pt x="171899" y="419679"/>
                  <a:pt x="155739" y="404394"/>
                  <a:pt x="132580" y="404394"/>
                </a:cubicBezTo>
                <a:close/>
                <a:moveTo>
                  <a:pt x="452522" y="0"/>
                </a:moveTo>
                <a:cubicBezTo>
                  <a:pt x="584739" y="0"/>
                  <a:pt x="705784" y="11172"/>
                  <a:pt x="787720" y="31656"/>
                </a:cubicBezTo>
                <a:cubicBezTo>
                  <a:pt x="838000" y="42829"/>
                  <a:pt x="864076" y="72625"/>
                  <a:pt x="873388" y="117324"/>
                </a:cubicBezTo>
                <a:cubicBezTo>
                  <a:pt x="892012" y="195530"/>
                  <a:pt x="905044" y="320305"/>
                  <a:pt x="905044" y="452523"/>
                </a:cubicBezTo>
                <a:cubicBezTo>
                  <a:pt x="905044" y="584739"/>
                  <a:pt x="892012" y="709514"/>
                  <a:pt x="873388" y="787720"/>
                </a:cubicBezTo>
                <a:cubicBezTo>
                  <a:pt x="864076" y="832409"/>
                  <a:pt x="838000" y="862205"/>
                  <a:pt x="787720" y="873388"/>
                </a:cubicBezTo>
                <a:cubicBezTo>
                  <a:pt x="705784" y="893872"/>
                  <a:pt x="584739" y="905044"/>
                  <a:pt x="452522" y="905044"/>
                </a:cubicBezTo>
                <a:cubicBezTo>
                  <a:pt x="320305" y="905044"/>
                  <a:pt x="199260" y="893872"/>
                  <a:pt x="117324" y="873388"/>
                </a:cubicBezTo>
                <a:cubicBezTo>
                  <a:pt x="67044" y="862215"/>
                  <a:pt x="40969" y="832419"/>
                  <a:pt x="31656" y="787720"/>
                </a:cubicBezTo>
                <a:cubicBezTo>
                  <a:pt x="13032" y="709514"/>
                  <a:pt x="0" y="584739"/>
                  <a:pt x="0" y="452523"/>
                </a:cubicBezTo>
                <a:cubicBezTo>
                  <a:pt x="0" y="320305"/>
                  <a:pt x="13032" y="195530"/>
                  <a:pt x="31656" y="117324"/>
                </a:cubicBezTo>
                <a:cubicBezTo>
                  <a:pt x="40969" y="72635"/>
                  <a:pt x="67044" y="42839"/>
                  <a:pt x="117324" y="31656"/>
                </a:cubicBezTo>
                <a:cubicBezTo>
                  <a:pt x="199260" y="11172"/>
                  <a:pt x="320305" y="0"/>
                  <a:pt x="45252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24" name="Espaço Reservado para Texto 19">
            <a:extLst>
              <a:ext uri="{FF2B5EF4-FFF2-40B4-BE49-F238E27FC236}">
                <a16:creationId xmlns:a16="http://schemas.microsoft.com/office/drawing/2014/main" id="{5AC617BD-EA0A-3E00-C369-C12FCF3E8B7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52405" y="5813095"/>
            <a:ext cx="1624264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pt-BR"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228600" lvl="0" indent="-228600">
              <a:lnSpc>
                <a:spcPct val="85000"/>
              </a:lnSpc>
              <a:spcBef>
                <a:spcPts val="0"/>
              </a:spcBef>
            </a:pPr>
            <a:r>
              <a:rPr lang="pt-BR"/>
              <a:t>00/00/2026</a:t>
            </a:r>
          </a:p>
        </p:txBody>
      </p:sp>
      <p:sp>
        <p:nvSpPr>
          <p:cNvPr id="27" name="Espaço Reservado para Texto 19">
            <a:extLst>
              <a:ext uri="{FF2B5EF4-FFF2-40B4-BE49-F238E27FC236}">
                <a16:creationId xmlns:a16="http://schemas.microsoft.com/office/drawing/2014/main" id="{19ECD25A-B1C3-2ACF-A46E-AA3B3C7D972D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52405" y="5283845"/>
            <a:ext cx="4078216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pt-BR" sz="2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228600" lvl="0" indent="-228600">
              <a:lnSpc>
                <a:spcPct val="85000"/>
              </a:lnSpc>
              <a:spcBef>
                <a:spcPts val="0"/>
              </a:spcBef>
            </a:pPr>
            <a:r>
              <a:rPr lang="pt-BR"/>
              <a:t>Subtítulo da apresentação </a:t>
            </a:r>
          </a:p>
        </p:txBody>
      </p:sp>
      <p:sp>
        <p:nvSpPr>
          <p:cNvPr id="2" name="Espaço Reservado para Texto 19">
            <a:extLst>
              <a:ext uri="{FF2B5EF4-FFF2-40B4-BE49-F238E27FC236}">
                <a16:creationId xmlns:a16="http://schemas.microsoft.com/office/drawing/2014/main" id="{12DC212D-8CC1-A4E4-1429-EF677680A93A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52405" y="4233847"/>
            <a:ext cx="4595871" cy="102220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4000">
                <a:solidFill>
                  <a:schemeClr val="accent4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Exemplo de título da apresentação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64CEB9CA-F9CD-A302-151F-57E8143C2F6D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6D7E4C55-7BF2-FB82-5D73-E058823BB087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94D2536B-7582-97ED-ACF9-334313C0C80E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7BEE5C01-FD61-DFBA-408D-0DA44B5FFC09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0728DFE7-8E22-7A37-4E78-A9E59930853E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D3C66700-C241-7EB1-358C-C80D3A5838B7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82DCF762-4870-83B2-9390-2CA194288F1F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F66DA86C-21DA-C6C0-302F-D57B1BD6C933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A74090B4-4109-4AEE-B0A8-D78F42C33DB5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4A4D24E5-B598-41C8-06E8-1F6A9AD14168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FEF114C9-2E66-C060-4778-4C9FC8E8A631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3D5ADC27-148A-6C5E-75A8-C495D1D252F9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468C2022-C353-5E66-57E1-DAA7C05726F8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951C331-D040-D6F5-BB7D-DB78BBE7B7A6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29FE97F0-701B-E4EE-F94A-4B0AF40C6074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A9874C78-E6C5-49ED-969C-28ADD429936E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04C3BAB-BB25-E22E-0076-747C27347B50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007937F7-69BC-8C8A-A332-D26D98802C19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16212585-90F3-4386-2727-992590E7C9FF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B9CB8460-D831-B223-3497-8677AE3C4F14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FA73E137-43BF-8D30-86C9-04D5CF897040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03F38036-B975-506E-3A05-B64312C2304E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94F94DE2-04D2-DF5D-10F0-F041324AA332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47FFD673-539D-14B5-44C7-BA14FA05667E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36" name="Retângulo: Cantos Arredondados 35">
              <a:extLst>
                <a:ext uri="{FF2B5EF4-FFF2-40B4-BE49-F238E27FC236}">
                  <a16:creationId xmlns:a16="http://schemas.microsoft.com/office/drawing/2014/main" id="{2887B13F-E7CE-E27A-CA09-3E68A2BCD1E9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7" name="Retângulo: Cantos Arredondados 36">
              <a:extLst>
                <a:ext uri="{FF2B5EF4-FFF2-40B4-BE49-F238E27FC236}">
                  <a16:creationId xmlns:a16="http://schemas.microsoft.com/office/drawing/2014/main" id="{A6F0E149-F235-7EF7-6474-0941D5DE148C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713386A6-B607-DEA6-F23F-826CCE7BBEA5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C4781898-176A-F823-1464-53B92A6C6D46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  <p:pic>
        <p:nvPicPr>
          <p:cNvPr id="71" name="Gráfico 70">
            <a:extLst>
              <a:ext uri="{FF2B5EF4-FFF2-40B4-BE49-F238E27FC236}">
                <a16:creationId xmlns:a16="http://schemas.microsoft.com/office/drawing/2014/main" id="{E4E4F40C-6BF6-58E5-7369-6B015DB19D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45506" r="24499" b="20077"/>
          <a:stretch>
            <a:fillRect/>
          </a:stretch>
        </p:blipFill>
        <p:spPr>
          <a:xfrm>
            <a:off x="2497892" y="0"/>
            <a:ext cx="9694108" cy="68580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A8DA1BE-6DB2-743E-73CD-5972BC1E9E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131" y="-1018475"/>
            <a:ext cx="9048705" cy="904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193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apa 7 fundo escur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Texto 19">
            <a:extLst>
              <a:ext uri="{FF2B5EF4-FFF2-40B4-BE49-F238E27FC236}">
                <a16:creationId xmlns:a16="http://schemas.microsoft.com/office/drawing/2014/main" id="{C19F4243-BD87-8D91-5F57-1146FD6CA60E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52405" y="5813095"/>
            <a:ext cx="1624264" cy="327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pt-BR" sz="1800">
                <a:solidFill>
                  <a:schemeClr val="bg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228600" lvl="0" indent="-228600">
              <a:lnSpc>
                <a:spcPct val="85000"/>
              </a:lnSpc>
              <a:spcBef>
                <a:spcPts val="0"/>
              </a:spcBef>
            </a:pPr>
            <a:r>
              <a:rPr lang="pt-BR"/>
              <a:t>00/00/2026</a:t>
            </a:r>
          </a:p>
        </p:txBody>
      </p:sp>
      <p:sp>
        <p:nvSpPr>
          <p:cNvPr id="19" name="Espaço Reservado para Texto 19">
            <a:extLst>
              <a:ext uri="{FF2B5EF4-FFF2-40B4-BE49-F238E27FC236}">
                <a16:creationId xmlns:a16="http://schemas.microsoft.com/office/drawing/2014/main" id="{53672260-0DEA-4DE7-1B9E-4CEF4DD2474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52405" y="5283845"/>
            <a:ext cx="4078216" cy="458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pt-BR" sz="2800">
                <a:solidFill>
                  <a:schemeClr val="bg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228600" lvl="0" indent="-228600">
              <a:lnSpc>
                <a:spcPct val="85000"/>
              </a:lnSpc>
              <a:spcBef>
                <a:spcPts val="0"/>
              </a:spcBef>
            </a:pPr>
            <a:r>
              <a:rPr lang="pt-BR"/>
              <a:t>Subtítulo da apresentação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79A8AC9-A611-6898-C7EF-53B7778B57E6}"/>
              </a:ext>
            </a:extLst>
          </p:cNvPr>
          <p:cNvSpPr txBox="1">
            <a:spLocks/>
          </p:cNvSpPr>
          <p:nvPr userDrawn="1"/>
        </p:nvSpPr>
        <p:spPr>
          <a:xfrm>
            <a:off x="729590" y="1030513"/>
            <a:ext cx="482538" cy="482538"/>
          </a:xfrm>
          <a:custGeom>
            <a:avLst/>
            <a:gdLst>
              <a:gd name="connsiteX0" fmla="*/ 489439 w 905044"/>
              <a:gd name="connsiteY0" fmla="*/ 629348 h 905044"/>
              <a:gd name="connsiteX1" fmla="*/ 506042 w 905044"/>
              <a:gd name="connsiteY1" fmla="*/ 630233 h 905044"/>
              <a:gd name="connsiteX2" fmla="*/ 506042 w 905044"/>
              <a:gd name="connsiteY2" fmla="*/ 648133 h 905044"/>
              <a:gd name="connsiteX3" fmla="*/ 466723 w 905044"/>
              <a:gd name="connsiteY3" fmla="*/ 688759 h 905044"/>
              <a:gd name="connsiteX4" fmla="*/ 433528 w 905044"/>
              <a:gd name="connsiteY4" fmla="*/ 661235 h 905044"/>
              <a:gd name="connsiteX5" fmla="*/ 489439 w 905044"/>
              <a:gd name="connsiteY5" fmla="*/ 629348 h 905044"/>
              <a:gd name="connsiteX6" fmla="*/ 602138 w 905044"/>
              <a:gd name="connsiteY6" fmla="*/ 503989 h 905044"/>
              <a:gd name="connsiteX7" fmla="*/ 602138 w 905044"/>
              <a:gd name="connsiteY7" fmla="*/ 651190 h 905044"/>
              <a:gd name="connsiteX8" fmla="*/ 678574 w 905044"/>
              <a:gd name="connsiteY8" fmla="*/ 736364 h 905044"/>
              <a:gd name="connsiteX9" fmla="*/ 739725 w 905044"/>
              <a:gd name="connsiteY9" fmla="*/ 706226 h 905044"/>
              <a:gd name="connsiteX10" fmla="*/ 740600 w 905044"/>
              <a:gd name="connsiteY10" fmla="*/ 730682 h 905044"/>
              <a:gd name="connsiteX11" fmla="*/ 804375 w 905044"/>
              <a:gd name="connsiteY11" fmla="*/ 730682 h 905044"/>
              <a:gd name="connsiteX12" fmla="*/ 804375 w 905044"/>
              <a:gd name="connsiteY12" fmla="*/ 503989 h 905044"/>
              <a:gd name="connsiteX13" fmla="*/ 737985 w 905044"/>
              <a:gd name="connsiteY13" fmla="*/ 503989 h 905044"/>
              <a:gd name="connsiteX14" fmla="*/ 737985 w 905044"/>
              <a:gd name="connsiteY14" fmla="*/ 637644 h 905044"/>
              <a:gd name="connsiteX15" fmla="*/ 702165 w 905044"/>
              <a:gd name="connsiteY15" fmla="*/ 682635 h 905044"/>
              <a:gd name="connsiteX16" fmla="*/ 668528 w 905044"/>
              <a:gd name="connsiteY16" fmla="*/ 640268 h 905044"/>
              <a:gd name="connsiteX17" fmla="*/ 668528 w 905044"/>
              <a:gd name="connsiteY17" fmla="*/ 503989 h 905044"/>
              <a:gd name="connsiteX18" fmla="*/ 99385 w 905044"/>
              <a:gd name="connsiteY18" fmla="*/ 503989 h 905044"/>
              <a:gd name="connsiteX19" fmla="*/ 99385 w 905044"/>
              <a:gd name="connsiteY19" fmla="*/ 730682 h 905044"/>
              <a:gd name="connsiteX20" fmla="*/ 165775 w 905044"/>
              <a:gd name="connsiteY20" fmla="*/ 730682 h 905044"/>
              <a:gd name="connsiteX21" fmla="*/ 165775 w 905044"/>
              <a:gd name="connsiteY21" fmla="*/ 503989 h 905044"/>
              <a:gd name="connsiteX22" fmla="*/ 468483 w 905044"/>
              <a:gd name="connsiteY22" fmla="*/ 498307 h 905044"/>
              <a:gd name="connsiteX23" fmla="*/ 381126 w 905044"/>
              <a:gd name="connsiteY23" fmla="*/ 513592 h 905044"/>
              <a:gd name="connsiteX24" fmla="*/ 381126 w 905044"/>
              <a:gd name="connsiteY24" fmla="*/ 566890 h 905044"/>
              <a:gd name="connsiteX25" fmla="*/ 458004 w 905044"/>
              <a:gd name="connsiteY25" fmla="*/ 550720 h 905044"/>
              <a:gd name="connsiteX26" fmla="*/ 505619 w 905044"/>
              <a:gd name="connsiteY26" fmla="*/ 589164 h 905044"/>
              <a:gd name="connsiteX27" fmla="*/ 483336 w 905044"/>
              <a:gd name="connsiteY27" fmla="*/ 588289 h 905044"/>
              <a:gd name="connsiteX28" fmla="*/ 369330 w 905044"/>
              <a:gd name="connsiteY28" fmla="*/ 666475 h 905044"/>
              <a:gd name="connsiteX29" fmla="*/ 447073 w 905044"/>
              <a:gd name="connsiteY29" fmla="*/ 736364 h 905044"/>
              <a:gd name="connsiteX30" fmla="*/ 506485 w 905044"/>
              <a:gd name="connsiteY30" fmla="*/ 707101 h 905044"/>
              <a:gd name="connsiteX31" fmla="*/ 507359 w 905044"/>
              <a:gd name="connsiteY31" fmla="*/ 730682 h 905044"/>
              <a:gd name="connsiteX32" fmla="*/ 569385 w 905044"/>
              <a:gd name="connsiteY32" fmla="*/ 730682 h 905044"/>
              <a:gd name="connsiteX33" fmla="*/ 569385 w 905044"/>
              <a:gd name="connsiteY33" fmla="*/ 597460 h 905044"/>
              <a:gd name="connsiteX34" fmla="*/ 468483 w 905044"/>
              <a:gd name="connsiteY34" fmla="*/ 498307 h 905044"/>
              <a:gd name="connsiteX35" fmla="*/ 290692 w 905044"/>
              <a:gd name="connsiteY35" fmla="*/ 435407 h 905044"/>
              <a:gd name="connsiteX36" fmla="*/ 224292 w 905044"/>
              <a:gd name="connsiteY36" fmla="*/ 447192 h 905044"/>
              <a:gd name="connsiteX37" fmla="*/ 224292 w 905044"/>
              <a:gd name="connsiteY37" fmla="*/ 503989 h 905044"/>
              <a:gd name="connsiteX38" fmla="*/ 191107 w 905044"/>
              <a:gd name="connsiteY38" fmla="*/ 503989 h 905044"/>
              <a:gd name="connsiteX39" fmla="*/ 191107 w 905044"/>
              <a:gd name="connsiteY39" fmla="*/ 555526 h 905044"/>
              <a:gd name="connsiteX40" fmla="*/ 224302 w 905044"/>
              <a:gd name="connsiteY40" fmla="*/ 555526 h 905044"/>
              <a:gd name="connsiteX41" fmla="*/ 224302 w 905044"/>
              <a:gd name="connsiteY41" fmla="*/ 652497 h 905044"/>
              <a:gd name="connsiteX42" fmla="*/ 304237 w 905044"/>
              <a:gd name="connsiteY42" fmla="*/ 735057 h 905044"/>
              <a:gd name="connsiteX43" fmla="*/ 345296 w 905044"/>
              <a:gd name="connsiteY43" fmla="*/ 730682 h 905044"/>
              <a:gd name="connsiteX44" fmla="*/ 345296 w 905044"/>
              <a:gd name="connsiteY44" fmla="*/ 680020 h 905044"/>
              <a:gd name="connsiteX45" fmla="*/ 321704 w 905044"/>
              <a:gd name="connsiteY45" fmla="*/ 682635 h 905044"/>
              <a:gd name="connsiteX46" fmla="*/ 290692 w 905044"/>
              <a:gd name="connsiteY46" fmla="*/ 648122 h 905044"/>
              <a:gd name="connsiteX47" fmla="*/ 290692 w 905044"/>
              <a:gd name="connsiteY47" fmla="*/ 555526 h 905044"/>
              <a:gd name="connsiteX48" fmla="*/ 348343 w 905044"/>
              <a:gd name="connsiteY48" fmla="*/ 555526 h 905044"/>
              <a:gd name="connsiteX49" fmla="*/ 348343 w 905044"/>
              <a:gd name="connsiteY49" fmla="*/ 503989 h 905044"/>
              <a:gd name="connsiteX50" fmla="*/ 290692 w 905044"/>
              <a:gd name="connsiteY50" fmla="*/ 503989 h 905044"/>
              <a:gd name="connsiteX51" fmla="*/ 761999 w 905044"/>
              <a:gd name="connsiteY51" fmla="*/ 415758 h 905044"/>
              <a:gd name="connsiteX52" fmla="*/ 651493 w 905044"/>
              <a:gd name="connsiteY52" fmla="*/ 435417 h 905044"/>
              <a:gd name="connsiteX53" fmla="*/ 651493 w 905044"/>
              <a:gd name="connsiteY53" fmla="*/ 473419 h 905044"/>
              <a:gd name="connsiteX54" fmla="*/ 761999 w 905044"/>
              <a:gd name="connsiteY54" fmla="*/ 473419 h 905044"/>
              <a:gd name="connsiteX55" fmla="*/ 761999 w 905044"/>
              <a:gd name="connsiteY55" fmla="*/ 473409 h 905044"/>
              <a:gd name="connsiteX56" fmla="*/ 132580 w 905044"/>
              <a:gd name="connsiteY56" fmla="*/ 404394 h 905044"/>
              <a:gd name="connsiteX57" fmla="*/ 93271 w 905044"/>
              <a:gd name="connsiteY57" fmla="*/ 442396 h 905044"/>
              <a:gd name="connsiteX58" fmla="*/ 132580 w 905044"/>
              <a:gd name="connsiteY58" fmla="*/ 480398 h 905044"/>
              <a:gd name="connsiteX59" fmla="*/ 171899 w 905044"/>
              <a:gd name="connsiteY59" fmla="*/ 442396 h 905044"/>
              <a:gd name="connsiteX60" fmla="*/ 132580 w 905044"/>
              <a:gd name="connsiteY60" fmla="*/ 404394 h 905044"/>
              <a:gd name="connsiteX61" fmla="*/ 452522 w 905044"/>
              <a:gd name="connsiteY61" fmla="*/ 0 h 905044"/>
              <a:gd name="connsiteX62" fmla="*/ 787720 w 905044"/>
              <a:gd name="connsiteY62" fmla="*/ 31656 h 905044"/>
              <a:gd name="connsiteX63" fmla="*/ 873388 w 905044"/>
              <a:gd name="connsiteY63" fmla="*/ 117324 h 905044"/>
              <a:gd name="connsiteX64" fmla="*/ 905044 w 905044"/>
              <a:gd name="connsiteY64" fmla="*/ 452523 h 905044"/>
              <a:gd name="connsiteX65" fmla="*/ 873388 w 905044"/>
              <a:gd name="connsiteY65" fmla="*/ 787720 h 905044"/>
              <a:gd name="connsiteX66" fmla="*/ 787720 w 905044"/>
              <a:gd name="connsiteY66" fmla="*/ 873388 h 905044"/>
              <a:gd name="connsiteX67" fmla="*/ 452522 w 905044"/>
              <a:gd name="connsiteY67" fmla="*/ 905044 h 905044"/>
              <a:gd name="connsiteX68" fmla="*/ 117324 w 905044"/>
              <a:gd name="connsiteY68" fmla="*/ 873388 h 905044"/>
              <a:gd name="connsiteX69" fmla="*/ 31656 w 905044"/>
              <a:gd name="connsiteY69" fmla="*/ 787720 h 905044"/>
              <a:gd name="connsiteX70" fmla="*/ 0 w 905044"/>
              <a:gd name="connsiteY70" fmla="*/ 452523 h 905044"/>
              <a:gd name="connsiteX71" fmla="*/ 31656 w 905044"/>
              <a:gd name="connsiteY71" fmla="*/ 117324 h 905044"/>
              <a:gd name="connsiteX72" fmla="*/ 117324 w 905044"/>
              <a:gd name="connsiteY72" fmla="*/ 31656 h 905044"/>
              <a:gd name="connsiteX73" fmla="*/ 452522 w 905044"/>
              <a:gd name="connsiteY73" fmla="*/ 0 h 90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905044" h="905044">
                <a:moveTo>
                  <a:pt x="489439" y="629348"/>
                </a:moveTo>
                <a:cubicBezTo>
                  <a:pt x="494679" y="629348"/>
                  <a:pt x="502985" y="629791"/>
                  <a:pt x="506042" y="630233"/>
                </a:cubicBezTo>
                <a:lnTo>
                  <a:pt x="506042" y="648133"/>
                </a:lnTo>
                <a:cubicBezTo>
                  <a:pt x="506042" y="672167"/>
                  <a:pt x="489872" y="688759"/>
                  <a:pt x="466723" y="688759"/>
                </a:cubicBezTo>
                <a:cubicBezTo>
                  <a:pt x="446189" y="688759"/>
                  <a:pt x="433528" y="679588"/>
                  <a:pt x="433528" y="661235"/>
                </a:cubicBezTo>
                <a:cubicBezTo>
                  <a:pt x="433528" y="640268"/>
                  <a:pt x="453630" y="629348"/>
                  <a:pt x="489439" y="629348"/>
                </a:cubicBezTo>
                <a:close/>
                <a:moveTo>
                  <a:pt x="602138" y="503989"/>
                </a:moveTo>
                <a:lnTo>
                  <a:pt x="602138" y="651190"/>
                </a:lnTo>
                <a:cubicBezTo>
                  <a:pt x="602148" y="703169"/>
                  <a:pt x="631844" y="736364"/>
                  <a:pt x="678574" y="736364"/>
                </a:cubicBezTo>
                <a:cubicBezTo>
                  <a:pt x="706097" y="736364"/>
                  <a:pt x="724882" y="726308"/>
                  <a:pt x="739725" y="706226"/>
                </a:cubicBezTo>
                <a:lnTo>
                  <a:pt x="740600" y="730682"/>
                </a:lnTo>
                <a:lnTo>
                  <a:pt x="804375" y="730682"/>
                </a:lnTo>
                <a:lnTo>
                  <a:pt x="804375" y="503989"/>
                </a:lnTo>
                <a:lnTo>
                  <a:pt x="737985" y="503989"/>
                </a:lnTo>
                <a:lnTo>
                  <a:pt x="737985" y="637644"/>
                </a:lnTo>
                <a:cubicBezTo>
                  <a:pt x="737985" y="665167"/>
                  <a:pt x="724439" y="682635"/>
                  <a:pt x="702165" y="682635"/>
                </a:cubicBezTo>
                <a:cubicBezTo>
                  <a:pt x="680324" y="682635"/>
                  <a:pt x="668528" y="667782"/>
                  <a:pt x="668528" y="640268"/>
                </a:cubicBezTo>
                <a:lnTo>
                  <a:pt x="668528" y="503989"/>
                </a:lnTo>
                <a:close/>
                <a:moveTo>
                  <a:pt x="99385" y="503989"/>
                </a:moveTo>
                <a:lnTo>
                  <a:pt x="99385" y="730682"/>
                </a:lnTo>
                <a:lnTo>
                  <a:pt x="165775" y="730682"/>
                </a:lnTo>
                <a:lnTo>
                  <a:pt x="165775" y="503989"/>
                </a:lnTo>
                <a:close/>
                <a:moveTo>
                  <a:pt x="468483" y="498307"/>
                </a:moveTo>
                <a:cubicBezTo>
                  <a:pt x="435298" y="498307"/>
                  <a:pt x="407775" y="503547"/>
                  <a:pt x="381126" y="513592"/>
                </a:cubicBezTo>
                <a:lnTo>
                  <a:pt x="381126" y="566890"/>
                </a:lnTo>
                <a:cubicBezTo>
                  <a:pt x="407332" y="556834"/>
                  <a:pt x="433538" y="550720"/>
                  <a:pt x="458004" y="550720"/>
                </a:cubicBezTo>
                <a:cubicBezTo>
                  <a:pt x="488575" y="550720"/>
                  <a:pt x="505619" y="564697"/>
                  <a:pt x="505619" y="589164"/>
                </a:cubicBezTo>
                <a:cubicBezTo>
                  <a:pt x="500381" y="588731"/>
                  <a:pt x="491642" y="588289"/>
                  <a:pt x="483336" y="588289"/>
                </a:cubicBezTo>
                <a:cubicBezTo>
                  <a:pt x="413446" y="588289"/>
                  <a:pt x="369330" y="617120"/>
                  <a:pt x="369330" y="666475"/>
                </a:cubicBezTo>
                <a:cubicBezTo>
                  <a:pt x="369320" y="709283"/>
                  <a:pt x="399458" y="736364"/>
                  <a:pt x="447073" y="736364"/>
                </a:cubicBezTo>
                <a:cubicBezTo>
                  <a:pt x="473722" y="736364"/>
                  <a:pt x="492939" y="725443"/>
                  <a:pt x="506485" y="707101"/>
                </a:cubicBezTo>
                <a:lnTo>
                  <a:pt x="507359" y="730682"/>
                </a:lnTo>
                <a:lnTo>
                  <a:pt x="569385" y="730682"/>
                </a:lnTo>
                <a:lnTo>
                  <a:pt x="569385" y="597460"/>
                </a:lnTo>
                <a:cubicBezTo>
                  <a:pt x="569385" y="532820"/>
                  <a:pt x="533133" y="498307"/>
                  <a:pt x="468483" y="498307"/>
                </a:cubicBezTo>
                <a:close/>
                <a:moveTo>
                  <a:pt x="290692" y="435407"/>
                </a:moveTo>
                <a:lnTo>
                  <a:pt x="224292" y="447192"/>
                </a:lnTo>
                <a:lnTo>
                  <a:pt x="224292" y="503989"/>
                </a:lnTo>
                <a:lnTo>
                  <a:pt x="191107" y="503989"/>
                </a:lnTo>
                <a:lnTo>
                  <a:pt x="191107" y="555526"/>
                </a:lnTo>
                <a:lnTo>
                  <a:pt x="224302" y="555526"/>
                </a:lnTo>
                <a:lnTo>
                  <a:pt x="224302" y="652497"/>
                </a:lnTo>
                <a:cubicBezTo>
                  <a:pt x="224302" y="707534"/>
                  <a:pt x="253142" y="735057"/>
                  <a:pt x="304237" y="735057"/>
                </a:cubicBezTo>
                <a:cubicBezTo>
                  <a:pt x="322589" y="735057"/>
                  <a:pt x="337875" y="732865"/>
                  <a:pt x="345296" y="730682"/>
                </a:cubicBezTo>
                <a:lnTo>
                  <a:pt x="345296" y="680020"/>
                </a:lnTo>
                <a:cubicBezTo>
                  <a:pt x="340489" y="681328"/>
                  <a:pt x="331751" y="682635"/>
                  <a:pt x="321704" y="682635"/>
                </a:cubicBezTo>
                <a:cubicBezTo>
                  <a:pt x="300305" y="682635"/>
                  <a:pt x="290692" y="672157"/>
                  <a:pt x="290692" y="648122"/>
                </a:cubicBezTo>
                <a:lnTo>
                  <a:pt x="290692" y="555526"/>
                </a:lnTo>
                <a:lnTo>
                  <a:pt x="348343" y="555526"/>
                </a:lnTo>
                <a:lnTo>
                  <a:pt x="348343" y="503989"/>
                </a:lnTo>
                <a:lnTo>
                  <a:pt x="290692" y="503989"/>
                </a:lnTo>
                <a:close/>
                <a:moveTo>
                  <a:pt x="761999" y="415758"/>
                </a:moveTo>
                <a:lnTo>
                  <a:pt x="651493" y="435417"/>
                </a:lnTo>
                <a:lnTo>
                  <a:pt x="651493" y="473419"/>
                </a:lnTo>
                <a:lnTo>
                  <a:pt x="761999" y="473419"/>
                </a:lnTo>
                <a:lnTo>
                  <a:pt x="761999" y="473409"/>
                </a:lnTo>
                <a:close/>
                <a:moveTo>
                  <a:pt x="132580" y="404394"/>
                </a:moveTo>
                <a:cubicBezTo>
                  <a:pt x="109431" y="404394"/>
                  <a:pt x="93271" y="420122"/>
                  <a:pt x="93271" y="442396"/>
                </a:cubicBezTo>
                <a:cubicBezTo>
                  <a:pt x="93271" y="465112"/>
                  <a:pt x="109431" y="480398"/>
                  <a:pt x="132580" y="480398"/>
                </a:cubicBezTo>
                <a:cubicBezTo>
                  <a:pt x="155739" y="480398"/>
                  <a:pt x="171899" y="464680"/>
                  <a:pt x="171899" y="442396"/>
                </a:cubicBezTo>
                <a:cubicBezTo>
                  <a:pt x="171899" y="419679"/>
                  <a:pt x="155739" y="404394"/>
                  <a:pt x="132580" y="404394"/>
                </a:cubicBezTo>
                <a:close/>
                <a:moveTo>
                  <a:pt x="452522" y="0"/>
                </a:moveTo>
                <a:cubicBezTo>
                  <a:pt x="584739" y="0"/>
                  <a:pt x="705784" y="11172"/>
                  <a:pt x="787720" y="31656"/>
                </a:cubicBezTo>
                <a:cubicBezTo>
                  <a:pt x="838000" y="42829"/>
                  <a:pt x="864076" y="72625"/>
                  <a:pt x="873388" y="117324"/>
                </a:cubicBezTo>
                <a:cubicBezTo>
                  <a:pt x="892012" y="195530"/>
                  <a:pt x="905044" y="320305"/>
                  <a:pt x="905044" y="452523"/>
                </a:cubicBezTo>
                <a:cubicBezTo>
                  <a:pt x="905044" y="584739"/>
                  <a:pt x="892012" y="709514"/>
                  <a:pt x="873388" y="787720"/>
                </a:cubicBezTo>
                <a:cubicBezTo>
                  <a:pt x="864076" y="832409"/>
                  <a:pt x="838000" y="862205"/>
                  <a:pt x="787720" y="873388"/>
                </a:cubicBezTo>
                <a:cubicBezTo>
                  <a:pt x="705784" y="893872"/>
                  <a:pt x="584739" y="905044"/>
                  <a:pt x="452522" y="905044"/>
                </a:cubicBezTo>
                <a:cubicBezTo>
                  <a:pt x="320305" y="905044"/>
                  <a:pt x="199260" y="893872"/>
                  <a:pt x="117324" y="873388"/>
                </a:cubicBezTo>
                <a:cubicBezTo>
                  <a:pt x="67044" y="862215"/>
                  <a:pt x="40969" y="832419"/>
                  <a:pt x="31656" y="787720"/>
                </a:cubicBezTo>
                <a:cubicBezTo>
                  <a:pt x="13032" y="709514"/>
                  <a:pt x="0" y="584739"/>
                  <a:pt x="0" y="452523"/>
                </a:cubicBezTo>
                <a:cubicBezTo>
                  <a:pt x="0" y="320305"/>
                  <a:pt x="13032" y="195530"/>
                  <a:pt x="31656" y="117324"/>
                </a:cubicBezTo>
                <a:cubicBezTo>
                  <a:pt x="40969" y="72635"/>
                  <a:pt x="67044" y="42839"/>
                  <a:pt x="117324" y="31656"/>
                </a:cubicBezTo>
                <a:cubicBezTo>
                  <a:pt x="199260" y="11172"/>
                  <a:pt x="320305" y="0"/>
                  <a:pt x="45252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2" name="Espaço Reservado para Texto 19">
            <a:extLst>
              <a:ext uri="{FF2B5EF4-FFF2-40B4-BE49-F238E27FC236}">
                <a16:creationId xmlns:a16="http://schemas.microsoft.com/office/drawing/2014/main" id="{8806272E-811C-2894-C39A-2BCD6AEFDD1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52404" y="4233847"/>
            <a:ext cx="4595871" cy="102220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Exemplo de título da apresentação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3AE5416D-D6E6-A37B-B033-C5FF9EE2A7CF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C0CBE982-95EB-97A2-3CAF-6A2114BF0339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736D218B-164B-FEB8-32C4-87E797B2EAE5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344825A6-AD06-4309-BB5C-864B2606A1FD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2D5FBFBE-5418-438E-EAFC-0B6D32879100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908C932A-E3B6-F354-D731-D06960310E35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A7477FF9-0BBF-3286-59EA-55CCD8231BEC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CA6B28FE-70A1-11E0-FF27-7746EE3826F0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31A27FAC-BF22-C3EF-422B-F064AE8B972D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0EACE559-0DBE-BCAB-DF66-476541528D65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27D819CB-9028-CA95-AD1A-93C3C0803C11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11D7C210-D022-D065-26F1-F0C70B0AE379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A737DCC6-FEB5-9BD4-4EFE-B63C95F59AFB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904DE21-A77B-4FB1-9380-5581E214B247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151C9340-693A-DEEB-70F6-67F86C6DFC53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40C784BC-DFCE-CD12-F303-203A9DB5C726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5F452300-27F8-B186-1068-21F29EBE3BDD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41DD9E10-DBAF-9E69-EFA8-28D0E728F1F4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E47EFB3E-9BDE-CBD6-AEA9-633B004C3768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DB9A688B-8EE2-BD93-059C-6549FCD44979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EBAFC4EC-6FA2-A5F8-270C-3FD44EC427E5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643E65CD-61A3-BF19-2BE0-52CEF9BF8CA8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4A742842-44B2-D53D-91DD-0532182BC090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F5C3D38C-F34E-9E04-B4B2-38785879E372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35" name="Retângulo: Cantos Arredondados 34">
              <a:extLst>
                <a:ext uri="{FF2B5EF4-FFF2-40B4-BE49-F238E27FC236}">
                  <a16:creationId xmlns:a16="http://schemas.microsoft.com/office/drawing/2014/main" id="{05794B69-8228-D0F0-418B-74FE0B441D0A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6" name="Retângulo: Cantos Arredondados 35">
              <a:extLst>
                <a:ext uri="{FF2B5EF4-FFF2-40B4-BE49-F238E27FC236}">
                  <a16:creationId xmlns:a16="http://schemas.microsoft.com/office/drawing/2014/main" id="{73249299-6E18-2B96-7E6A-51444553AA8C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89684C13-88B0-5299-31AA-7BA3076C964A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3675AC99-BA19-B70E-4331-5DEE9E398D4F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  <p:pic>
        <p:nvPicPr>
          <p:cNvPr id="53" name="Gráfico 52">
            <a:extLst>
              <a:ext uri="{FF2B5EF4-FFF2-40B4-BE49-F238E27FC236}">
                <a16:creationId xmlns:a16="http://schemas.microsoft.com/office/drawing/2014/main" id="{15A60889-250A-D8DF-1EE6-B9B588341F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45506" r="24499" b="20077"/>
          <a:stretch>
            <a:fillRect/>
          </a:stretch>
        </p:blipFill>
        <p:spPr>
          <a:xfrm>
            <a:off x="2497892" y="0"/>
            <a:ext cx="9694108" cy="6858000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2967CE4-402B-E101-5E83-73385FD31A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131" y="-1018475"/>
            <a:ext cx="9048705" cy="904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05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 1 fundo cla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B10B14B1-838A-4B5A-C00C-F9ADD1687A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5338" t="670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Espaço Reservado para Texto 19">
            <a:extLst>
              <a:ext uri="{FF2B5EF4-FFF2-40B4-BE49-F238E27FC236}">
                <a16:creationId xmlns:a16="http://schemas.microsoft.com/office/drawing/2014/main" id="{BBC38991-BA6C-35FD-C099-5974586FAB3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371007" y="3722086"/>
            <a:ext cx="589407" cy="560538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4000">
                <a:solidFill>
                  <a:schemeClr val="accent4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1.</a:t>
            </a:r>
          </a:p>
        </p:txBody>
      </p:sp>
      <p:sp>
        <p:nvSpPr>
          <p:cNvPr id="18" name="Espaço Reservado para Texto 19">
            <a:extLst>
              <a:ext uri="{FF2B5EF4-FFF2-40B4-BE49-F238E27FC236}">
                <a16:creationId xmlns:a16="http://schemas.microsoft.com/office/drawing/2014/main" id="{95CB7B9D-9D44-6188-60E4-DD5D5E637A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371008" y="4347270"/>
            <a:ext cx="2044090" cy="92627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br>
              <a:rPr lang="pt-BR" dirty="0"/>
            </a:b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consectetuer</a:t>
            </a:r>
            <a:r>
              <a:rPr lang="pt-BR" dirty="0"/>
              <a:t> </a:t>
            </a:r>
            <a:r>
              <a:rPr lang="pt-BR" dirty="0" err="1"/>
              <a:t>adipiscing</a:t>
            </a:r>
            <a:r>
              <a:rPr lang="pt-BR" dirty="0"/>
              <a:t> </a:t>
            </a:r>
            <a:r>
              <a:rPr lang="pt-BR" dirty="0" err="1"/>
              <a:t>elit</a:t>
            </a:r>
            <a:endParaRPr lang="pt-BR" dirty="0"/>
          </a:p>
        </p:txBody>
      </p:sp>
      <p:sp>
        <p:nvSpPr>
          <p:cNvPr id="19" name="Espaço Reservado para Texto 19">
            <a:extLst>
              <a:ext uri="{FF2B5EF4-FFF2-40B4-BE49-F238E27FC236}">
                <a16:creationId xmlns:a16="http://schemas.microsoft.com/office/drawing/2014/main" id="{AE9E10FF-3B2F-ED68-6188-30ADA27952D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51495" y="3560134"/>
            <a:ext cx="2880705" cy="79464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6000" spc="-150">
                <a:solidFill>
                  <a:schemeClr val="accent4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Agenda</a:t>
            </a:r>
          </a:p>
        </p:txBody>
      </p:sp>
      <p:sp>
        <p:nvSpPr>
          <p:cNvPr id="20" name="Espaço Reservado para Texto 19">
            <a:extLst>
              <a:ext uri="{FF2B5EF4-FFF2-40B4-BE49-F238E27FC236}">
                <a16:creationId xmlns:a16="http://schemas.microsoft.com/office/drawing/2014/main" id="{83070D8F-4FCB-67DB-7E96-A76D61C449D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568877" y="3722086"/>
            <a:ext cx="589407" cy="560538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4000">
                <a:solidFill>
                  <a:schemeClr val="accent4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2.</a:t>
            </a:r>
          </a:p>
        </p:txBody>
      </p:sp>
      <p:sp>
        <p:nvSpPr>
          <p:cNvPr id="21" name="Espaço Reservado para Texto 19">
            <a:extLst>
              <a:ext uri="{FF2B5EF4-FFF2-40B4-BE49-F238E27FC236}">
                <a16:creationId xmlns:a16="http://schemas.microsoft.com/office/drawing/2014/main" id="{65AE1093-FBD0-0E2A-1A85-28F7615BE4E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7568878" y="4347270"/>
            <a:ext cx="2044090" cy="92627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br>
              <a:rPr lang="pt-BR" dirty="0"/>
            </a:b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consectetuer</a:t>
            </a:r>
            <a:r>
              <a:rPr lang="pt-BR" dirty="0"/>
              <a:t> </a:t>
            </a:r>
            <a:r>
              <a:rPr lang="pt-BR" dirty="0" err="1"/>
              <a:t>adipiscing</a:t>
            </a:r>
            <a:r>
              <a:rPr lang="pt-BR" dirty="0"/>
              <a:t> </a:t>
            </a:r>
            <a:r>
              <a:rPr lang="pt-BR" dirty="0" err="1"/>
              <a:t>elit</a:t>
            </a:r>
            <a:endParaRPr lang="pt-BR" dirty="0"/>
          </a:p>
        </p:txBody>
      </p:sp>
      <p:sp>
        <p:nvSpPr>
          <p:cNvPr id="22" name="Espaço Reservado para Texto 19">
            <a:extLst>
              <a:ext uri="{FF2B5EF4-FFF2-40B4-BE49-F238E27FC236}">
                <a16:creationId xmlns:a16="http://schemas.microsoft.com/office/drawing/2014/main" id="{B9162B03-B7A2-BD07-5070-89CBA269E704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732055" y="3722086"/>
            <a:ext cx="589407" cy="560538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4000">
                <a:solidFill>
                  <a:schemeClr val="accent4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3.</a:t>
            </a:r>
          </a:p>
        </p:txBody>
      </p:sp>
      <p:sp>
        <p:nvSpPr>
          <p:cNvPr id="23" name="Espaço Reservado para Texto 19">
            <a:extLst>
              <a:ext uri="{FF2B5EF4-FFF2-40B4-BE49-F238E27FC236}">
                <a16:creationId xmlns:a16="http://schemas.microsoft.com/office/drawing/2014/main" id="{C413C126-7B31-C147-8EC0-02584C0EBF69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9732056" y="4347270"/>
            <a:ext cx="2044090" cy="92627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br>
              <a:rPr lang="pt-BR" dirty="0"/>
            </a:b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consectetuer</a:t>
            </a:r>
            <a:r>
              <a:rPr lang="pt-BR" dirty="0"/>
              <a:t> </a:t>
            </a:r>
            <a:r>
              <a:rPr lang="pt-BR" dirty="0" err="1"/>
              <a:t>adipiscing</a:t>
            </a:r>
            <a:r>
              <a:rPr lang="pt-BR" dirty="0"/>
              <a:t> </a:t>
            </a:r>
            <a:r>
              <a:rPr lang="pt-BR" dirty="0" err="1"/>
              <a:t>elit</a:t>
            </a:r>
            <a:endParaRPr lang="pt-BR" dirty="0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470A2E18-2EFB-72BB-8724-AC8AFCA04F78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BB1A69DE-3027-A699-C5BE-F94DFF41BDB9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FABB3EAE-E1C2-5736-844D-F937CDE001AA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6ADCD8BC-467C-496D-9DAD-2756D7316A0B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9CB9F522-62D6-4D9A-8CA7-E82C08C51945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E624F796-C24A-CD8B-B449-6BA34A8D4BC0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76E1EACB-C7A1-540F-D6BF-2BF12B019411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31E10B14-6697-4167-653F-3FC6827DC91D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E2C374A4-8585-7B29-CA22-0D2AFF48633C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2AFD3589-7287-2954-D302-683E3F327E94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E5CF119B-2244-44F4-5059-45D7F37916E7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944B3BE7-BD31-D80D-FBAB-8531F29F62CB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9743E060-50C7-2D20-4CE7-EA063748A447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89E35DD-49C6-BFAD-5A47-DADE572043E4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1C8D8A99-7D61-BEF5-CA5B-250F6E51D869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0D396FBF-0FCE-648A-7FA8-0B88FB34C318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038CD3CE-6CEB-353C-C47A-3E86AB1F881E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54686EB-60F6-068E-AD1C-DED37B244416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F3D331EB-F6E4-F789-225F-CF3D128D6B0D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4D3F68C4-B8E9-9928-544A-04FA35445D23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9D4227DD-7A00-8F37-13CD-B579EA34B751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4BE32318-EAD9-CF79-CEEC-689ECEC2B9C7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CBC4E9DB-3BAE-6211-0EAD-5C35675C3B08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5C5609A0-6269-A2CB-4DAA-AB11F290E7B8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37" name="Retângulo: Cantos Arredondados 36">
              <a:extLst>
                <a:ext uri="{FF2B5EF4-FFF2-40B4-BE49-F238E27FC236}">
                  <a16:creationId xmlns:a16="http://schemas.microsoft.com/office/drawing/2014/main" id="{B6221F2E-A450-FCBE-A9EA-47BB369538BE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8" name="Retângulo: Cantos Arredondados 37">
              <a:extLst>
                <a:ext uri="{FF2B5EF4-FFF2-40B4-BE49-F238E27FC236}">
                  <a16:creationId xmlns:a16="http://schemas.microsoft.com/office/drawing/2014/main" id="{54F75BAD-C1E5-AEDA-D824-7FEACBADB11A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B7FFE622-7BFA-D9B5-2366-8D3681168ECC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44985FD6-4C8E-96B5-750A-9792409EFC28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541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 1 fundo escu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47879034-04B2-73F8-B2E5-F4D10EDCFF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5689" t="672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Espaço Reservado para Texto 19">
            <a:extLst>
              <a:ext uri="{FF2B5EF4-FFF2-40B4-BE49-F238E27FC236}">
                <a16:creationId xmlns:a16="http://schemas.microsoft.com/office/drawing/2014/main" id="{5AF88E5A-2C02-FCD0-6A9E-83493A1BFD9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371007" y="3722086"/>
            <a:ext cx="589407" cy="560538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1.</a:t>
            </a:r>
          </a:p>
        </p:txBody>
      </p:sp>
      <p:sp>
        <p:nvSpPr>
          <p:cNvPr id="40" name="Espaço Reservado para Texto 19">
            <a:extLst>
              <a:ext uri="{FF2B5EF4-FFF2-40B4-BE49-F238E27FC236}">
                <a16:creationId xmlns:a16="http://schemas.microsoft.com/office/drawing/2014/main" id="{BAC31794-7D52-C901-FCFE-E88ED731778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371008" y="4347270"/>
            <a:ext cx="2044090" cy="92627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br>
              <a:rPr lang="pt-BR" dirty="0"/>
            </a:b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consectetuer</a:t>
            </a:r>
            <a:r>
              <a:rPr lang="pt-BR" dirty="0"/>
              <a:t> </a:t>
            </a:r>
            <a:r>
              <a:rPr lang="pt-BR" dirty="0" err="1"/>
              <a:t>adipiscing</a:t>
            </a:r>
            <a:r>
              <a:rPr lang="pt-BR" dirty="0"/>
              <a:t> </a:t>
            </a:r>
            <a:r>
              <a:rPr lang="pt-BR" dirty="0" err="1"/>
              <a:t>elit</a:t>
            </a:r>
            <a:endParaRPr lang="pt-BR" dirty="0"/>
          </a:p>
        </p:txBody>
      </p:sp>
      <p:sp>
        <p:nvSpPr>
          <p:cNvPr id="38" name="Espaço Reservado para Texto 19">
            <a:extLst>
              <a:ext uri="{FF2B5EF4-FFF2-40B4-BE49-F238E27FC236}">
                <a16:creationId xmlns:a16="http://schemas.microsoft.com/office/drawing/2014/main" id="{F72EE41E-071C-3076-472F-FA258EE5044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51495" y="3560134"/>
            <a:ext cx="2880705" cy="79464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6000" spc="-150">
                <a:solidFill>
                  <a:schemeClr val="bg1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Agenda</a:t>
            </a:r>
          </a:p>
        </p:txBody>
      </p:sp>
      <p:sp>
        <p:nvSpPr>
          <p:cNvPr id="41" name="Espaço Reservado para Texto 19">
            <a:extLst>
              <a:ext uri="{FF2B5EF4-FFF2-40B4-BE49-F238E27FC236}">
                <a16:creationId xmlns:a16="http://schemas.microsoft.com/office/drawing/2014/main" id="{7C40F306-3CB7-ADD0-7914-D583C3CC2109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568877" y="3722086"/>
            <a:ext cx="589407" cy="560538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2.</a:t>
            </a:r>
          </a:p>
        </p:txBody>
      </p:sp>
      <p:sp>
        <p:nvSpPr>
          <p:cNvPr id="42" name="Espaço Reservado para Texto 19">
            <a:extLst>
              <a:ext uri="{FF2B5EF4-FFF2-40B4-BE49-F238E27FC236}">
                <a16:creationId xmlns:a16="http://schemas.microsoft.com/office/drawing/2014/main" id="{F6B2D92A-77D9-DAD1-4145-16A3D4771679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7568878" y="4347270"/>
            <a:ext cx="2044090" cy="92627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br>
              <a:rPr lang="pt-BR" dirty="0"/>
            </a:b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consectetuer</a:t>
            </a:r>
            <a:r>
              <a:rPr lang="pt-BR" dirty="0"/>
              <a:t> </a:t>
            </a:r>
            <a:r>
              <a:rPr lang="pt-BR" dirty="0" err="1"/>
              <a:t>adipiscing</a:t>
            </a:r>
            <a:r>
              <a:rPr lang="pt-BR" dirty="0"/>
              <a:t> </a:t>
            </a:r>
            <a:r>
              <a:rPr lang="pt-BR" dirty="0" err="1"/>
              <a:t>elit</a:t>
            </a:r>
            <a:endParaRPr lang="pt-BR" dirty="0"/>
          </a:p>
        </p:txBody>
      </p:sp>
      <p:sp>
        <p:nvSpPr>
          <p:cNvPr id="44" name="Espaço Reservado para Texto 19">
            <a:extLst>
              <a:ext uri="{FF2B5EF4-FFF2-40B4-BE49-F238E27FC236}">
                <a16:creationId xmlns:a16="http://schemas.microsoft.com/office/drawing/2014/main" id="{1E041528-AE12-59B4-16F8-737E24DC848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732055" y="3722086"/>
            <a:ext cx="589407" cy="560538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4000">
                <a:solidFill>
                  <a:schemeClr val="bg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3.</a:t>
            </a:r>
          </a:p>
        </p:txBody>
      </p:sp>
      <p:sp>
        <p:nvSpPr>
          <p:cNvPr id="45" name="Espaço Reservado para Texto 19">
            <a:extLst>
              <a:ext uri="{FF2B5EF4-FFF2-40B4-BE49-F238E27FC236}">
                <a16:creationId xmlns:a16="http://schemas.microsoft.com/office/drawing/2014/main" id="{C34F7680-1658-6B0C-727C-5E56E5EE3419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9732056" y="4347270"/>
            <a:ext cx="2044090" cy="92627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br>
              <a:rPr lang="pt-BR" dirty="0"/>
            </a:b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consectetuer</a:t>
            </a:r>
            <a:r>
              <a:rPr lang="pt-BR" dirty="0"/>
              <a:t> </a:t>
            </a:r>
            <a:r>
              <a:rPr lang="pt-BR" dirty="0" err="1"/>
              <a:t>adipiscing</a:t>
            </a:r>
            <a:r>
              <a:rPr lang="pt-BR" dirty="0"/>
              <a:t> </a:t>
            </a:r>
            <a:r>
              <a:rPr lang="pt-BR" dirty="0" err="1"/>
              <a:t>elit</a:t>
            </a:r>
            <a:endParaRPr lang="pt-BR" dirty="0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EB674ED7-B6CB-0E9A-E1ED-F2DDC9CD7C3F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E95D3416-DE00-EAF1-6B76-AFFAA2137204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9700E2EE-946A-DA02-E292-473262D5424B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2FE0E47A-2444-E252-E20A-181F07CF23D8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47ED7C2D-B4E1-4EFB-453C-F2202F6F11B0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40B7F87A-3275-0F46-CE11-0929575F26AC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9FD111BC-8DD1-F6BA-DABE-6A558EC419E5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0051F9F6-3E0B-6F52-B3A2-D4E99D2524F8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9FC37462-6E9F-F829-20DA-0B2708EF0540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2281E593-B96A-C50C-C91B-2AD8DF015E88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DCE0DAD8-2DB7-B3B5-0102-674CB956396D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B1101ACA-7A1F-E40F-039B-09C0377FEEEC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B59E007D-D45D-1178-EBA9-0F7978805695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7D646A4-DE88-88BD-1E91-E5658C9E0A20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B53FAF74-BA54-DFA7-ADC8-213AB81496D1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5A0DA918-F28F-97AD-BFA3-BCE5FC6D9E0A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9C0D7020-2734-F90F-48D5-370AB5E05FEB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EC0F061F-E057-4317-A07F-8EEE0BC25300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E3A5874E-A3A5-9440-495D-6ECAAD9AA04D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B0E173E3-C1F8-D575-9A78-5539F50D793B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386314D4-2370-695B-953B-190ED4BCFFD4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A3ADD824-B500-6201-AE6E-C1377AE82771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6B2AA381-018F-8B42-E47E-C4D738019440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6ED97DB2-CB5C-B86C-87C4-60D3206BF2E7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D7968BE5-39B9-5F7D-6333-AF611D7126F9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4096E52B-6704-A67B-8B1B-0FEEC412151A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BE60F8E8-AE16-05EE-C9B3-34C427A41FD4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7F1E1120-537A-3A14-382E-05E42FC2C0AE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763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 2 fundo cla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Texto 19">
            <a:extLst>
              <a:ext uri="{FF2B5EF4-FFF2-40B4-BE49-F238E27FC236}">
                <a16:creationId xmlns:a16="http://schemas.microsoft.com/office/drawing/2014/main" id="{6543FCBC-14BC-9E24-BD95-A4A49334110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308586" y="4921997"/>
            <a:ext cx="2589776" cy="56323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consectetuer</a:t>
            </a:r>
            <a:endParaRPr lang="pt-BR" dirty="0"/>
          </a:p>
        </p:txBody>
      </p:sp>
      <p:sp>
        <p:nvSpPr>
          <p:cNvPr id="15" name="Espaço Reservado para Texto 19">
            <a:extLst>
              <a:ext uri="{FF2B5EF4-FFF2-40B4-BE49-F238E27FC236}">
                <a16:creationId xmlns:a16="http://schemas.microsoft.com/office/drawing/2014/main" id="{9F65CB37-E06D-4C7F-3ED6-12DFF079CD7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410186" y="4524624"/>
            <a:ext cx="455065" cy="43704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kumimoji="0" lang="pt-BR" b="0" i="0" u="none" strike="noStrike" cap="none" spc="-150" normalizeH="0" baseline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fontAlgn="auto">
              <a:lnSpc>
                <a:spcPct val="80000"/>
              </a:lnSpc>
              <a:spcAft>
                <a:spcPts val="0"/>
              </a:spcAft>
              <a:buClrTx/>
              <a:buSzTx/>
              <a:buNone/>
              <a:tabLst/>
            </a:pPr>
            <a:r>
              <a:rPr lang="pt-BR"/>
              <a:t>1 .</a:t>
            </a:r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64A1479F-E270-4887-6BDB-7DAF827202A8}"/>
              </a:ext>
            </a:extLst>
          </p:cNvPr>
          <p:cNvSpPr/>
          <p:nvPr userDrawn="1"/>
        </p:nvSpPr>
        <p:spPr>
          <a:xfrm>
            <a:off x="-1" y="-1"/>
            <a:ext cx="8382130" cy="3446506"/>
          </a:xfrm>
          <a:custGeom>
            <a:avLst/>
            <a:gdLst>
              <a:gd name="connsiteX0" fmla="*/ 8356884 w 8382130"/>
              <a:gd name="connsiteY0" fmla="*/ 0 h 3446506"/>
              <a:gd name="connsiteX1" fmla="*/ 8382130 w 8382130"/>
              <a:gd name="connsiteY1" fmla="*/ 0 h 3446506"/>
              <a:gd name="connsiteX2" fmla="*/ 8372717 w 8382130"/>
              <a:gd name="connsiteY2" fmla="*/ 93340 h 3446506"/>
              <a:gd name="connsiteX3" fmla="*/ 8080052 w 8382130"/>
              <a:gd name="connsiteY3" fmla="*/ 1840887 h 3446506"/>
              <a:gd name="connsiteX4" fmla="*/ 6907672 w 8382130"/>
              <a:gd name="connsiteY4" fmla="*/ 3013267 h 3446506"/>
              <a:gd name="connsiteX5" fmla="*/ 2318996 w 8382130"/>
              <a:gd name="connsiteY5" fmla="*/ 3446506 h 3446506"/>
              <a:gd name="connsiteX6" fmla="*/ 354045 w 8382130"/>
              <a:gd name="connsiteY6" fmla="*/ 3376675 h 3446506"/>
              <a:gd name="connsiteX7" fmla="*/ 0 w 8382130"/>
              <a:gd name="connsiteY7" fmla="*/ 3346821 h 3446506"/>
              <a:gd name="connsiteX8" fmla="*/ 0 w 8382130"/>
              <a:gd name="connsiteY8" fmla="*/ 3321652 h 3446506"/>
              <a:gd name="connsiteX9" fmla="*/ 373078 w 8382130"/>
              <a:gd name="connsiteY9" fmla="*/ 3352947 h 3446506"/>
              <a:gd name="connsiteX10" fmla="*/ 2318996 w 8382130"/>
              <a:gd name="connsiteY10" fmla="*/ 3421638 h 3446506"/>
              <a:gd name="connsiteX11" fmla="*/ 4888059 w 8382130"/>
              <a:gd name="connsiteY11" fmla="*/ 3300676 h 3446506"/>
              <a:gd name="connsiteX12" fmla="*/ 6901799 w 8382130"/>
              <a:gd name="connsiteY12" fmla="*/ 2988900 h 3446506"/>
              <a:gd name="connsiteX13" fmla="*/ 6902549 w 8382130"/>
              <a:gd name="connsiteY13" fmla="*/ 2988775 h 3446506"/>
              <a:gd name="connsiteX14" fmla="*/ 7648438 w 8382130"/>
              <a:gd name="connsiteY14" fmla="*/ 2619392 h 3446506"/>
              <a:gd name="connsiteX15" fmla="*/ 8055560 w 8382130"/>
              <a:gd name="connsiteY15" fmla="*/ 1835388 h 3446506"/>
              <a:gd name="connsiteX16" fmla="*/ 8055685 w 8382130"/>
              <a:gd name="connsiteY16" fmla="*/ 1834764 h 3446506"/>
              <a:gd name="connsiteX17" fmla="*/ 8347299 w 8382130"/>
              <a:gd name="connsiteY17" fmla="*/ 94991 h 3446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8382130" h="3446506">
                <a:moveTo>
                  <a:pt x="8356884" y="0"/>
                </a:moveTo>
                <a:lnTo>
                  <a:pt x="8382130" y="0"/>
                </a:lnTo>
                <a:lnTo>
                  <a:pt x="8372717" y="93340"/>
                </a:lnTo>
                <a:cubicBezTo>
                  <a:pt x="8300992" y="756981"/>
                  <a:pt x="8202732" y="1350167"/>
                  <a:pt x="8080052" y="1840887"/>
                </a:cubicBezTo>
                <a:cubicBezTo>
                  <a:pt x="7927225" y="2529170"/>
                  <a:pt x="7519229" y="2885808"/>
                  <a:pt x="6907672" y="3013267"/>
                </a:cubicBezTo>
                <a:cubicBezTo>
                  <a:pt x="5836760" y="3268187"/>
                  <a:pt x="4129049" y="3446506"/>
                  <a:pt x="2318996" y="3446506"/>
                </a:cubicBezTo>
                <a:cubicBezTo>
                  <a:pt x="1640225" y="3446506"/>
                  <a:pt x="975847" y="3421448"/>
                  <a:pt x="354045" y="3376675"/>
                </a:cubicBezTo>
                <a:lnTo>
                  <a:pt x="0" y="3346821"/>
                </a:lnTo>
                <a:lnTo>
                  <a:pt x="0" y="3321652"/>
                </a:lnTo>
                <a:lnTo>
                  <a:pt x="373078" y="3352947"/>
                </a:lnTo>
                <a:cubicBezTo>
                  <a:pt x="1007097" y="3398091"/>
                  <a:pt x="1669231" y="3421638"/>
                  <a:pt x="2318996" y="3421638"/>
                </a:cubicBezTo>
                <a:cubicBezTo>
                  <a:pt x="3185347" y="3421638"/>
                  <a:pt x="4073816" y="3379776"/>
                  <a:pt x="4888059" y="3300676"/>
                </a:cubicBezTo>
                <a:cubicBezTo>
                  <a:pt x="5666688" y="3224950"/>
                  <a:pt x="6363094" y="3117234"/>
                  <a:pt x="6901799" y="2988900"/>
                </a:cubicBezTo>
                <a:cubicBezTo>
                  <a:pt x="6902049" y="2988775"/>
                  <a:pt x="6902299" y="2988775"/>
                  <a:pt x="6902549" y="2988775"/>
                </a:cubicBezTo>
                <a:cubicBezTo>
                  <a:pt x="7214825" y="2923670"/>
                  <a:pt x="7458873" y="2802834"/>
                  <a:pt x="7648438" y="2619392"/>
                </a:cubicBezTo>
                <a:cubicBezTo>
                  <a:pt x="7848125" y="2426077"/>
                  <a:pt x="7981334" y="2169658"/>
                  <a:pt x="8055560" y="1835388"/>
                </a:cubicBezTo>
                <a:cubicBezTo>
                  <a:pt x="8055685" y="1835139"/>
                  <a:pt x="8055685" y="1835014"/>
                  <a:pt x="8055685" y="1834764"/>
                </a:cubicBezTo>
                <a:cubicBezTo>
                  <a:pt x="8176944" y="1349839"/>
                  <a:pt x="8274762" y="765701"/>
                  <a:pt x="8347299" y="94991"/>
                </a:cubicBezTo>
                <a:close/>
              </a:path>
            </a:pathLst>
          </a:custGeom>
          <a:solidFill>
            <a:schemeClr val="accent3"/>
          </a:solidFill>
          <a:ln w="124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Itau Display Pro"/>
              <a:ea typeface="+mn-ea"/>
              <a:cs typeface="+mn-cs"/>
            </a:endParaRPr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64D8C030-ED1B-622A-902C-99E8B8396399}"/>
              </a:ext>
            </a:extLst>
          </p:cNvPr>
          <p:cNvSpPr/>
          <p:nvPr userDrawn="1"/>
        </p:nvSpPr>
        <p:spPr>
          <a:xfrm>
            <a:off x="4428311" y="0"/>
            <a:ext cx="7548404" cy="1390904"/>
          </a:xfrm>
          <a:custGeom>
            <a:avLst/>
            <a:gdLst>
              <a:gd name="connsiteX0" fmla="*/ 0 w 7548404"/>
              <a:gd name="connsiteY0" fmla="*/ 0 h 1390904"/>
              <a:gd name="connsiteX1" fmla="*/ 7548404 w 7548404"/>
              <a:gd name="connsiteY1" fmla="*/ 0 h 1390904"/>
              <a:gd name="connsiteX2" fmla="*/ 7535146 w 7548404"/>
              <a:gd name="connsiteY2" fmla="*/ 74894 h 1390904"/>
              <a:gd name="connsiteX3" fmla="*/ 7471536 w 7548404"/>
              <a:gd name="connsiteY3" fmla="*/ 360479 h 1390904"/>
              <a:gd name="connsiteX4" fmla="*/ 6719147 w 7548404"/>
              <a:gd name="connsiteY4" fmla="*/ 1112867 h 1390904"/>
              <a:gd name="connsiteX5" fmla="*/ 3774202 w 7548404"/>
              <a:gd name="connsiteY5" fmla="*/ 1390904 h 1390904"/>
              <a:gd name="connsiteX6" fmla="*/ 829255 w 7548404"/>
              <a:gd name="connsiteY6" fmla="*/ 1112867 h 1390904"/>
              <a:gd name="connsiteX7" fmla="*/ 76868 w 7548404"/>
              <a:gd name="connsiteY7" fmla="*/ 360479 h 1390904"/>
              <a:gd name="connsiteX8" fmla="*/ 13258 w 7548404"/>
              <a:gd name="connsiteY8" fmla="*/ 74894 h 1390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548404" h="1390904">
                <a:moveTo>
                  <a:pt x="0" y="0"/>
                </a:moveTo>
                <a:lnTo>
                  <a:pt x="7548404" y="0"/>
                </a:lnTo>
                <a:lnTo>
                  <a:pt x="7535146" y="74894"/>
                </a:lnTo>
                <a:cubicBezTo>
                  <a:pt x="7515243" y="175137"/>
                  <a:pt x="7494029" y="270492"/>
                  <a:pt x="7471536" y="360479"/>
                </a:cubicBezTo>
                <a:cubicBezTo>
                  <a:pt x="7373442" y="802214"/>
                  <a:pt x="7111649" y="1031017"/>
                  <a:pt x="6719147" y="1112867"/>
                </a:cubicBezTo>
                <a:cubicBezTo>
                  <a:pt x="6031864" y="1276440"/>
                  <a:pt x="4935835" y="1390904"/>
                  <a:pt x="3774202" y="1390904"/>
                </a:cubicBezTo>
                <a:cubicBezTo>
                  <a:pt x="2612568" y="1390904"/>
                  <a:pt x="1516539" y="1276565"/>
                  <a:pt x="829255" y="1112867"/>
                </a:cubicBezTo>
                <a:cubicBezTo>
                  <a:pt x="436755" y="1031017"/>
                  <a:pt x="174962" y="802214"/>
                  <a:pt x="76868" y="360479"/>
                </a:cubicBezTo>
                <a:cubicBezTo>
                  <a:pt x="54375" y="270492"/>
                  <a:pt x="33161" y="175137"/>
                  <a:pt x="13258" y="74894"/>
                </a:cubicBezTo>
                <a:close/>
              </a:path>
            </a:pathLst>
          </a:custGeom>
          <a:solidFill>
            <a:srgbClr val="0030FD"/>
          </a:solidFill>
          <a:ln w="124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Itau Display Pro"/>
              <a:ea typeface="+mn-ea"/>
              <a:cs typeface="+mn-cs"/>
            </a:endParaRPr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5C178189-6F6D-9DE1-B315-08C6B05DC9F4}"/>
              </a:ext>
            </a:extLst>
          </p:cNvPr>
          <p:cNvSpPr/>
          <p:nvPr userDrawn="1"/>
        </p:nvSpPr>
        <p:spPr>
          <a:xfrm>
            <a:off x="8154737" y="-1"/>
            <a:ext cx="226613" cy="1390634"/>
          </a:xfrm>
          <a:custGeom>
            <a:avLst/>
            <a:gdLst>
              <a:gd name="connsiteX0" fmla="*/ 201792 w 226613"/>
              <a:gd name="connsiteY0" fmla="*/ 0 h 1390634"/>
              <a:gd name="connsiteX1" fmla="*/ 226613 w 226613"/>
              <a:gd name="connsiteY1" fmla="*/ 0 h 1390634"/>
              <a:gd name="connsiteX2" fmla="*/ 194014 w 226613"/>
              <a:gd name="connsiteY2" fmla="*/ 304187 h 1390634"/>
              <a:gd name="connsiteX3" fmla="*/ 69423 w 226613"/>
              <a:gd name="connsiteY3" fmla="*/ 1156020 h 1390634"/>
              <a:gd name="connsiteX4" fmla="*/ 25430 w 226613"/>
              <a:gd name="connsiteY4" fmla="*/ 1390634 h 1390634"/>
              <a:gd name="connsiteX5" fmla="*/ 0 w 226613"/>
              <a:gd name="connsiteY5" fmla="*/ 1390326 h 1390634"/>
              <a:gd name="connsiteX6" fmla="*/ 43790 w 226613"/>
              <a:gd name="connsiteY6" fmla="*/ 1157616 h 1390634"/>
              <a:gd name="connsiteX7" fmla="*/ 184693 w 226613"/>
              <a:gd name="connsiteY7" fmla="*/ 166521 h 1390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6613" h="1390634">
                <a:moveTo>
                  <a:pt x="201792" y="0"/>
                </a:moveTo>
                <a:lnTo>
                  <a:pt x="226613" y="0"/>
                </a:lnTo>
                <a:lnTo>
                  <a:pt x="194014" y="304187"/>
                </a:lnTo>
                <a:cubicBezTo>
                  <a:pt x="158084" y="605126"/>
                  <a:pt x="116483" y="890138"/>
                  <a:pt x="69423" y="1156020"/>
                </a:cubicBezTo>
                <a:lnTo>
                  <a:pt x="25430" y="1390634"/>
                </a:lnTo>
                <a:lnTo>
                  <a:pt x="0" y="1390326"/>
                </a:lnTo>
                <a:lnTo>
                  <a:pt x="43790" y="1157616"/>
                </a:lnTo>
                <a:cubicBezTo>
                  <a:pt x="97806" y="853521"/>
                  <a:pt x="144868" y="522508"/>
                  <a:pt x="184693" y="166521"/>
                </a:cubicBezTo>
                <a:close/>
              </a:path>
            </a:pathLst>
          </a:custGeom>
          <a:solidFill>
            <a:schemeClr val="bg1"/>
          </a:solidFill>
          <a:ln w="124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Itau Display Pro"/>
              <a:ea typeface="+mn-ea"/>
              <a:cs typeface="+mn-cs"/>
            </a:endParaRPr>
          </a:p>
        </p:txBody>
      </p:sp>
      <p:sp>
        <p:nvSpPr>
          <p:cNvPr id="20" name="Espaço Reservado para Texto 19">
            <a:extLst>
              <a:ext uri="{FF2B5EF4-FFF2-40B4-BE49-F238E27FC236}">
                <a16:creationId xmlns:a16="http://schemas.microsoft.com/office/drawing/2014/main" id="{37A20FD9-EB78-BE4F-E54B-9DD919CC3B52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4991586" y="4921997"/>
            <a:ext cx="2589776" cy="56323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consectetuer</a:t>
            </a:r>
            <a:endParaRPr lang="pt-BR" dirty="0"/>
          </a:p>
        </p:txBody>
      </p:sp>
      <p:sp>
        <p:nvSpPr>
          <p:cNvPr id="21" name="Espaço Reservado para Texto 19">
            <a:extLst>
              <a:ext uri="{FF2B5EF4-FFF2-40B4-BE49-F238E27FC236}">
                <a16:creationId xmlns:a16="http://schemas.microsoft.com/office/drawing/2014/main" id="{DBC63DD6-868F-7696-DD11-9C881949431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5093186" y="4524624"/>
            <a:ext cx="455065" cy="43704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kumimoji="0" lang="pt-BR" b="0" i="0" u="none" strike="noStrike" cap="none" spc="-150" normalizeH="0" baseline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fontAlgn="auto">
              <a:lnSpc>
                <a:spcPct val="80000"/>
              </a:lnSpc>
              <a:spcAft>
                <a:spcPts val="0"/>
              </a:spcAft>
              <a:buClrTx/>
              <a:buSzTx/>
              <a:buNone/>
              <a:tabLst/>
            </a:pPr>
            <a:r>
              <a:rPr lang="pt-BR"/>
              <a:t>2.</a:t>
            </a:r>
          </a:p>
        </p:txBody>
      </p:sp>
      <p:sp>
        <p:nvSpPr>
          <p:cNvPr id="22" name="Espaço Reservado para Texto 19">
            <a:extLst>
              <a:ext uri="{FF2B5EF4-FFF2-40B4-BE49-F238E27FC236}">
                <a16:creationId xmlns:a16="http://schemas.microsoft.com/office/drawing/2014/main" id="{F530A2FF-C06F-7730-23A2-761C2C4D4C58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484086" y="4921997"/>
            <a:ext cx="2589776" cy="56323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consectetuer</a:t>
            </a:r>
            <a:endParaRPr lang="pt-BR" dirty="0"/>
          </a:p>
        </p:txBody>
      </p:sp>
      <p:sp>
        <p:nvSpPr>
          <p:cNvPr id="23" name="Espaço Reservado para Texto 19">
            <a:extLst>
              <a:ext uri="{FF2B5EF4-FFF2-40B4-BE49-F238E27FC236}">
                <a16:creationId xmlns:a16="http://schemas.microsoft.com/office/drawing/2014/main" id="{87B24128-309A-92CD-C950-076F91EE25A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8585686" y="4524624"/>
            <a:ext cx="455065" cy="43704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kumimoji="0" lang="pt-BR" b="0" i="0" u="none" strike="noStrike" cap="none" spc="-150" normalizeH="0" baseline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fontAlgn="auto">
              <a:lnSpc>
                <a:spcPct val="80000"/>
              </a:lnSpc>
              <a:spcAft>
                <a:spcPts val="0"/>
              </a:spcAft>
              <a:buClrTx/>
              <a:buSzTx/>
              <a:buNone/>
              <a:tabLst/>
            </a:pPr>
            <a:r>
              <a:rPr lang="pt-BR"/>
              <a:t>3.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C70D2E2F-2515-3303-2935-2504647C7A57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FA3C7E81-BC1E-D977-8CA7-D5DC4FBDBF3B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EA94D04C-655E-586B-C1BD-FA77A2473FBC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C4AD87F2-AA78-4B30-9BAA-D583AFCEA357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F924EEBA-E806-DD15-D6A8-CAA10AD42948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3F6D8118-62CD-EE41-6A6A-F1EAE7AF7CFA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E665EE23-1F2F-9096-2E8D-50289ED1C568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24E5AAEC-1D2E-4FC2-5C0C-67EBDB9F6D88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FD1E7666-4924-0A3D-5B17-2471EB72BED3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0BFF93F0-83D4-AE25-6A35-3C13835157BC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DBAEE3B7-DB44-7E42-7610-4234BB8A15E9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6A0C0C5F-E372-DB07-59E5-0067072A3918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2E81A5A-85B7-0EF6-BA8B-8EF841CE2B41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6EE32A7-3E36-5753-7439-92652615B0C6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657C9E25-6791-3A45-F433-E641F383AD25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AFF6377B-AF4C-A7B5-75CB-2DE107FABFD9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0C9EF5EE-43BD-A079-2A50-29B80041B039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B31080E6-9BA8-4BB3-8580-3359AEDD978B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0003E5BD-1343-C504-087A-2CDB9C0AD31B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E68AAED2-D55C-9D2F-9669-69012BDF8AA9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5301A908-C741-3D24-2D4C-26D64BA0C53A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CCB16BC5-9800-F607-F7C5-1792FE5609D5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DBF19B6-5182-95C6-9B13-0F1131469287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C624D748-E816-535D-C492-7820825F48AA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37" name="Retângulo: Cantos Arredondados 36">
              <a:extLst>
                <a:ext uri="{FF2B5EF4-FFF2-40B4-BE49-F238E27FC236}">
                  <a16:creationId xmlns:a16="http://schemas.microsoft.com/office/drawing/2014/main" id="{9D5F51C7-9695-4F6D-32F8-9E9C4A50FB12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8" name="Retângulo: Cantos Arredondados 37">
              <a:extLst>
                <a:ext uri="{FF2B5EF4-FFF2-40B4-BE49-F238E27FC236}">
                  <a16:creationId xmlns:a16="http://schemas.microsoft.com/office/drawing/2014/main" id="{8A1A70DB-DE09-9E72-A5E7-E04BF9F2FC3A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B16238F4-6BD7-07B7-6571-604E59CB9D40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D6442C09-198E-FF53-CCCF-B62E79B860A0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6C5CA9D5-3303-E507-9C53-1C48AB14F40C}"/>
              </a:ext>
            </a:extLst>
          </p:cNvPr>
          <p:cNvSpPr txBox="1"/>
          <p:nvPr userDrawn="1"/>
        </p:nvSpPr>
        <p:spPr>
          <a:xfrm>
            <a:off x="1276493" y="1428907"/>
            <a:ext cx="3422557" cy="924826"/>
          </a:xfrm>
          <a:prstGeom prst="rect">
            <a:avLst/>
          </a:prstGeom>
        </p:spPr>
        <p:txBody>
          <a:bodyPr/>
          <a:lstStyle>
            <a:lvl1pPr indent="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5000" spc="-150" dirty="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47484A"/>
                </a:solidFill>
                <a:latin typeface="Itau Display Pro" panose="020B0503020204020204" pitchFamily="34" charset="0"/>
                <a:cs typeface="Itau Display Pro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47484A"/>
                </a:solidFill>
                <a:latin typeface="Itau Display Pro" panose="020B0503020204020204" pitchFamily="34" charset="0"/>
                <a:cs typeface="Itau Display Pro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47484A"/>
                </a:solidFill>
                <a:latin typeface="Itau Display Pro" panose="020B0503020204020204" pitchFamily="34" charset="0"/>
                <a:cs typeface="Itau Display Pro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47484A"/>
                </a:solidFill>
                <a:latin typeface="Itau Display Pro" panose="020B0503020204020204" pitchFamily="34" charset="0"/>
                <a:cs typeface="Itau Display Pro" panose="020B05030202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7200" b="0" i="0" u="none" strike="noStrike" kern="1200" cap="none" spc="-15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Itau Display Pro Bold" panose="020B0703020204020204" pitchFamily="34" charset="0"/>
              </a:rPr>
              <a:t>Agenda </a:t>
            </a:r>
          </a:p>
        </p:txBody>
      </p:sp>
    </p:spTree>
    <p:extLst>
      <p:ext uri="{BB962C8B-B14F-4D97-AF65-F5344CB8AC3E}">
        <p14:creationId xmlns:p14="http://schemas.microsoft.com/office/powerpoint/2010/main" val="6736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 2 fundo escur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Texto 19">
            <a:extLst>
              <a:ext uri="{FF2B5EF4-FFF2-40B4-BE49-F238E27FC236}">
                <a16:creationId xmlns:a16="http://schemas.microsoft.com/office/drawing/2014/main" id="{6543FCBC-14BC-9E24-BD95-A4A49334110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308586" y="4921997"/>
            <a:ext cx="2589776" cy="56323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Itau Display Pro XBold" panose="020B0803020204020204" pitchFamily="34" charset="0"/>
              </a:rPr>
              <a:t>Lorem ipsum </a:t>
            </a:r>
            <a:r>
              <a:rPr kumimoji="0" 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Itau Display Pro XBold" panose="020B0803020204020204" pitchFamily="34" charset="0"/>
              </a:rPr>
              <a:t>dolor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Itau Display Pro XBold" panose="020B0803020204020204" pitchFamily="34" charset="0"/>
              </a:rPr>
              <a:t>sit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Itau Display Pro XBold" panose="020B0803020204020204" pitchFamily="34" charset="0"/>
              </a:rPr>
              <a:t>amet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Itau Display Pro XBold" panose="020B0803020204020204" pitchFamily="34" charset="0"/>
              </a:rPr>
              <a:t>, </a:t>
            </a:r>
            <a:r>
              <a:rPr kumimoji="0" 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Itau Display Pro XBold" panose="020B0803020204020204" pitchFamily="34" charset="0"/>
              </a:rPr>
              <a:t>consectetuer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Itau Display Pro XBold" panose="020B0803020204020204" pitchFamily="34" charset="0"/>
            </a:endParaRPr>
          </a:p>
        </p:txBody>
      </p:sp>
      <p:sp>
        <p:nvSpPr>
          <p:cNvPr id="15" name="Espaço Reservado para Texto 19">
            <a:extLst>
              <a:ext uri="{FF2B5EF4-FFF2-40B4-BE49-F238E27FC236}">
                <a16:creationId xmlns:a16="http://schemas.microsoft.com/office/drawing/2014/main" id="{9F65CB37-E06D-4C7F-3ED6-12DFF079CD7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410186" y="4524624"/>
            <a:ext cx="455065" cy="43704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kumimoji="0" lang="pt-BR" b="0" i="0" u="none" strike="noStrike" cap="none" spc="-150" normalizeH="0" baseline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fontAlgn="auto">
              <a:lnSpc>
                <a:spcPct val="80000"/>
              </a:lnSpc>
              <a:spcAft>
                <a:spcPts val="0"/>
              </a:spcAft>
              <a:buClrTx/>
              <a:buSzTx/>
              <a:buNone/>
              <a:tabLst/>
            </a:pPr>
            <a:r>
              <a:rPr lang="pt-BR"/>
              <a:t>1 .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DA02409-A2F1-36DA-A386-2696A6DD8C23}"/>
              </a:ext>
            </a:extLst>
          </p:cNvPr>
          <p:cNvSpPr txBox="1"/>
          <p:nvPr userDrawn="1"/>
        </p:nvSpPr>
        <p:spPr>
          <a:xfrm>
            <a:off x="1276493" y="1428907"/>
            <a:ext cx="3422557" cy="924826"/>
          </a:xfrm>
          <a:prstGeom prst="rect">
            <a:avLst/>
          </a:prstGeom>
        </p:spPr>
        <p:txBody>
          <a:bodyPr/>
          <a:lstStyle>
            <a:lvl1pPr indent="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5000" spc="-150" dirty="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47484A"/>
                </a:solidFill>
                <a:latin typeface="Itau Display Pro" panose="020B0503020204020204" pitchFamily="34" charset="0"/>
                <a:cs typeface="Itau Display Pro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47484A"/>
                </a:solidFill>
                <a:latin typeface="Itau Display Pro" panose="020B0503020204020204" pitchFamily="34" charset="0"/>
                <a:cs typeface="Itau Display Pro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47484A"/>
                </a:solidFill>
                <a:latin typeface="Itau Display Pro" panose="020B0503020204020204" pitchFamily="34" charset="0"/>
                <a:cs typeface="Itau Display Pro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47484A"/>
                </a:solidFill>
                <a:latin typeface="Itau Display Pro" panose="020B0503020204020204" pitchFamily="34" charset="0"/>
                <a:cs typeface="Itau Display Pro" panose="020B05030202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7200" b="0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Itau Display Pro Bold" panose="020B0703020204020204" pitchFamily="34" charset="0"/>
              </a:rPr>
              <a:t>Agenda </a:t>
            </a:r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64A1479F-E270-4887-6BDB-7DAF827202A8}"/>
              </a:ext>
            </a:extLst>
          </p:cNvPr>
          <p:cNvSpPr/>
          <p:nvPr userDrawn="1"/>
        </p:nvSpPr>
        <p:spPr>
          <a:xfrm>
            <a:off x="-1" y="-1"/>
            <a:ext cx="8382130" cy="3446506"/>
          </a:xfrm>
          <a:custGeom>
            <a:avLst/>
            <a:gdLst>
              <a:gd name="connsiteX0" fmla="*/ 8356884 w 8382130"/>
              <a:gd name="connsiteY0" fmla="*/ 0 h 3446506"/>
              <a:gd name="connsiteX1" fmla="*/ 8382130 w 8382130"/>
              <a:gd name="connsiteY1" fmla="*/ 0 h 3446506"/>
              <a:gd name="connsiteX2" fmla="*/ 8372717 w 8382130"/>
              <a:gd name="connsiteY2" fmla="*/ 93340 h 3446506"/>
              <a:gd name="connsiteX3" fmla="*/ 8080052 w 8382130"/>
              <a:gd name="connsiteY3" fmla="*/ 1840887 h 3446506"/>
              <a:gd name="connsiteX4" fmla="*/ 6907672 w 8382130"/>
              <a:gd name="connsiteY4" fmla="*/ 3013267 h 3446506"/>
              <a:gd name="connsiteX5" fmla="*/ 2318996 w 8382130"/>
              <a:gd name="connsiteY5" fmla="*/ 3446506 h 3446506"/>
              <a:gd name="connsiteX6" fmla="*/ 354045 w 8382130"/>
              <a:gd name="connsiteY6" fmla="*/ 3376675 h 3446506"/>
              <a:gd name="connsiteX7" fmla="*/ 0 w 8382130"/>
              <a:gd name="connsiteY7" fmla="*/ 3346821 h 3446506"/>
              <a:gd name="connsiteX8" fmla="*/ 0 w 8382130"/>
              <a:gd name="connsiteY8" fmla="*/ 3321652 h 3446506"/>
              <a:gd name="connsiteX9" fmla="*/ 373078 w 8382130"/>
              <a:gd name="connsiteY9" fmla="*/ 3352947 h 3446506"/>
              <a:gd name="connsiteX10" fmla="*/ 2318996 w 8382130"/>
              <a:gd name="connsiteY10" fmla="*/ 3421638 h 3446506"/>
              <a:gd name="connsiteX11" fmla="*/ 4888059 w 8382130"/>
              <a:gd name="connsiteY11" fmla="*/ 3300676 h 3446506"/>
              <a:gd name="connsiteX12" fmla="*/ 6901799 w 8382130"/>
              <a:gd name="connsiteY12" fmla="*/ 2988900 h 3446506"/>
              <a:gd name="connsiteX13" fmla="*/ 6902549 w 8382130"/>
              <a:gd name="connsiteY13" fmla="*/ 2988775 h 3446506"/>
              <a:gd name="connsiteX14" fmla="*/ 7648438 w 8382130"/>
              <a:gd name="connsiteY14" fmla="*/ 2619392 h 3446506"/>
              <a:gd name="connsiteX15" fmla="*/ 8055560 w 8382130"/>
              <a:gd name="connsiteY15" fmla="*/ 1835388 h 3446506"/>
              <a:gd name="connsiteX16" fmla="*/ 8055685 w 8382130"/>
              <a:gd name="connsiteY16" fmla="*/ 1834764 h 3446506"/>
              <a:gd name="connsiteX17" fmla="*/ 8347299 w 8382130"/>
              <a:gd name="connsiteY17" fmla="*/ 94991 h 3446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8382130" h="3446506">
                <a:moveTo>
                  <a:pt x="8356884" y="0"/>
                </a:moveTo>
                <a:lnTo>
                  <a:pt x="8382130" y="0"/>
                </a:lnTo>
                <a:lnTo>
                  <a:pt x="8372717" y="93340"/>
                </a:lnTo>
                <a:cubicBezTo>
                  <a:pt x="8300992" y="756981"/>
                  <a:pt x="8202732" y="1350167"/>
                  <a:pt x="8080052" y="1840887"/>
                </a:cubicBezTo>
                <a:cubicBezTo>
                  <a:pt x="7927225" y="2529170"/>
                  <a:pt x="7519229" y="2885808"/>
                  <a:pt x="6907672" y="3013267"/>
                </a:cubicBezTo>
                <a:cubicBezTo>
                  <a:pt x="5836760" y="3268187"/>
                  <a:pt x="4129049" y="3446506"/>
                  <a:pt x="2318996" y="3446506"/>
                </a:cubicBezTo>
                <a:cubicBezTo>
                  <a:pt x="1640225" y="3446506"/>
                  <a:pt x="975847" y="3421448"/>
                  <a:pt x="354045" y="3376675"/>
                </a:cubicBezTo>
                <a:lnTo>
                  <a:pt x="0" y="3346821"/>
                </a:lnTo>
                <a:lnTo>
                  <a:pt x="0" y="3321652"/>
                </a:lnTo>
                <a:lnTo>
                  <a:pt x="373078" y="3352947"/>
                </a:lnTo>
                <a:cubicBezTo>
                  <a:pt x="1007097" y="3398091"/>
                  <a:pt x="1669231" y="3421638"/>
                  <a:pt x="2318996" y="3421638"/>
                </a:cubicBezTo>
                <a:cubicBezTo>
                  <a:pt x="3185347" y="3421638"/>
                  <a:pt x="4073816" y="3379776"/>
                  <a:pt x="4888059" y="3300676"/>
                </a:cubicBezTo>
                <a:cubicBezTo>
                  <a:pt x="5666688" y="3224950"/>
                  <a:pt x="6363094" y="3117234"/>
                  <a:pt x="6901799" y="2988900"/>
                </a:cubicBezTo>
                <a:cubicBezTo>
                  <a:pt x="6902049" y="2988775"/>
                  <a:pt x="6902299" y="2988775"/>
                  <a:pt x="6902549" y="2988775"/>
                </a:cubicBezTo>
                <a:cubicBezTo>
                  <a:pt x="7214825" y="2923670"/>
                  <a:pt x="7458873" y="2802834"/>
                  <a:pt x="7648438" y="2619392"/>
                </a:cubicBezTo>
                <a:cubicBezTo>
                  <a:pt x="7848125" y="2426077"/>
                  <a:pt x="7981334" y="2169658"/>
                  <a:pt x="8055560" y="1835388"/>
                </a:cubicBezTo>
                <a:cubicBezTo>
                  <a:pt x="8055685" y="1835139"/>
                  <a:pt x="8055685" y="1835014"/>
                  <a:pt x="8055685" y="1834764"/>
                </a:cubicBezTo>
                <a:cubicBezTo>
                  <a:pt x="8176944" y="1349839"/>
                  <a:pt x="8274762" y="765701"/>
                  <a:pt x="8347299" y="94991"/>
                </a:cubicBezTo>
                <a:close/>
              </a:path>
            </a:pathLst>
          </a:custGeom>
          <a:solidFill>
            <a:schemeClr val="bg1"/>
          </a:solidFill>
          <a:ln w="124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Itau Display Pro"/>
              <a:ea typeface="+mn-ea"/>
              <a:cs typeface="+mn-cs"/>
            </a:endParaRPr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64D8C030-ED1B-622A-902C-99E8B8396399}"/>
              </a:ext>
            </a:extLst>
          </p:cNvPr>
          <p:cNvSpPr/>
          <p:nvPr userDrawn="1"/>
        </p:nvSpPr>
        <p:spPr>
          <a:xfrm>
            <a:off x="4428311" y="0"/>
            <a:ext cx="7548404" cy="1390904"/>
          </a:xfrm>
          <a:custGeom>
            <a:avLst/>
            <a:gdLst>
              <a:gd name="connsiteX0" fmla="*/ 0 w 7548404"/>
              <a:gd name="connsiteY0" fmla="*/ 0 h 1390904"/>
              <a:gd name="connsiteX1" fmla="*/ 7548404 w 7548404"/>
              <a:gd name="connsiteY1" fmla="*/ 0 h 1390904"/>
              <a:gd name="connsiteX2" fmla="*/ 7535146 w 7548404"/>
              <a:gd name="connsiteY2" fmla="*/ 74894 h 1390904"/>
              <a:gd name="connsiteX3" fmla="*/ 7471536 w 7548404"/>
              <a:gd name="connsiteY3" fmla="*/ 360479 h 1390904"/>
              <a:gd name="connsiteX4" fmla="*/ 6719147 w 7548404"/>
              <a:gd name="connsiteY4" fmla="*/ 1112867 h 1390904"/>
              <a:gd name="connsiteX5" fmla="*/ 3774202 w 7548404"/>
              <a:gd name="connsiteY5" fmla="*/ 1390904 h 1390904"/>
              <a:gd name="connsiteX6" fmla="*/ 829255 w 7548404"/>
              <a:gd name="connsiteY6" fmla="*/ 1112867 h 1390904"/>
              <a:gd name="connsiteX7" fmla="*/ 76868 w 7548404"/>
              <a:gd name="connsiteY7" fmla="*/ 360479 h 1390904"/>
              <a:gd name="connsiteX8" fmla="*/ 13258 w 7548404"/>
              <a:gd name="connsiteY8" fmla="*/ 74894 h 1390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548404" h="1390904">
                <a:moveTo>
                  <a:pt x="0" y="0"/>
                </a:moveTo>
                <a:lnTo>
                  <a:pt x="7548404" y="0"/>
                </a:lnTo>
                <a:lnTo>
                  <a:pt x="7535146" y="74894"/>
                </a:lnTo>
                <a:cubicBezTo>
                  <a:pt x="7515243" y="175137"/>
                  <a:pt x="7494029" y="270492"/>
                  <a:pt x="7471536" y="360479"/>
                </a:cubicBezTo>
                <a:cubicBezTo>
                  <a:pt x="7373442" y="802214"/>
                  <a:pt x="7111649" y="1031017"/>
                  <a:pt x="6719147" y="1112867"/>
                </a:cubicBezTo>
                <a:cubicBezTo>
                  <a:pt x="6031864" y="1276440"/>
                  <a:pt x="4935835" y="1390904"/>
                  <a:pt x="3774202" y="1390904"/>
                </a:cubicBezTo>
                <a:cubicBezTo>
                  <a:pt x="2612568" y="1390904"/>
                  <a:pt x="1516539" y="1276565"/>
                  <a:pt x="829255" y="1112867"/>
                </a:cubicBezTo>
                <a:cubicBezTo>
                  <a:pt x="436755" y="1031017"/>
                  <a:pt x="174962" y="802214"/>
                  <a:pt x="76868" y="360479"/>
                </a:cubicBezTo>
                <a:cubicBezTo>
                  <a:pt x="54375" y="270492"/>
                  <a:pt x="33161" y="175137"/>
                  <a:pt x="13258" y="74894"/>
                </a:cubicBezTo>
                <a:close/>
              </a:path>
            </a:pathLst>
          </a:custGeom>
          <a:solidFill>
            <a:srgbClr val="0030FD"/>
          </a:solidFill>
          <a:ln w="124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Itau Display Pro"/>
              <a:ea typeface="+mn-ea"/>
              <a:cs typeface="+mn-cs"/>
            </a:endParaRPr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5C178189-6F6D-9DE1-B315-08C6B05DC9F4}"/>
              </a:ext>
            </a:extLst>
          </p:cNvPr>
          <p:cNvSpPr/>
          <p:nvPr userDrawn="1"/>
        </p:nvSpPr>
        <p:spPr>
          <a:xfrm>
            <a:off x="8154737" y="-1"/>
            <a:ext cx="226613" cy="1390634"/>
          </a:xfrm>
          <a:custGeom>
            <a:avLst/>
            <a:gdLst>
              <a:gd name="connsiteX0" fmla="*/ 201792 w 226613"/>
              <a:gd name="connsiteY0" fmla="*/ 0 h 1390634"/>
              <a:gd name="connsiteX1" fmla="*/ 226613 w 226613"/>
              <a:gd name="connsiteY1" fmla="*/ 0 h 1390634"/>
              <a:gd name="connsiteX2" fmla="*/ 194014 w 226613"/>
              <a:gd name="connsiteY2" fmla="*/ 304187 h 1390634"/>
              <a:gd name="connsiteX3" fmla="*/ 69423 w 226613"/>
              <a:gd name="connsiteY3" fmla="*/ 1156020 h 1390634"/>
              <a:gd name="connsiteX4" fmla="*/ 25430 w 226613"/>
              <a:gd name="connsiteY4" fmla="*/ 1390634 h 1390634"/>
              <a:gd name="connsiteX5" fmla="*/ 0 w 226613"/>
              <a:gd name="connsiteY5" fmla="*/ 1390326 h 1390634"/>
              <a:gd name="connsiteX6" fmla="*/ 43790 w 226613"/>
              <a:gd name="connsiteY6" fmla="*/ 1157616 h 1390634"/>
              <a:gd name="connsiteX7" fmla="*/ 184693 w 226613"/>
              <a:gd name="connsiteY7" fmla="*/ 166521 h 1390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6613" h="1390634">
                <a:moveTo>
                  <a:pt x="201792" y="0"/>
                </a:moveTo>
                <a:lnTo>
                  <a:pt x="226613" y="0"/>
                </a:lnTo>
                <a:lnTo>
                  <a:pt x="194014" y="304187"/>
                </a:lnTo>
                <a:cubicBezTo>
                  <a:pt x="158084" y="605126"/>
                  <a:pt x="116483" y="890138"/>
                  <a:pt x="69423" y="1156020"/>
                </a:cubicBezTo>
                <a:lnTo>
                  <a:pt x="25430" y="1390634"/>
                </a:lnTo>
                <a:lnTo>
                  <a:pt x="0" y="1390326"/>
                </a:lnTo>
                <a:lnTo>
                  <a:pt x="43790" y="1157616"/>
                </a:lnTo>
                <a:cubicBezTo>
                  <a:pt x="97806" y="853521"/>
                  <a:pt x="144868" y="522508"/>
                  <a:pt x="184693" y="166521"/>
                </a:cubicBezTo>
                <a:close/>
              </a:path>
            </a:pathLst>
          </a:custGeom>
          <a:solidFill>
            <a:srgbClr val="FF6200"/>
          </a:solidFill>
          <a:ln w="124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Itau Display Pro"/>
              <a:ea typeface="+mn-ea"/>
              <a:cs typeface="+mn-cs"/>
            </a:endParaRPr>
          </a:p>
        </p:txBody>
      </p:sp>
      <p:sp>
        <p:nvSpPr>
          <p:cNvPr id="20" name="Espaço Reservado para Texto 19">
            <a:extLst>
              <a:ext uri="{FF2B5EF4-FFF2-40B4-BE49-F238E27FC236}">
                <a16:creationId xmlns:a16="http://schemas.microsoft.com/office/drawing/2014/main" id="{37A20FD9-EB78-BE4F-E54B-9DD919CC3B52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4991586" y="4921997"/>
            <a:ext cx="2589776" cy="56323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Itau Display Pro XBold" panose="020B0803020204020204" pitchFamily="34" charset="0"/>
              </a:rPr>
              <a:t>Lorem ipsum </a:t>
            </a:r>
            <a:r>
              <a:rPr kumimoji="0" 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Itau Display Pro XBold" panose="020B0803020204020204" pitchFamily="34" charset="0"/>
              </a:rPr>
              <a:t>dolor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Itau Display Pro XBold" panose="020B0803020204020204" pitchFamily="34" charset="0"/>
              </a:rPr>
              <a:t>sit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Itau Display Pro XBold" panose="020B0803020204020204" pitchFamily="34" charset="0"/>
              </a:rPr>
              <a:t>amet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Itau Display Pro XBold" panose="020B0803020204020204" pitchFamily="34" charset="0"/>
              </a:rPr>
              <a:t>, </a:t>
            </a:r>
            <a:r>
              <a:rPr kumimoji="0" 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Itau Display Pro XBold" panose="020B0803020204020204" pitchFamily="34" charset="0"/>
              </a:rPr>
              <a:t>consectetuer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Itau Display Pro XBold" panose="020B0803020204020204" pitchFamily="34" charset="0"/>
            </a:endParaRPr>
          </a:p>
        </p:txBody>
      </p:sp>
      <p:sp>
        <p:nvSpPr>
          <p:cNvPr id="21" name="Espaço Reservado para Texto 19">
            <a:extLst>
              <a:ext uri="{FF2B5EF4-FFF2-40B4-BE49-F238E27FC236}">
                <a16:creationId xmlns:a16="http://schemas.microsoft.com/office/drawing/2014/main" id="{DBC63DD6-868F-7696-DD11-9C881949431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5093186" y="4524624"/>
            <a:ext cx="455065" cy="43704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kumimoji="0" lang="pt-BR" b="0" i="0" u="none" strike="noStrike" cap="none" spc="-150" normalizeH="0" baseline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fontAlgn="auto">
              <a:lnSpc>
                <a:spcPct val="80000"/>
              </a:lnSpc>
              <a:spcAft>
                <a:spcPts val="0"/>
              </a:spcAft>
              <a:buClrTx/>
              <a:buSzTx/>
              <a:buNone/>
              <a:tabLst/>
            </a:pPr>
            <a:r>
              <a:rPr lang="pt-BR"/>
              <a:t>2.</a:t>
            </a:r>
          </a:p>
        </p:txBody>
      </p:sp>
      <p:sp>
        <p:nvSpPr>
          <p:cNvPr id="22" name="Espaço Reservado para Texto 19">
            <a:extLst>
              <a:ext uri="{FF2B5EF4-FFF2-40B4-BE49-F238E27FC236}">
                <a16:creationId xmlns:a16="http://schemas.microsoft.com/office/drawing/2014/main" id="{F530A2FF-C06F-7730-23A2-761C2C4D4C58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484086" y="4921997"/>
            <a:ext cx="2589776" cy="56323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Itau Display Pro XBold" panose="020B0803020204020204" pitchFamily="34" charset="0"/>
              </a:rPr>
              <a:t>Lorem ipsum </a:t>
            </a:r>
            <a:r>
              <a:rPr kumimoji="0" 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Itau Display Pro XBold" panose="020B0803020204020204" pitchFamily="34" charset="0"/>
              </a:rPr>
              <a:t>dolor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Itau Display Pro XBold" panose="020B0803020204020204" pitchFamily="34" charset="0"/>
              </a:rPr>
              <a:t>sit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Itau Display Pro XBold" panose="020B0803020204020204" pitchFamily="34" charset="0"/>
              </a:rPr>
              <a:t>amet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Itau Display Pro XBold" panose="020B0803020204020204" pitchFamily="34" charset="0"/>
              </a:rPr>
              <a:t>, </a:t>
            </a:r>
            <a:r>
              <a:rPr kumimoji="0" 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Itau Display Pro XBold" panose="020B0803020204020204" pitchFamily="34" charset="0"/>
              </a:rPr>
              <a:t>consectetuer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Itau Display Pro XBold" panose="020B0803020204020204" pitchFamily="34" charset="0"/>
            </a:endParaRPr>
          </a:p>
        </p:txBody>
      </p:sp>
      <p:sp>
        <p:nvSpPr>
          <p:cNvPr id="23" name="Espaço Reservado para Texto 19">
            <a:extLst>
              <a:ext uri="{FF2B5EF4-FFF2-40B4-BE49-F238E27FC236}">
                <a16:creationId xmlns:a16="http://schemas.microsoft.com/office/drawing/2014/main" id="{87B24128-309A-92CD-C950-076F91EE25A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8585686" y="4524624"/>
            <a:ext cx="455065" cy="43704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kumimoji="0" lang="pt-BR" b="0" i="0" u="none" strike="noStrike" cap="none" spc="-150" normalizeH="0" baseline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fontAlgn="auto">
              <a:lnSpc>
                <a:spcPct val="80000"/>
              </a:lnSpc>
              <a:spcAft>
                <a:spcPts val="0"/>
              </a:spcAft>
              <a:buClrTx/>
              <a:buSzTx/>
              <a:buNone/>
              <a:tabLst/>
            </a:pPr>
            <a:r>
              <a:rPr lang="pt-BR"/>
              <a:t>3.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60DD1D92-3C7B-1048-5533-50F3C86E888B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2CE54CCD-73B6-F409-F405-34B8BD3BB282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6DC3A6E1-C196-AE10-2A7F-A7B53FF11639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7BF250AC-7DF9-A405-8EEC-85D566E8C5F4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903D87CF-6BAF-906A-ADE4-13A28B769F09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E4503489-8526-D415-D349-1733E956633E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74E906E0-EF9E-B262-AE9D-042547C986DE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236A06A4-FD91-75A9-7BB0-71643F411C08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74E6963E-91C8-B814-E103-BC70197E599C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D73E7E04-BD30-0438-5789-E1F89D2FAD85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772BCA1A-4B51-1AE0-5946-AAAF0BB658B9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C59DD575-5C25-662C-1852-27A5D737F2A0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1C6948E9-E2C9-9145-4877-612AF52700B6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F6FBB747-61CB-134C-0A38-0F25DDC5435F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6F8BF379-A72E-6479-123F-9069676C1779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9DF23A40-06F6-E8E9-97AA-CD2EAADE3D3E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45E481C0-CE9C-7D1D-2EE9-8605D33BE94B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7005E551-502A-C01D-231B-B4DF332BDDFD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97F9C5D6-B01D-BBF7-DF01-ED0005500632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FFF2C9E1-DCEB-7B9C-A41E-E4236BB80E6A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A3DF5D37-CF2E-CA14-8FF2-242E2B0A3416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B5357EE3-3974-7AED-7B91-B6250328464A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2A9BCBB9-1EBF-9AEF-E4C6-D58A1E5C438E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165E6F6B-94AB-2E64-C8B1-6122241C2A96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37" name="Retângulo: Cantos Arredondados 36">
              <a:extLst>
                <a:ext uri="{FF2B5EF4-FFF2-40B4-BE49-F238E27FC236}">
                  <a16:creationId xmlns:a16="http://schemas.microsoft.com/office/drawing/2014/main" id="{37A5B00D-8D4C-7198-151C-503614DDEF9A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8" name="Retângulo: Cantos Arredondados 37">
              <a:extLst>
                <a:ext uri="{FF2B5EF4-FFF2-40B4-BE49-F238E27FC236}">
                  <a16:creationId xmlns:a16="http://schemas.microsoft.com/office/drawing/2014/main" id="{BAF4C25A-B665-8861-7AF2-A2CF8E2ED7E4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B0819163-6FF1-4E8F-2E80-34CAF45E18BE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D26354DD-ED2C-DC5F-86E9-C8C14CE8EE59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3285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 3 fundo cla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64A1479F-E270-4887-6BDB-7DAF827202A8}"/>
              </a:ext>
            </a:extLst>
          </p:cNvPr>
          <p:cNvSpPr/>
          <p:nvPr userDrawn="1"/>
        </p:nvSpPr>
        <p:spPr>
          <a:xfrm>
            <a:off x="-1" y="-1"/>
            <a:ext cx="8382130" cy="3446506"/>
          </a:xfrm>
          <a:custGeom>
            <a:avLst/>
            <a:gdLst>
              <a:gd name="connsiteX0" fmla="*/ 8356884 w 8382130"/>
              <a:gd name="connsiteY0" fmla="*/ 0 h 3446506"/>
              <a:gd name="connsiteX1" fmla="*/ 8382130 w 8382130"/>
              <a:gd name="connsiteY1" fmla="*/ 0 h 3446506"/>
              <a:gd name="connsiteX2" fmla="*/ 8372717 w 8382130"/>
              <a:gd name="connsiteY2" fmla="*/ 93340 h 3446506"/>
              <a:gd name="connsiteX3" fmla="*/ 8080052 w 8382130"/>
              <a:gd name="connsiteY3" fmla="*/ 1840887 h 3446506"/>
              <a:gd name="connsiteX4" fmla="*/ 6907672 w 8382130"/>
              <a:gd name="connsiteY4" fmla="*/ 3013267 h 3446506"/>
              <a:gd name="connsiteX5" fmla="*/ 2318996 w 8382130"/>
              <a:gd name="connsiteY5" fmla="*/ 3446506 h 3446506"/>
              <a:gd name="connsiteX6" fmla="*/ 354045 w 8382130"/>
              <a:gd name="connsiteY6" fmla="*/ 3376675 h 3446506"/>
              <a:gd name="connsiteX7" fmla="*/ 0 w 8382130"/>
              <a:gd name="connsiteY7" fmla="*/ 3346821 h 3446506"/>
              <a:gd name="connsiteX8" fmla="*/ 0 w 8382130"/>
              <a:gd name="connsiteY8" fmla="*/ 3321652 h 3446506"/>
              <a:gd name="connsiteX9" fmla="*/ 373078 w 8382130"/>
              <a:gd name="connsiteY9" fmla="*/ 3352947 h 3446506"/>
              <a:gd name="connsiteX10" fmla="*/ 2318996 w 8382130"/>
              <a:gd name="connsiteY10" fmla="*/ 3421638 h 3446506"/>
              <a:gd name="connsiteX11" fmla="*/ 4888059 w 8382130"/>
              <a:gd name="connsiteY11" fmla="*/ 3300676 h 3446506"/>
              <a:gd name="connsiteX12" fmla="*/ 6901799 w 8382130"/>
              <a:gd name="connsiteY12" fmla="*/ 2988900 h 3446506"/>
              <a:gd name="connsiteX13" fmla="*/ 6902549 w 8382130"/>
              <a:gd name="connsiteY13" fmla="*/ 2988775 h 3446506"/>
              <a:gd name="connsiteX14" fmla="*/ 7648438 w 8382130"/>
              <a:gd name="connsiteY14" fmla="*/ 2619392 h 3446506"/>
              <a:gd name="connsiteX15" fmla="*/ 8055560 w 8382130"/>
              <a:gd name="connsiteY15" fmla="*/ 1835388 h 3446506"/>
              <a:gd name="connsiteX16" fmla="*/ 8055685 w 8382130"/>
              <a:gd name="connsiteY16" fmla="*/ 1834764 h 3446506"/>
              <a:gd name="connsiteX17" fmla="*/ 8347299 w 8382130"/>
              <a:gd name="connsiteY17" fmla="*/ 94991 h 3446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8382130" h="3446506">
                <a:moveTo>
                  <a:pt x="8356884" y="0"/>
                </a:moveTo>
                <a:lnTo>
                  <a:pt x="8382130" y="0"/>
                </a:lnTo>
                <a:lnTo>
                  <a:pt x="8372717" y="93340"/>
                </a:lnTo>
                <a:cubicBezTo>
                  <a:pt x="8300992" y="756981"/>
                  <a:pt x="8202732" y="1350167"/>
                  <a:pt x="8080052" y="1840887"/>
                </a:cubicBezTo>
                <a:cubicBezTo>
                  <a:pt x="7927225" y="2529170"/>
                  <a:pt x="7519229" y="2885808"/>
                  <a:pt x="6907672" y="3013267"/>
                </a:cubicBezTo>
                <a:cubicBezTo>
                  <a:pt x="5836760" y="3268187"/>
                  <a:pt x="4129049" y="3446506"/>
                  <a:pt x="2318996" y="3446506"/>
                </a:cubicBezTo>
                <a:cubicBezTo>
                  <a:pt x="1640225" y="3446506"/>
                  <a:pt x="975847" y="3421448"/>
                  <a:pt x="354045" y="3376675"/>
                </a:cubicBezTo>
                <a:lnTo>
                  <a:pt x="0" y="3346821"/>
                </a:lnTo>
                <a:lnTo>
                  <a:pt x="0" y="3321652"/>
                </a:lnTo>
                <a:lnTo>
                  <a:pt x="373078" y="3352947"/>
                </a:lnTo>
                <a:cubicBezTo>
                  <a:pt x="1007097" y="3398091"/>
                  <a:pt x="1669231" y="3421638"/>
                  <a:pt x="2318996" y="3421638"/>
                </a:cubicBezTo>
                <a:cubicBezTo>
                  <a:pt x="3185347" y="3421638"/>
                  <a:pt x="4073816" y="3379776"/>
                  <a:pt x="4888059" y="3300676"/>
                </a:cubicBezTo>
                <a:cubicBezTo>
                  <a:pt x="5666688" y="3224950"/>
                  <a:pt x="6363094" y="3117234"/>
                  <a:pt x="6901799" y="2988900"/>
                </a:cubicBezTo>
                <a:cubicBezTo>
                  <a:pt x="6902049" y="2988775"/>
                  <a:pt x="6902299" y="2988775"/>
                  <a:pt x="6902549" y="2988775"/>
                </a:cubicBezTo>
                <a:cubicBezTo>
                  <a:pt x="7214825" y="2923670"/>
                  <a:pt x="7458873" y="2802834"/>
                  <a:pt x="7648438" y="2619392"/>
                </a:cubicBezTo>
                <a:cubicBezTo>
                  <a:pt x="7848125" y="2426077"/>
                  <a:pt x="7981334" y="2169658"/>
                  <a:pt x="8055560" y="1835388"/>
                </a:cubicBezTo>
                <a:cubicBezTo>
                  <a:pt x="8055685" y="1835139"/>
                  <a:pt x="8055685" y="1835014"/>
                  <a:pt x="8055685" y="1834764"/>
                </a:cubicBezTo>
                <a:cubicBezTo>
                  <a:pt x="8176944" y="1349839"/>
                  <a:pt x="8274762" y="765701"/>
                  <a:pt x="8347299" y="94991"/>
                </a:cubicBezTo>
                <a:close/>
              </a:path>
            </a:pathLst>
          </a:custGeom>
          <a:solidFill>
            <a:schemeClr val="accent3"/>
          </a:solidFill>
          <a:ln w="124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Itau Display Pro"/>
              <a:ea typeface="+mn-ea"/>
              <a:cs typeface="+mn-cs"/>
            </a:endParaRPr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64D8C030-ED1B-622A-902C-99E8B8396399}"/>
              </a:ext>
            </a:extLst>
          </p:cNvPr>
          <p:cNvSpPr/>
          <p:nvPr userDrawn="1"/>
        </p:nvSpPr>
        <p:spPr>
          <a:xfrm>
            <a:off x="4428311" y="0"/>
            <a:ext cx="7548404" cy="1390904"/>
          </a:xfrm>
          <a:custGeom>
            <a:avLst/>
            <a:gdLst>
              <a:gd name="connsiteX0" fmla="*/ 0 w 7548404"/>
              <a:gd name="connsiteY0" fmla="*/ 0 h 1390904"/>
              <a:gd name="connsiteX1" fmla="*/ 7548404 w 7548404"/>
              <a:gd name="connsiteY1" fmla="*/ 0 h 1390904"/>
              <a:gd name="connsiteX2" fmla="*/ 7535146 w 7548404"/>
              <a:gd name="connsiteY2" fmla="*/ 74894 h 1390904"/>
              <a:gd name="connsiteX3" fmla="*/ 7471536 w 7548404"/>
              <a:gd name="connsiteY3" fmla="*/ 360479 h 1390904"/>
              <a:gd name="connsiteX4" fmla="*/ 6719147 w 7548404"/>
              <a:gd name="connsiteY4" fmla="*/ 1112867 h 1390904"/>
              <a:gd name="connsiteX5" fmla="*/ 3774202 w 7548404"/>
              <a:gd name="connsiteY5" fmla="*/ 1390904 h 1390904"/>
              <a:gd name="connsiteX6" fmla="*/ 829255 w 7548404"/>
              <a:gd name="connsiteY6" fmla="*/ 1112867 h 1390904"/>
              <a:gd name="connsiteX7" fmla="*/ 76868 w 7548404"/>
              <a:gd name="connsiteY7" fmla="*/ 360479 h 1390904"/>
              <a:gd name="connsiteX8" fmla="*/ 13258 w 7548404"/>
              <a:gd name="connsiteY8" fmla="*/ 74894 h 1390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548404" h="1390904">
                <a:moveTo>
                  <a:pt x="0" y="0"/>
                </a:moveTo>
                <a:lnTo>
                  <a:pt x="7548404" y="0"/>
                </a:lnTo>
                <a:lnTo>
                  <a:pt x="7535146" y="74894"/>
                </a:lnTo>
                <a:cubicBezTo>
                  <a:pt x="7515243" y="175137"/>
                  <a:pt x="7494029" y="270492"/>
                  <a:pt x="7471536" y="360479"/>
                </a:cubicBezTo>
                <a:cubicBezTo>
                  <a:pt x="7373442" y="802214"/>
                  <a:pt x="7111649" y="1031017"/>
                  <a:pt x="6719147" y="1112867"/>
                </a:cubicBezTo>
                <a:cubicBezTo>
                  <a:pt x="6031864" y="1276440"/>
                  <a:pt x="4935835" y="1390904"/>
                  <a:pt x="3774202" y="1390904"/>
                </a:cubicBezTo>
                <a:cubicBezTo>
                  <a:pt x="2612568" y="1390904"/>
                  <a:pt x="1516539" y="1276565"/>
                  <a:pt x="829255" y="1112867"/>
                </a:cubicBezTo>
                <a:cubicBezTo>
                  <a:pt x="436755" y="1031017"/>
                  <a:pt x="174962" y="802214"/>
                  <a:pt x="76868" y="360479"/>
                </a:cubicBezTo>
                <a:cubicBezTo>
                  <a:pt x="54375" y="270492"/>
                  <a:pt x="33161" y="175137"/>
                  <a:pt x="13258" y="74894"/>
                </a:cubicBezTo>
                <a:close/>
              </a:path>
            </a:pathLst>
          </a:custGeom>
          <a:solidFill>
            <a:srgbClr val="0030FD"/>
          </a:solidFill>
          <a:ln w="124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Itau Display Pro"/>
              <a:ea typeface="+mn-ea"/>
              <a:cs typeface="+mn-cs"/>
            </a:endParaRPr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5C178189-6F6D-9DE1-B315-08C6B05DC9F4}"/>
              </a:ext>
            </a:extLst>
          </p:cNvPr>
          <p:cNvSpPr/>
          <p:nvPr userDrawn="1"/>
        </p:nvSpPr>
        <p:spPr>
          <a:xfrm>
            <a:off x="8154737" y="-1"/>
            <a:ext cx="226613" cy="1390634"/>
          </a:xfrm>
          <a:custGeom>
            <a:avLst/>
            <a:gdLst>
              <a:gd name="connsiteX0" fmla="*/ 201792 w 226613"/>
              <a:gd name="connsiteY0" fmla="*/ 0 h 1390634"/>
              <a:gd name="connsiteX1" fmla="*/ 226613 w 226613"/>
              <a:gd name="connsiteY1" fmla="*/ 0 h 1390634"/>
              <a:gd name="connsiteX2" fmla="*/ 194014 w 226613"/>
              <a:gd name="connsiteY2" fmla="*/ 304187 h 1390634"/>
              <a:gd name="connsiteX3" fmla="*/ 69423 w 226613"/>
              <a:gd name="connsiteY3" fmla="*/ 1156020 h 1390634"/>
              <a:gd name="connsiteX4" fmla="*/ 25430 w 226613"/>
              <a:gd name="connsiteY4" fmla="*/ 1390634 h 1390634"/>
              <a:gd name="connsiteX5" fmla="*/ 0 w 226613"/>
              <a:gd name="connsiteY5" fmla="*/ 1390326 h 1390634"/>
              <a:gd name="connsiteX6" fmla="*/ 43790 w 226613"/>
              <a:gd name="connsiteY6" fmla="*/ 1157616 h 1390634"/>
              <a:gd name="connsiteX7" fmla="*/ 184693 w 226613"/>
              <a:gd name="connsiteY7" fmla="*/ 166521 h 1390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6613" h="1390634">
                <a:moveTo>
                  <a:pt x="201792" y="0"/>
                </a:moveTo>
                <a:lnTo>
                  <a:pt x="226613" y="0"/>
                </a:lnTo>
                <a:lnTo>
                  <a:pt x="194014" y="304187"/>
                </a:lnTo>
                <a:cubicBezTo>
                  <a:pt x="158084" y="605126"/>
                  <a:pt x="116483" y="890138"/>
                  <a:pt x="69423" y="1156020"/>
                </a:cubicBezTo>
                <a:lnTo>
                  <a:pt x="25430" y="1390634"/>
                </a:lnTo>
                <a:lnTo>
                  <a:pt x="0" y="1390326"/>
                </a:lnTo>
                <a:lnTo>
                  <a:pt x="43790" y="1157616"/>
                </a:lnTo>
                <a:cubicBezTo>
                  <a:pt x="97806" y="853521"/>
                  <a:pt x="144868" y="522508"/>
                  <a:pt x="184693" y="166521"/>
                </a:cubicBezTo>
                <a:close/>
              </a:path>
            </a:pathLst>
          </a:custGeom>
          <a:solidFill>
            <a:schemeClr val="bg1"/>
          </a:solidFill>
          <a:ln w="124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Itau Display Pro"/>
              <a:ea typeface="+mn-ea"/>
              <a:cs typeface="+mn-cs"/>
            </a:endParaRPr>
          </a:p>
        </p:txBody>
      </p:sp>
      <p:sp>
        <p:nvSpPr>
          <p:cNvPr id="10" name="Espaço Reservado para Texto 19">
            <a:extLst>
              <a:ext uri="{FF2B5EF4-FFF2-40B4-BE49-F238E27FC236}">
                <a16:creationId xmlns:a16="http://schemas.microsoft.com/office/drawing/2014/main" id="{9E535CB1-0E5E-D8CF-0248-12D4E596EF6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308586" y="4921997"/>
            <a:ext cx="1669324" cy="72019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consectetuer</a:t>
            </a:r>
            <a:endParaRPr lang="pt-BR" dirty="0"/>
          </a:p>
        </p:txBody>
      </p:sp>
      <p:sp>
        <p:nvSpPr>
          <p:cNvPr id="11" name="Espaço Reservado para Texto 19">
            <a:extLst>
              <a:ext uri="{FF2B5EF4-FFF2-40B4-BE49-F238E27FC236}">
                <a16:creationId xmlns:a16="http://schemas.microsoft.com/office/drawing/2014/main" id="{F86788F6-B8DA-ED55-5FDB-F9FBFF6F9641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410186" y="4524624"/>
            <a:ext cx="455065" cy="43704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kumimoji="0" lang="pt-BR" b="0" i="0" u="none" strike="noStrike" cap="none" spc="-150" normalizeH="0" baseline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fontAlgn="auto">
              <a:lnSpc>
                <a:spcPct val="80000"/>
              </a:lnSpc>
              <a:spcAft>
                <a:spcPts val="0"/>
              </a:spcAft>
              <a:buClrTx/>
              <a:buSzTx/>
              <a:buNone/>
              <a:tabLst/>
            </a:pPr>
            <a:r>
              <a:rPr lang="pt-BR"/>
              <a:t>1 .</a:t>
            </a:r>
          </a:p>
        </p:txBody>
      </p:sp>
      <p:sp>
        <p:nvSpPr>
          <p:cNvPr id="17" name="Espaço Reservado para Texto 19">
            <a:extLst>
              <a:ext uri="{FF2B5EF4-FFF2-40B4-BE49-F238E27FC236}">
                <a16:creationId xmlns:a16="http://schemas.microsoft.com/office/drawing/2014/main" id="{7B378575-0A5B-892A-DDFB-F06037FA638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3358508" y="4921997"/>
            <a:ext cx="1669324" cy="72019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consectetuer</a:t>
            </a:r>
            <a:endParaRPr lang="pt-BR" dirty="0"/>
          </a:p>
        </p:txBody>
      </p:sp>
      <p:sp>
        <p:nvSpPr>
          <p:cNvPr id="18" name="Espaço Reservado para Texto 19">
            <a:extLst>
              <a:ext uri="{FF2B5EF4-FFF2-40B4-BE49-F238E27FC236}">
                <a16:creationId xmlns:a16="http://schemas.microsoft.com/office/drawing/2014/main" id="{9D05756E-D759-EA63-D874-2FFF76A636B6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460108" y="4524624"/>
            <a:ext cx="455065" cy="43704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kumimoji="0" lang="pt-BR" b="0" i="0" u="none" strike="noStrike" cap="none" spc="-150" normalizeH="0" baseline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fontAlgn="auto">
              <a:lnSpc>
                <a:spcPct val="80000"/>
              </a:lnSpc>
              <a:spcAft>
                <a:spcPts val="0"/>
              </a:spcAft>
              <a:buClrTx/>
              <a:buSzTx/>
              <a:buNone/>
              <a:tabLst/>
            </a:pPr>
            <a:r>
              <a:rPr lang="pt-BR"/>
              <a:t>2 .</a:t>
            </a:r>
          </a:p>
        </p:txBody>
      </p:sp>
      <p:sp>
        <p:nvSpPr>
          <p:cNvPr id="19" name="Espaço Reservado para Texto 19">
            <a:extLst>
              <a:ext uri="{FF2B5EF4-FFF2-40B4-BE49-F238E27FC236}">
                <a16:creationId xmlns:a16="http://schemas.microsoft.com/office/drawing/2014/main" id="{1EFE35C8-9130-9A95-D973-EB3399917F52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5408430" y="4921997"/>
            <a:ext cx="1669324" cy="72019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consectetuer</a:t>
            </a:r>
            <a:endParaRPr lang="pt-BR" dirty="0"/>
          </a:p>
        </p:txBody>
      </p:sp>
      <p:sp>
        <p:nvSpPr>
          <p:cNvPr id="24" name="Espaço Reservado para Texto 19">
            <a:extLst>
              <a:ext uri="{FF2B5EF4-FFF2-40B4-BE49-F238E27FC236}">
                <a16:creationId xmlns:a16="http://schemas.microsoft.com/office/drawing/2014/main" id="{4F27992E-7FB3-CE50-F561-B88D12983C3E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5510030" y="4524624"/>
            <a:ext cx="455065" cy="43704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kumimoji="0" lang="pt-BR" b="0" i="0" u="none" strike="noStrike" cap="none" spc="-150" normalizeH="0" baseline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fontAlgn="auto">
              <a:lnSpc>
                <a:spcPct val="80000"/>
              </a:lnSpc>
              <a:spcAft>
                <a:spcPts val="0"/>
              </a:spcAft>
              <a:buClrTx/>
              <a:buSzTx/>
              <a:buNone/>
              <a:tabLst/>
            </a:pPr>
            <a:r>
              <a:rPr lang="pt-BR"/>
              <a:t>3 .</a:t>
            </a:r>
          </a:p>
        </p:txBody>
      </p:sp>
      <p:sp>
        <p:nvSpPr>
          <p:cNvPr id="25" name="Espaço Reservado para Texto 19">
            <a:extLst>
              <a:ext uri="{FF2B5EF4-FFF2-40B4-BE49-F238E27FC236}">
                <a16:creationId xmlns:a16="http://schemas.microsoft.com/office/drawing/2014/main" id="{E7A27213-32C3-50CB-F9EC-41622930055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7458352" y="4921997"/>
            <a:ext cx="1669324" cy="72019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consectetuer</a:t>
            </a:r>
            <a:endParaRPr lang="pt-BR" dirty="0"/>
          </a:p>
        </p:txBody>
      </p:sp>
      <p:sp>
        <p:nvSpPr>
          <p:cNvPr id="26" name="Espaço Reservado para Texto 19">
            <a:extLst>
              <a:ext uri="{FF2B5EF4-FFF2-40B4-BE49-F238E27FC236}">
                <a16:creationId xmlns:a16="http://schemas.microsoft.com/office/drawing/2014/main" id="{75F415C4-61BF-D2B7-E7E4-80A71E97F685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559952" y="4524624"/>
            <a:ext cx="455065" cy="43704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kumimoji="0" lang="pt-BR" b="0" i="0" u="none" strike="noStrike" cap="none" spc="-150" normalizeH="0" baseline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fontAlgn="auto">
              <a:lnSpc>
                <a:spcPct val="80000"/>
              </a:lnSpc>
              <a:spcAft>
                <a:spcPts val="0"/>
              </a:spcAft>
              <a:buClrTx/>
              <a:buSzTx/>
              <a:buNone/>
              <a:tabLst/>
            </a:pPr>
            <a:r>
              <a:rPr lang="pt-BR"/>
              <a:t>4 .</a:t>
            </a:r>
          </a:p>
        </p:txBody>
      </p:sp>
      <p:sp>
        <p:nvSpPr>
          <p:cNvPr id="27" name="Espaço Reservado para Texto 19">
            <a:extLst>
              <a:ext uri="{FF2B5EF4-FFF2-40B4-BE49-F238E27FC236}">
                <a16:creationId xmlns:a16="http://schemas.microsoft.com/office/drawing/2014/main" id="{3B247AA7-3D52-3BAB-1C62-2752F0CBDDC3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9508273" y="4921997"/>
            <a:ext cx="1669324" cy="72019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consectetuer</a:t>
            </a:r>
            <a:endParaRPr lang="pt-BR" dirty="0"/>
          </a:p>
        </p:txBody>
      </p:sp>
      <p:sp>
        <p:nvSpPr>
          <p:cNvPr id="28" name="Espaço Reservado para Texto 19">
            <a:extLst>
              <a:ext uri="{FF2B5EF4-FFF2-40B4-BE49-F238E27FC236}">
                <a16:creationId xmlns:a16="http://schemas.microsoft.com/office/drawing/2014/main" id="{0FED3FF0-ABB8-2A48-A3AB-2DF129055002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9609873" y="4524624"/>
            <a:ext cx="455065" cy="43704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kumimoji="0" lang="pt-BR" b="0" i="0" u="none" strike="noStrike" cap="none" spc="-150" normalizeH="0" baseline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fontAlgn="auto">
              <a:lnSpc>
                <a:spcPct val="80000"/>
              </a:lnSpc>
              <a:spcAft>
                <a:spcPts val="0"/>
              </a:spcAft>
              <a:buClrTx/>
              <a:buSzTx/>
              <a:buNone/>
              <a:tabLst/>
            </a:pPr>
            <a:r>
              <a:rPr lang="pt-BR"/>
              <a:t>5 .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D99CC193-718F-A79E-6A71-50C8306355FB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58777B03-5ADA-07F8-BC6B-111618BC7929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51210840-25DE-677A-D844-D6A0F42BC0ED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B14158FF-79DD-095C-4947-534D1C9200CD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D6EE126D-05F4-56DA-8678-257B9AC9CAAE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E8CEEB70-E347-685B-226F-7C6FF44A8D6D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8941B9CF-D177-062E-A9EC-C1DA95579640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BC8DB288-ACE7-6990-3A98-B2FE533FC7B9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2B56414A-6D52-74D0-D557-2709D351B589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718C203-9C61-D937-C226-3C317C78AFF9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722E5BE2-A64C-67D0-25E2-3AF0A25B1E6B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99ABF3D-1150-ED3E-9DB9-8D8D0340FACD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F4B77D1D-B7C7-4E35-F3C4-55E7034D913F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80EE846-27C4-85C5-DAB8-EF97BBC97052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048724F3-ECE6-EE6C-3C06-58DFB933279A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32" name="Retângulo: Cantos Arredondados 31">
              <a:extLst>
                <a:ext uri="{FF2B5EF4-FFF2-40B4-BE49-F238E27FC236}">
                  <a16:creationId xmlns:a16="http://schemas.microsoft.com/office/drawing/2014/main" id="{B2EB3482-6C53-4FEC-338D-4093A62E8549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3" name="Retângulo: Cantos Arredondados 32">
              <a:extLst>
                <a:ext uri="{FF2B5EF4-FFF2-40B4-BE49-F238E27FC236}">
                  <a16:creationId xmlns:a16="http://schemas.microsoft.com/office/drawing/2014/main" id="{2066F076-9E17-5F7E-C265-EA1057470E30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6780C026-4D96-F72F-00C8-8805428CAB32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5" name="Retângulo: Cantos Arredondados 34">
              <a:extLst>
                <a:ext uri="{FF2B5EF4-FFF2-40B4-BE49-F238E27FC236}">
                  <a16:creationId xmlns:a16="http://schemas.microsoft.com/office/drawing/2014/main" id="{330D93AD-FF6B-4FCC-DB19-3E9B75025DF1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B80D462E-C940-CF89-23A8-D55AE25AFDFE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D2A25A31-6318-9403-60D2-02D97C116675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8C423599-1698-F48F-37B7-3FE9295F1523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614A6FFA-74DD-6615-7FBF-8424B997D789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F65F4A1F-2C11-A624-7BE7-7CB70C4EBA57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41" name="Retângulo: Cantos Arredondados 40">
              <a:extLst>
                <a:ext uri="{FF2B5EF4-FFF2-40B4-BE49-F238E27FC236}">
                  <a16:creationId xmlns:a16="http://schemas.microsoft.com/office/drawing/2014/main" id="{C3C06D1E-9B6D-1E05-C05A-650756149AD2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42" name="Retângulo: Cantos Arredondados 41">
              <a:extLst>
                <a:ext uri="{FF2B5EF4-FFF2-40B4-BE49-F238E27FC236}">
                  <a16:creationId xmlns:a16="http://schemas.microsoft.com/office/drawing/2014/main" id="{3BC9D7F5-48D1-6AF2-34D4-A0A19EE3824F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C1D5D3BE-5D4A-D455-8F63-5256B96E0234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EE3BA170-EAAB-3B1C-8B49-147B82B02F8A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FB2A5693-5908-3FBD-FC39-3092B10CBC06}"/>
              </a:ext>
            </a:extLst>
          </p:cNvPr>
          <p:cNvSpPr txBox="1"/>
          <p:nvPr userDrawn="1"/>
        </p:nvSpPr>
        <p:spPr>
          <a:xfrm>
            <a:off x="1276493" y="1428907"/>
            <a:ext cx="3422557" cy="924826"/>
          </a:xfrm>
          <a:prstGeom prst="rect">
            <a:avLst/>
          </a:prstGeom>
        </p:spPr>
        <p:txBody>
          <a:bodyPr/>
          <a:lstStyle>
            <a:lvl1pPr indent="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5000" spc="-150" dirty="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47484A"/>
                </a:solidFill>
                <a:latin typeface="Itau Display Pro" panose="020B0503020204020204" pitchFamily="34" charset="0"/>
                <a:cs typeface="Itau Display Pro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47484A"/>
                </a:solidFill>
                <a:latin typeface="Itau Display Pro" panose="020B0503020204020204" pitchFamily="34" charset="0"/>
                <a:cs typeface="Itau Display Pro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47484A"/>
                </a:solidFill>
                <a:latin typeface="Itau Display Pro" panose="020B0503020204020204" pitchFamily="34" charset="0"/>
                <a:cs typeface="Itau Display Pro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47484A"/>
                </a:solidFill>
                <a:latin typeface="Itau Display Pro" panose="020B0503020204020204" pitchFamily="34" charset="0"/>
                <a:cs typeface="Itau Display Pro" panose="020B05030202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7200" b="0" i="0" u="none" strike="noStrike" kern="1200" cap="none" spc="-15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Itau Display Pro Bold" panose="020B0703020204020204" pitchFamily="34" charset="0"/>
              </a:rPr>
              <a:t>Agenda </a:t>
            </a:r>
          </a:p>
        </p:txBody>
      </p:sp>
    </p:spTree>
    <p:extLst>
      <p:ext uri="{BB962C8B-B14F-4D97-AF65-F5344CB8AC3E}">
        <p14:creationId xmlns:p14="http://schemas.microsoft.com/office/powerpoint/2010/main" val="3176844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 3 fundo escur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64A1479F-E270-4887-6BDB-7DAF827202A8}"/>
              </a:ext>
            </a:extLst>
          </p:cNvPr>
          <p:cNvSpPr/>
          <p:nvPr userDrawn="1"/>
        </p:nvSpPr>
        <p:spPr>
          <a:xfrm>
            <a:off x="-1" y="-1"/>
            <a:ext cx="8382130" cy="3446506"/>
          </a:xfrm>
          <a:custGeom>
            <a:avLst/>
            <a:gdLst>
              <a:gd name="connsiteX0" fmla="*/ 8356884 w 8382130"/>
              <a:gd name="connsiteY0" fmla="*/ 0 h 3446506"/>
              <a:gd name="connsiteX1" fmla="*/ 8382130 w 8382130"/>
              <a:gd name="connsiteY1" fmla="*/ 0 h 3446506"/>
              <a:gd name="connsiteX2" fmla="*/ 8372717 w 8382130"/>
              <a:gd name="connsiteY2" fmla="*/ 93340 h 3446506"/>
              <a:gd name="connsiteX3" fmla="*/ 8080052 w 8382130"/>
              <a:gd name="connsiteY3" fmla="*/ 1840887 h 3446506"/>
              <a:gd name="connsiteX4" fmla="*/ 6907672 w 8382130"/>
              <a:gd name="connsiteY4" fmla="*/ 3013267 h 3446506"/>
              <a:gd name="connsiteX5" fmla="*/ 2318996 w 8382130"/>
              <a:gd name="connsiteY5" fmla="*/ 3446506 h 3446506"/>
              <a:gd name="connsiteX6" fmla="*/ 354045 w 8382130"/>
              <a:gd name="connsiteY6" fmla="*/ 3376675 h 3446506"/>
              <a:gd name="connsiteX7" fmla="*/ 0 w 8382130"/>
              <a:gd name="connsiteY7" fmla="*/ 3346821 h 3446506"/>
              <a:gd name="connsiteX8" fmla="*/ 0 w 8382130"/>
              <a:gd name="connsiteY8" fmla="*/ 3321652 h 3446506"/>
              <a:gd name="connsiteX9" fmla="*/ 373078 w 8382130"/>
              <a:gd name="connsiteY9" fmla="*/ 3352947 h 3446506"/>
              <a:gd name="connsiteX10" fmla="*/ 2318996 w 8382130"/>
              <a:gd name="connsiteY10" fmla="*/ 3421638 h 3446506"/>
              <a:gd name="connsiteX11" fmla="*/ 4888059 w 8382130"/>
              <a:gd name="connsiteY11" fmla="*/ 3300676 h 3446506"/>
              <a:gd name="connsiteX12" fmla="*/ 6901799 w 8382130"/>
              <a:gd name="connsiteY12" fmla="*/ 2988900 h 3446506"/>
              <a:gd name="connsiteX13" fmla="*/ 6902549 w 8382130"/>
              <a:gd name="connsiteY13" fmla="*/ 2988775 h 3446506"/>
              <a:gd name="connsiteX14" fmla="*/ 7648438 w 8382130"/>
              <a:gd name="connsiteY14" fmla="*/ 2619392 h 3446506"/>
              <a:gd name="connsiteX15" fmla="*/ 8055560 w 8382130"/>
              <a:gd name="connsiteY15" fmla="*/ 1835388 h 3446506"/>
              <a:gd name="connsiteX16" fmla="*/ 8055685 w 8382130"/>
              <a:gd name="connsiteY16" fmla="*/ 1834764 h 3446506"/>
              <a:gd name="connsiteX17" fmla="*/ 8347299 w 8382130"/>
              <a:gd name="connsiteY17" fmla="*/ 94991 h 3446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8382130" h="3446506">
                <a:moveTo>
                  <a:pt x="8356884" y="0"/>
                </a:moveTo>
                <a:lnTo>
                  <a:pt x="8382130" y="0"/>
                </a:lnTo>
                <a:lnTo>
                  <a:pt x="8372717" y="93340"/>
                </a:lnTo>
                <a:cubicBezTo>
                  <a:pt x="8300992" y="756981"/>
                  <a:pt x="8202732" y="1350167"/>
                  <a:pt x="8080052" y="1840887"/>
                </a:cubicBezTo>
                <a:cubicBezTo>
                  <a:pt x="7927225" y="2529170"/>
                  <a:pt x="7519229" y="2885808"/>
                  <a:pt x="6907672" y="3013267"/>
                </a:cubicBezTo>
                <a:cubicBezTo>
                  <a:pt x="5836760" y="3268187"/>
                  <a:pt x="4129049" y="3446506"/>
                  <a:pt x="2318996" y="3446506"/>
                </a:cubicBezTo>
                <a:cubicBezTo>
                  <a:pt x="1640225" y="3446506"/>
                  <a:pt x="975847" y="3421448"/>
                  <a:pt x="354045" y="3376675"/>
                </a:cubicBezTo>
                <a:lnTo>
                  <a:pt x="0" y="3346821"/>
                </a:lnTo>
                <a:lnTo>
                  <a:pt x="0" y="3321652"/>
                </a:lnTo>
                <a:lnTo>
                  <a:pt x="373078" y="3352947"/>
                </a:lnTo>
                <a:cubicBezTo>
                  <a:pt x="1007097" y="3398091"/>
                  <a:pt x="1669231" y="3421638"/>
                  <a:pt x="2318996" y="3421638"/>
                </a:cubicBezTo>
                <a:cubicBezTo>
                  <a:pt x="3185347" y="3421638"/>
                  <a:pt x="4073816" y="3379776"/>
                  <a:pt x="4888059" y="3300676"/>
                </a:cubicBezTo>
                <a:cubicBezTo>
                  <a:pt x="5666688" y="3224950"/>
                  <a:pt x="6363094" y="3117234"/>
                  <a:pt x="6901799" y="2988900"/>
                </a:cubicBezTo>
                <a:cubicBezTo>
                  <a:pt x="6902049" y="2988775"/>
                  <a:pt x="6902299" y="2988775"/>
                  <a:pt x="6902549" y="2988775"/>
                </a:cubicBezTo>
                <a:cubicBezTo>
                  <a:pt x="7214825" y="2923670"/>
                  <a:pt x="7458873" y="2802834"/>
                  <a:pt x="7648438" y="2619392"/>
                </a:cubicBezTo>
                <a:cubicBezTo>
                  <a:pt x="7848125" y="2426077"/>
                  <a:pt x="7981334" y="2169658"/>
                  <a:pt x="8055560" y="1835388"/>
                </a:cubicBezTo>
                <a:cubicBezTo>
                  <a:pt x="8055685" y="1835139"/>
                  <a:pt x="8055685" y="1835014"/>
                  <a:pt x="8055685" y="1834764"/>
                </a:cubicBezTo>
                <a:cubicBezTo>
                  <a:pt x="8176944" y="1349839"/>
                  <a:pt x="8274762" y="765701"/>
                  <a:pt x="8347299" y="94991"/>
                </a:cubicBezTo>
                <a:close/>
              </a:path>
            </a:pathLst>
          </a:custGeom>
          <a:solidFill>
            <a:schemeClr val="bg1"/>
          </a:solidFill>
          <a:ln w="124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Itau Display Pro"/>
              <a:ea typeface="+mn-ea"/>
              <a:cs typeface="+mn-cs"/>
            </a:endParaRPr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64D8C030-ED1B-622A-902C-99E8B8396399}"/>
              </a:ext>
            </a:extLst>
          </p:cNvPr>
          <p:cNvSpPr/>
          <p:nvPr userDrawn="1"/>
        </p:nvSpPr>
        <p:spPr>
          <a:xfrm>
            <a:off x="4428311" y="0"/>
            <a:ext cx="7548404" cy="1390904"/>
          </a:xfrm>
          <a:custGeom>
            <a:avLst/>
            <a:gdLst>
              <a:gd name="connsiteX0" fmla="*/ 0 w 7548404"/>
              <a:gd name="connsiteY0" fmla="*/ 0 h 1390904"/>
              <a:gd name="connsiteX1" fmla="*/ 7548404 w 7548404"/>
              <a:gd name="connsiteY1" fmla="*/ 0 h 1390904"/>
              <a:gd name="connsiteX2" fmla="*/ 7535146 w 7548404"/>
              <a:gd name="connsiteY2" fmla="*/ 74894 h 1390904"/>
              <a:gd name="connsiteX3" fmla="*/ 7471536 w 7548404"/>
              <a:gd name="connsiteY3" fmla="*/ 360479 h 1390904"/>
              <a:gd name="connsiteX4" fmla="*/ 6719147 w 7548404"/>
              <a:gd name="connsiteY4" fmla="*/ 1112867 h 1390904"/>
              <a:gd name="connsiteX5" fmla="*/ 3774202 w 7548404"/>
              <a:gd name="connsiteY5" fmla="*/ 1390904 h 1390904"/>
              <a:gd name="connsiteX6" fmla="*/ 829255 w 7548404"/>
              <a:gd name="connsiteY6" fmla="*/ 1112867 h 1390904"/>
              <a:gd name="connsiteX7" fmla="*/ 76868 w 7548404"/>
              <a:gd name="connsiteY7" fmla="*/ 360479 h 1390904"/>
              <a:gd name="connsiteX8" fmla="*/ 13258 w 7548404"/>
              <a:gd name="connsiteY8" fmla="*/ 74894 h 1390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548404" h="1390904">
                <a:moveTo>
                  <a:pt x="0" y="0"/>
                </a:moveTo>
                <a:lnTo>
                  <a:pt x="7548404" y="0"/>
                </a:lnTo>
                <a:lnTo>
                  <a:pt x="7535146" y="74894"/>
                </a:lnTo>
                <a:cubicBezTo>
                  <a:pt x="7515243" y="175137"/>
                  <a:pt x="7494029" y="270492"/>
                  <a:pt x="7471536" y="360479"/>
                </a:cubicBezTo>
                <a:cubicBezTo>
                  <a:pt x="7373442" y="802214"/>
                  <a:pt x="7111649" y="1031017"/>
                  <a:pt x="6719147" y="1112867"/>
                </a:cubicBezTo>
                <a:cubicBezTo>
                  <a:pt x="6031864" y="1276440"/>
                  <a:pt x="4935835" y="1390904"/>
                  <a:pt x="3774202" y="1390904"/>
                </a:cubicBezTo>
                <a:cubicBezTo>
                  <a:pt x="2612568" y="1390904"/>
                  <a:pt x="1516539" y="1276565"/>
                  <a:pt x="829255" y="1112867"/>
                </a:cubicBezTo>
                <a:cubicBezTo>
                  <a:pt x="436755" y="1031017"/>
                  <a:pt x="174962" y="802214"/>
                  <a:pt x="76868" y="360479"/>
                </a:cubicBezTo>
                <a:cubicBezTo>
                  <a:pt x="54375" y="270492"/>
                  <a:pt x="33161" y="175137"/>
                  <a:pt x="13258" y="74894"/>
                </a:cubicBezTo>
                <a:close/>
              </a:path>
            </a:pathLst>
          </a:custGeom>
          <a:solidFill>
            <a:srgbClr val="0030FD"/>
          </a:solidFill>
          <a:ln w="124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Itau Display Pro"/>
              <a:ea typeface="+mn-ea"/>
              <a:cs typeface="+mn-cs"/>
            </a:endParaRPr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5C178189-6F6D-9DE1-B315-08C6B05DC9F4}"/>
              </a:ext>
            </a:extLst>
          </p:cNvPr>
          <p:cNvSpPr/>
          <p:nvPr userDrawn="1"/>
        </p:nvSpPr>
        <p:spPr>
          <a:xfrm>
            <a:off x="8154737" y="-1"/>
            <a:ext cx="226613" cy="1390634"/>
          </a:xfrm>
          <a:custGeom>
            <a:avLst/>
            <a:gdLst>
              <a:gd name="connsiteX0" fmla="*/ 201792 w 226613"/>
              <a:gd name="connsiteY0" fmla="*/ 0 h 1390634"/>
              <a:gd name="connsiteX1" fmla="*/ 226613 w 226613"/>
              <a:gd name="connsiteY1" fmla="*/ 0 h 1390634"/>
              <a:gd name="connsiteX2" fmla="*/ 194014 w 226613"/>
              <a:gd name="connsiteY2" fmla="*/ 304187 h 1390634"/>
              <a:gd name="connsiteX3" fmla="*/ 69423 w 226613"/>
              <a:gd name="connsiteY3" fmla="*/ 1156020 h 1390634"/>
              <a:gd name="connsiteX4" fmla="*/ 25430 w 226613"/>
              <a:gd name="connsiteY4" fmla="*/ 1390634 h 1390634"/>
              <a:gd name="connsiteX5" fmla="*/ 0 w 226613"/>
              <a:gd name="connsiteY5" fmla="*/ 1390326 h 1390634"/>
              <a:gd name="connsiteX6" fmla="*/ 43790 w 226613"/>
              <a:gd name="connsiteY6" fmla="*/ 1157616 h 1390634"/>
              <a:gd name="connsiteX7" fmla="*/ 184693 w 226613"/>
              <a:gd name="connsiteY7" fmla="*/ 166521 h 1390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6613" h="1390634">
                <a:moveTo>
                  <a:pt x="201792" y="0"/>
                </a:moveTo>
                <a:lnTo>
                  <a:pt x="226613" y="0"/>
                </a:lnTo>
                <a:lnTo>
                  <a:pt x="194014" y="304187"/>
                </a:lnTo>
                <a:cubicBezTo>
                  <a:pt x="158084" y="605126"/>
                  <a:pt x="116483" y="890138"/>
                  <a:pt x="69423" y="1156020"/>
                </a:cubicBezTo>
                <a:lnTo>
                  <a:pt x="25430" y="1390634"/>
                </a:lnTo>
                <a:lnTo>
                  <a:pt x="0" y="1390326"/>
                </a:lnTo>
                <a:lnTo>
                  <a:pt x="43790" y="1157616"/>
                </a:lnTo>
                <a:cubicBezTo>
                  <a:pt x="97806" y="853521"/>
                  <a:pt x="144868" y="522508"/>
                  <a:pt x="184693" y="166521"/>
                </a:cubicBezTo>
                <a:close/>
              </a:path>
            </a:pathLst>
          </a:custGeom>
          <a:solidFill>
            <a:srgbClr val="FF6200"/>
          </a:solidFill>
          <a:ln w="124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Itau Display Pro"/>
              <a:ea typeface="+mn-ea"/>
              <a:cs typeface="+mn-cs"/>
            </a:endParaRPr>
          </a:p>
        </p:txBody>
      </p:sp>
      <p:sp>
        <p:nvSpPr>
          <p:cNvPr id="2" name="Espaço Reservado para Texto 19">
            <a:extLst>
              <a:ext uri="{FF2B5EF4-FFF2-40B4-BE49-F238E27FC236}">
                <a16:creationId xmlns:a16="http://schemas.microsoft.com/office/drawing/2014/main" id="{C2293840-6D74-B0AB-31E1-C9DCB2EA1BA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308586" y="4921997"/>
            <a:ext cx="1669324" cy="72019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consectetuer</a:t>
            </a:r>
            <a:endParaRPr lang="pt-BR" dirty="0"/>
          </a:p>
        </p:txBody>
      </p:sp>
      <p:sp>
        <p:nvSpPr>
          <p:cNvPr id="4" name="Espaço Reservado para Texto 19">
            <a:extLst>
              <a:ext uri="{FF2B5EF4-FFF2-40B4-BE49-F238E27FC236}">
                <a16:creationId xmlns:a16="http://schemas.microsoft.com/office/drawing/2014/main" id="{F00DE717-5436-D3FA-4C12-8EFFC3A89DA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410186" y="4524624"/>
            <a:ext cx="455065" cy="43704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kumimoji="0" lang="pt-BR" b="0" i="0" u="none" strike="noStrike" cap="none" spc="-150" normalizeH="0" baseline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fontAlgn="auto">
              <a:lnSpc>
                <a:spcPct val="80000"/>
              </a:lnSpc>
              <a:spcAft>
                <a:spcPts val="0"/>
              </a:spcAft>
              <a:buClrTx/>
              <a:buSzTx/>
              <a:buNone/>
              <a:tabLst/>
            </a:pPr>
            <a:r>
              <a:rPr lang="pt-BR"/>
              <a:t>1 .</a:t>
            </a:r>
          </a:p>
        </p:txBody>
      </p:sp>
      <p:sp>
        <p:nvSpPr>
          <p:cNvPr id="6" name="Espaço Reservado para Texto 19">
            <a:extLst>
              <a:ext uri="{FF2B5EF4-FFF2-40B4-BE49-F238E27FC236}">
                <a16:creationId xmlns:a16="http://schemas.microsoft.com/office/drawing/2014/main" id="{8DFD7C7C-2392-9407-A121-1080BA9305DB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3358508" y="4921997"/>
            <a:ext cx="1669324" cy="72019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consectetuer</a:t>
            </a:r>
            <a:endParaRPr lang="pt-BR" dirty="0"/>
          </a:p>
        </p:txBody>
      </p:sp>
      <p:sp>
        <p:nvSpPr>
          <p:cNvPr id="7" name="Espaço Reservado para Texto 19">
            <a:extLst>
              <a:ext uri="{FF2B5EF4-FFF2-40B4-BE49-F238E27FC236}">
                <a16:creationId xmlns:a16="http://schemas.microsoft.com/office/drawing/2014/main" id="{8800649D-63DC-230B-6ACD-A44B8F29872F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460108" y="4524624"/>
            <a:ext cx="455065" cy="43704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kumimoji="0" lang="pt-BR" b="0" i="0" u="none" strike="noStrike" cap="none" spc="-150" normalizeH="0" baseline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fontAlgn="auto">
              <a:lnSpc>
                <a:spcPct val="80000"/>
              </a:lnSpc>
              <a:spcAft>
                <a:spcPts val="0"/>
              </a:spcAft>
              <a:buClrTx/>
              <a:buSzTx/>
              <a:buNone/>
              <a:tabLst/>
            </a:pPr>
            <a:r>
              <a:rPr lang="pt-BR"/>
              <a:t>2 .</a:t>
            </a:r>
          </a:p>
        </p:txBody>
      </p:sp>
      <p:sp>
        <p:nvSpPr>
          <p:cNvPr id="8" name="Espaço Reservado para Texto 19">
            <a:extLst>
              <a:ext uri="{FF2B5EF4-FFF2-40B4-BE49-F238E27FC236}">
                <a16:creationId xmlns:a16="http://schemas.microsoft.com/office/drawing/2014/main" id="{B9AC9080-9C4A-6C02-38F7-8907536D81AF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5408430" y="4921997"/>
            <a:ext cx="1669324" cy="72019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consectetuer</a:t>
            </a:r>
            <a:endParaRPr lang="pt-BR" dirty="0"/>
          </a:p>
        </p:txBody>
      </p:sp>
      <p:sp>
        <p:nvSpPr>
          <p:cNvPr id="9" name="Espaço Reservado para Texto 19">
            <a:extLst>
              <a:ext uri="{FF2B5EF4-FFF2-40B4-BE49-F238E27FC236}">
                <a16:creationId xmlns:a16="http://schemas.microsoft.com/office/drawing/2014/main" id="{E8DB7D0A-BD0B-A120-1B2A-A4BA17A219CE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5510030" y="4524624"/>
            <a:ext cx="455065" cy="43704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kumimoji="0" lang="pt-BR" b="0" i="0" u="none" strike="noStrike" cap="none" spc="-150" normalizeH="0" baseline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fontAlgn="auto">
              <a:lnSpc>
                <a:spcPct val="80000"/>
              </a:lnSpc>
              <a:spcAft>
                <a:spcPts val="0"/>
              </a:spcAft>
              <a:buClrTx/>
              <a:buSzTx/>
              <a:buNone/>
              <a:tabLst/>
            </a:pPr>
            <a:r>
              <a:rPr lang="pt-BR"/>
              <a:t>3 .</a:t>
            </a:r>
          </a:p>
        </p:txBody>
      </p:sp>
      <p:sp>
        <p:nvSpPr>
          <p:cNvPr id="10" name="Espaço Reservado para Texto 19">
            <a:extLst>
              <a:ext uri="{FF2B5EF4-FFF2-40B4-BE49-F238E27FC236}">
                <a16:creationId xmlns:a16="http://schemas.microsoft.com/office/drawing/2014/main" id="{47ECF441-6F48-2DCC-98F0-7C82257A3809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7458352" y="4921997"/>
            <a:ext cx="1669324" cy="72019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consectetuer</a:t>
            </a:r>
            <a:endParaRPr lang="pt-BR" dirty="0"/>
          </a:p>
        </p:txBody>
      </p:sp>
      <p:sp>
        <p:nvSpPr>
          <p:cNvPr id="11" name="Espaço Reservado para Texto 19">
            <a:extLst>
              <a:ext uri="{FF2B5EF4-FFF2-40B4-BE49-F238E27FC236}">
                <a16:creationId xmlns:a16="http://schemas.microsoft.com/office/drawing/2014/main" id="{59446A69-D68F-DB05-6C34-551E285BD38D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559952" y="4524624"/>
            <a:ext cx="455065" cy="43704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kumimoji="0" lang="pt-BR" b="0" i="0" u="none" strike="noStrike" cap="none" spc="-150" normalizeH="0" baseline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fontAlgn="auto">
              <a:lnSpc>
                <a:spcPct val="80000"/>
              </a:lnSpc>
              <a:spcAft>
                <a:spcPts val="0"/>
              </a:spcAft>
              <a:buClrTx/>
              <a:buSzTx/>
              <a:buNone/>
              <a:tabLst/>
            </a:pPr>
            <a:r>
              <a:rPr lang="pt-BR"/>
              <a:t>4 .</a:t>
            </a:r>
          </a:p>
        </p:txBody>
      </p:sp>
      <p:sp>
        <p:nvSpPr>
          <p:cNvPr id="17" name="Espaço Reservado para Texto 19">
            <a:extLst>
              <a:ext uri="{FF2B5EF4-FFF2-40B4-BE49-F238E27FC236}">
                <a16:creationId xmlns:a16="http://schemas.microsoft.com/office/drawing/2014/main" id="{2F5CF2CB-F81F-64C9-4EDD-C4EE55408737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9508273" y="4921997"/>
            <a:ext cx="1669324" cy="72019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consectetuer</a:t>
            </a:r>
            <a:endParaRPr lang="pt-BR" dirty="0"/>
          </a:p>
        </p:txBody>
      </p:sp>
      <p:sp>
        <p:nvSpPr>
          <p:cNvPr id="18" name="Espaço Reservado para Texto 19">
            <a:extLst>
              <a:ext uri="{FF2B5EF4-FFF2-40B4-BE49-F238E27FC236}">
                <a16:creationId xmlns:a16="http://schemas.microsoft.com/office/drawing/2014/main" id="{AE0709A6-2836-DF29-B97D-D51EB3934E75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9609873" y="4524624"/>
            <a:ext cx="455065" cy="43704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kumimoji="0" lang="pt-BR" b="0" i="0" u="none" strike="noStrike" cap="none" spc="-150" normalizeH="0" baseline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fontAlgn="auto">
              <a:lnSpc>
                <a:spcPct val="80000"/>
              </a:lnSpc>
              <a:spcAft>
                <a:spcPts val="0"/>
              </a:spcAft>
              <a:buClrTx/>
              <a:buSzTx/>
              <a:buNone/>
              <a:tabLst/>
            </a:pPr>
            <a:r>
              <a:rPr lang="pt-BR"/>
              <a:t>5 .</a:t>
            </a:r>
          </a:p>
        </p:txBody>
      </p: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092E6F29-53A8-D57A-EE40-ED74A5601F9D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46" name="Retângulo: Cantos Arredondados 45">
              <a:extLst>
                <a:ext uri="{FF2B5EF4-FFF2-40B4-BE49-F238E27FC236}">
                  <a16:creationId xmlns:a16="http://schemas.microsoft.com/office/drawing/2014/main" id="{E2F4B652-0E83-7CA1-CC0D-CBD386871531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47" name="Retângulo: Cantos Arredondados 46">
              <a:extLst>
                <a:ext uri="{FF2B5EF4-FFF2-40B4-BE49-F238E27FC236}">
                  <a16:creationId xmlns:a16="http://schemas.microsoft.com/office/drawing/2014/main" id="{E11CBD89-9260-B813-B63C-932881DE6538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48" name="Retângulo: Cantos Arredondados 47">
              <a:extLst>
                <a:ext uri="{FF2B5EF4-FFF2-40B4-BE49-F238E27FC236}">
                  <a16:creationId xmlns:a16="http://schemas.microsoft.com/office/drawing/2014/main" id="{F59EDF4D-D1B2-1CDF-EDA8-4AB8671C9852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49" name="Retângulo: Cantos Arredondados 48">
              <a:extLst>
                <a:ext uri="{FF2B5EF4-FFF2-40B4-BE49-F238E27FC236}">
                  <a16:creationId xmlns:a16="http://schemas.microsoft.com/office/drawing/2014/main" id="{276306AE-5453-B934-20BB-C68384391A9F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50" name="Retângulo: Cantos Arredondados 49">
              <a:extLst>
                <a:ext uri="{FF2B5EF4-FFF2-40B4-BE49-F238E27FC236}">
                  <a16:creationId xmlns:a16="http://schemas.microsoft.com/office/drawing/2014/main" id="{E88D85B9-BF4A-8B3A-67B6-9C0EB1DB9032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51" name="Retângulo: Cantos Arredondados 50">
              <a:extLst>
                <a:ext uri="{FF2B5EF4-FFF2-40B4-BE49-F238E27FC236}">
                  <a16:creationId xmlns:a16="http://schemas.microsoft.com/office/drawing/2014/main" id="{C61B1CD5-59E6-1057-1B57-FC4BFEA840BD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52" name="Retângulo: Cantos Arredondados 51">
              <a:extLst>
                <a:ext uri="{FF2B5EF4-FFF2-40B4-BE49-F238E27FC236}">
                  <a16:creationId xmlns:a16="http://schemas.microsoft.com/office/drawing/2014/main" id="{6B6F057D-5C31-A11F-6CBA-33D5F0E04A98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92FA55A5-6993-F205-C6F4-86CABA96F5D5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54" name="Retângulo: Cantos Arredondados 53">
              <a:extLst>
                <a:ext uri="{FF2B5EF4-FFF2-40B4-BE49-F238E27FC236}">
                  <a16:creationId xmlns:a16="http://schemas.microsoft.com/office/drawing/2014/main" id="{34BEEEDF-18CF-33F8-6415-1830F2B46BE5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55" name="CaixaDeTexto 54">
              <a:extLst>
                <a:ext uri="{FF2B5EF4-FFF2-40B4-BE49-F238E27FC236}">
                  <a16:creationId xmlns:a16="http://schemas.microsoft.com/office/drawing/2014/main" id="{51952424-5209-FAE4-DE19-F659E6AF525F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56" name="Retângulo: Cantos Arredondados 55">
              <a:extLst>
                <a:ext uri="{FF2B5EF4-FFF2-40B4-BE49-F238E27FC236}">
                  <a16:creationId xmlns:a16="http://schemas.microsoft.com/office/drawing/2014/main" id="{9BEBCE99-79A6-63B2-C2C6-34ED4B3FED94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57" name="Retângulo: Cantos Arredondados 56">
              <a:extLst>
                <a:ext uri="{FF2B5EF4-FFF2-40B4-BE49-F238E27FC236}">
                  <a16:creationId xmlns:a16="http://schemas.microsoft.com/office/drawing/2014/main" id="{F3667B4F-1501-F10E-ACE2-7D10A78091CC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23BB606-92B6-1929-EEF8-60B7BF874238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4D28A03E-1030-CD5C-F7D6-F6F9B941CE40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60" name="Retângulo: Cantos Arredondados 59">
              <a:extLst>
                <a:ext uri="{FF2B5EF4-FFF2-40B4-BE49-F238E27FC236}">
                  <a16:creationId xmlns:a16="http://schemas.microsoft.com/office/drawing/2014/main" id="{257AA753-E4DD-5778-2E0C-6419AEBFAEE9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61" name="Retângulo: Cantos Arredondados 60">
              <a:extLst>
                <a:ext uri="{FF2B5EF4-FFF2-40B4-BE49-F238E27FC236}">
                  <a16:creationId xmlns:a16="http://schemas.microsoft.com/office/drawing/2014/main" id="{091BC99D-D71E-BE8E-2AE2-F6AB38EA8977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62" name="Retângulo: Cantos Arredondados 61">
              <a:extLst>
                <a:ext uri="{FF2B5EF4-FFF2-40B4-BE49-F238E27FC236}">
                  <a16:creationId xmlns:a16="http://schemas.microsoft.com/office/drawing/2014/main" id="{95D67FEB-882F-0170-784B-E1EC0D7E5EB5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63" name="Retângulo: Cantos Arredondados 62">
              <a:extLst>
                <a:ext uri="{FF2B5EF4-FFF2-40B4-BE49-F238E27FC236}">
                  <a16:creationId xmlns:a16="http://schemas.microsoft.com/office/drawing/2014/main" id="{6DB7E74A-9C6F-0FEA-6BC8-1F2F7FF4D28A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64" name="CaixaDeTexto 63">
              <a:extLst>
                <a:ext uri="{FF2B5EF4-FFF2-40B4-BE49-F238E27FC236}">
                  <a16:creationId xmlns:a16="http://schemas.microsoft.com/office/drawing/2014/main" id="{40B3DF93-8627-2895-DCFC-46E503F9B181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65" name="CaixaDeTexto 64">
              <a:extLst>
                <a:ext uri="{FF2B5EF4-FFF2-40B4-BE49-F238E27FC236}">
                  <a16:creationId xmlns:a16="http://schemas.microsoft.com/office/drawing/2014/main" id="{85A4F9CF-0A11-A32A-440E-1CD2B1290E73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66" name="CaixaDeTexto 65">
              <a:extLst>
                <a:ext uri="{FF2B5EF4-FFF2-40B4-BE49-F238E27FC236}">
                  <a16:creationId xmlns:a16="http://schemas.microsoft.com/office/drawing/2014/main" id="{8070C6D5-8BDF-C5FF-654D-B84063A95508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67" name="CaixaDeTexto 66">
              <a:extLst>
                <a:ext uri="{FF2B5EF4-FFF2-40B4-BE49-F238E27FC236}">
                  <a16:creationId xmlns:a16="http://schemas.microsoft.com/office/drawing/2014/main" id="{BD9550B2-9123-A935-78F8-E70D4B587932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68" name="Agrupar 67">
            <a:extLst>
              <a:ext uri="{FF2B5EF4-FFF2-40B4-BE49-F238E27FC236}">
                <a16:creationId xmlns:a16="http://schemas.microsoft.com/office/drawing/2014/main" id="{F0BF517D-A3B5-B070-E97F-DDA8BE3AC604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69" name="Retângulo: Cantos Arredondados 68">
              <a:extLst>
                <a:ext uri="{FF2B5EF4-FFF2-40B4-BE49-F238E27FC236}">
                  <a16:creationId xmlns:a16="http://schemas.microsoft.com/office/drawing/2014/main" id="{0B4E058E-E064-D075-512A-02F9E7691D58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70" name="Retângulo: Cantos Arredondados 69">
              <a:extLst>
                <a:ext uri="{FF2B5EF4-FFF2-40B4-BE49-F238E27FC236}">
                  <a16:creationId xmlns:a16="http://schemas.microsoft.com/office/drawing/2014/main" id="{1A4FF164-555F-C6B5-C3A8-0DE61333DF39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71" name="CaixaDeTexto 70">
              <a:extLst>
                <a:ext uri="{FF2B5EF4-FFF2-40B4-BE49-F238E27FC236}">
                  <a16:creationId xmlns:a16="http://schemas.microsoft.com/office/drawing/2014/main" id="{5EABDD7C-0900-F62C-29D5-96DF9F051248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72" name="CaixaDeTexto 71">
              <a:extLst>
                <a:ext uri="{FF2B5EF4-FFF2-40B4-BE49-F238E27FC236}">
                  <a16:creationId xmlns:a16="http://schemas.microsoft.com/office/drawing/2014/main" id="{696AF006-EB4C-BFE3-ACA1-91CC5CB320C7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9A82BE1-74CC-8271-AFA9-5F70E2EB65D0}"/>
              </a:ext>
            </a:extLst>
          </p:cNvPr>
          <p:cNvSpPr txBox="1"/>
          <p:nvPr userDrawn="1"/>
        </p:nvSpPr>
        <p:spPr>
          <a:xfrm>
            <a:off x="1276493" y="1428907"/>
            <a:ext cx="3422557" cy="924826"/>
          </a:xfrm>
          <a:prstGeom prst="rect">
            <a:avLst/>
          </a:prstGeom>
        </p:spPr>
        <p:txBody>
          <a:bodyPr/>
          <a:lstStyle>
            <a:lvl1pPr indent="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5000" spc="-150" dirty="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47484A"/>
                </a:solidFill>
                <a:latin typeface="Itau Display Pro" panose="020B0503020204020204" pitchFamily="34" charset="0"/>
                <a:cs typeface="Itau Display Pro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47484A"/>
                </a:solidFill>
                <a:latin typeface="Itau Display Pro" panose="020B0503020204020204" pitchFamily="34" charset="0"/>
                <a:cs typeface="Itau Display Pro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47484A"/>
                </a:solidFill>
                <a:latin typeface="Itau Display Pro" panose="020B0503020204020204" pitchFamily="34" charset="0"/>
                <a:cs typeface="Itau Display Pro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47484A"/>
                </a:solidFill>
                <a:latin typeface="Itau Display Pro" panose="020B0503020204020204" pitchFamily="34" charset="0"/>
                <a:cs typeface="Itau Display Pro" panose="020B05030202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7200" b="0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Itau Display Pro Bold" panose="020B0703020204020204" pitchFamily="34" charset="0"/>
              </a:rPr>
              <a:t>Agenda </a:t>
            </a:r>
          </a:p>
        </p:txBody>
      </p:sp>
    </p:spTree>
    <p:extLst>
      <p:ext uri="{BB962C8B-B14F-4D97-AF65-F5344CB8AC3E}">
        <p14:creationId xmlns:p14="http://schemas.microsoft.com/office/powerpoint/2010/main" val="1066519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 4 fundo cla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FCDE2DCE-2A2C-619D-A7FE-FAC66CCEF2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7077"/>
          <a:stretch>
            <a:fillRect/>
          </a:stretch>
        </p:blipFill>
        <p:spPr>
          <a:xfrm>
            <a:off x="0" y="348486"/>
            <a:ext cx="5386515" cy="6153913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67C714BC-DEF5-19D3-00DF-44F2AA5F2B0C}"/>
              </a:ext>
            </a:extLst>
          </p:cNvPr>
          <p:cNvSpPr txBox="1"/>
          <p:nvPr userDrawn="1"/>
        </p:nvSpPr>
        <p:spPr>
          <a:xfrm>
            <a:off x="1406298" y="4460735"/>
            <a:ext cx="3422557" cy="585689"/>
          </a:xfrm>
          <a:prstGeom prst="rect">
            <a:avLst/>
          </a:prstGeom>
        </p:spPr>
        <p:txBody>
          <a:bodyPr/>
          <a:lstStyle>
            <a:lvl1pPr indent="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5000" spc="-150" dirty="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47484A"/>
                </a:solidFill>
                <a:latin typeface="Itau Display Pro" panose="020B0503020204020204" pitchFamily="34" charset="0"/>
                <a:cs typeface="Itau Display Pro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47484A"/>
                </a:solidFill>
                <a:latin typeface="Itau Display Pro" panose="020B0503020204020204" pitchFamily="34" charset="0"/>
                <a:cs typeface="Itau Display Pro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47484A"/>
                </a:solidFill>
                <a:latin typeface="Itau Display Pro" panose="020B0503020204020204" pitchFamily="34" charset="0"/>
                <a:cs typeface="Itau Display Pro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47484A"/>
                </a:solidFill>
                <a:latin typeface="Itau Display Pro" panose="020B0503020204020204" pitchFamily="34" charset="0"/>
                <a:cs typeface="Itau Display Pro" panose="020B05030202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6600" b="0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Itau Display Pro Bold" panose="020B0703020204020204" pitchFamily="34" charset="0"/>
              </a:rPr>
              <a:t>Agenda </a:t>
            </a:r>
          </a:p>
        </p:txBody>
      </p:sp>
      <p:sp>
        <p:nvSpPr>
          <p:cNvPr id="58" name="Espaço Reservado para Texto 57">
            <a:extLst>
              <a:ext uri="{FF2B5EF4-FFF2-40B4-BE49-F238E27FC236}">
                <a16:creationId xmlns:a16="http://schemas.microsoft.com/office/drawing/2014/main" id="{8381C7B0-9A4C-E504-0B69-A98D2A94B2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8311" y="1235338"/>
            <a:ext cx="346623" cy="346623"/>
          </a:xfrm>
          <a:custGeom>
            <a:avLst/>
            <a:gdLst>
              <a:gd name="csX0" fmla="*/ 114502 w 229004"/>
              <a:gd name="csY0" fmla="*/ 0 h 229004"/>
              <a:gd name="csX1" fmla="*/ 199323 w 229004"/>
              <a:gd name="csY1" fmla="*/ 8010 h 229004"/>
              <a:gd name="csX2" fmla="*/ 220995 w 229004"/>
              <a:gd name="csY2" fmla="*/ 29681 h 229004"/>
              <a:gd name="csX3" fmla="*/ 229004 w 229004"/>
              <a:gd name="csY3" fmla="*/ 114502 h 229004"/>
              <a:gd name="csX4" fmla="*/ 220995 w 229004"/>
              <a:gd name="csY4" fmla="*/ 199323 h 229004"/>
              <a:gd name="csX5" fmla="*/ 199323 w 229004"/>
              <a:gd name="csY5" fmla="*/ 220995 h 229004"/>
              <a:gd name="csX6" fmla="*/ 114502 w 229004"/>
              <a:gd name="csY6" fmla="*/ 229004 h 229004"/>
              <a:gd name="csX7" fmla="*/ 29681 w 229004"/>
              <a:gd name="csY7" fmla="*/ 220995 h 229004"/>
              <a:gd name="csX8" fmla="*/ 8010 w 229004"/>
              <a:gd name="csY8" fmla="*/ 199323 h 229004"/>
              <a:gd name="csX9" fmla="*/ 0 w 229004"/>
              <a:gd name="csY9" fmla="*/ 114502 h 229004"/>
              <a:gd name="csX10" fmla="*/ 8010 w 229004"/>
              <a:gd name="csY10" fmla="*/ 29681 h 229004"/>
              <a:gd name="csX11" fmla="*/ 29681 w 229004"/>
              <a:gd name="csY11" fmla="*/ 8010 h 229004"/>
              <a:gd name="csX12" fmla="*/ 114502 w 229004"/>
              <a:gd name="csY12" fmla="*/ 0 h 2290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004" h="229004">
                <a:moveTo>
                  <a:pt x="114502" y="0"/>
                </a:moveTo>
                <a:cubicBezTo>
                  <a:pt x="147959" y="0"/>
                  <a:pt x="178590" y="2826"/>
                  <a:pt x="199323" y="8010"/>
                </a:cubicBezTo>
                <a:cubicBezTo>
                  <a:pt x="212047" y="10836"/>
                  <a:pt x="218638" y="18376"/>
                  <a:pt x="220995" y="29681"/>
                </a:cubicBezTo>
                <a:cubicBezTo>
                  <a:pt x="225709" y="49476"/>
                  <a:pt x="229004" y="81045"/>
                  <a:pt x="229004" y="114502"/>
                </a:cubicBezTo>
                <a:cubicBezTo>
                  <a:pt x="229004" y="147959"/>
                  <a:pt x="225709" y="179528"/>
                  <a:pt x="220995" y="199323"/>
                </a:cubicBezTo>
                <a:cubicBezTo>
                  <a:pt x="218638" y="210628"/>
                  <a:pt x="212047" y="218168"/>
                  <a:pt x="199323" y="220995"/>
                </a:cubicBezTo>
                <a:cubicBezTo>
                  <a:pt x="178590" y="226178"/>
                  <a:pt x="147959" y="229004"/>
                  <a:pt x="114502" y="229004"/>
                </a:cubicBezTo>
                <a:cubicBezTo>
                  <a:pt x="81045" y="229004"/>
                  <a:pt x="50415" y="226178"/>
                  <a:pt x="29681" y="220995"/>
                </a:cubicBezTo>
                <a:cubicBezTo>
                  <a:pt x="16958" y="218168"/>
                  <a:pt x="10367" y="210628"/>
                  <a:pt x="8010" y="199323"/>
                </a:cubicBezTo>
                <a:cubicBezTo>
                  <a:pt x="3296" y="179528"/>
                  <a:pt x="0" y="147959"/>
                  <a:pt x="0" y="114502"/>
                </a:cubicBezTo>
                <a:cubicBezTo>
                  <a:pt x="0" y="81045"/>
                  <a:pt x="3296" y="49476"/>
                  <a:pt x="8010" y="29681"/>
                </a:cubicBezTo>
                <a:cubicBezTo>
                  <a:pt x="10367" y="18376"/>
                  <a:pt x="16958" y="10836"/>
                  <a:pt x="29681" y="8010"/>
                </a:cubicBezTo>
                <a:cubicBezTo>
                  <a:pt x="50415" y="2826"/>
                  <a:pt x="81045" y="0"/>
                  <a:pt x="114502" y="0"/>
                </a:cubicBezTo>
                <a:close/>
              </a:path>
            </a:pathLst>
          </a:custGeom>
          <a:solidFill>
            <a:schemeClr val="accent4">
              <a:alpha val="5000"/>
            </a:schemeClr>
          </a:solidFill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buNone/>
              <a:defRPr sz="100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59" name="Espaço Reservado para Texto 19">
            <a:extLst>
              <a:ext uri="{FF2B5EF4-FFF2-40B4-BE49-F238E27FC236}">
                <a16:creationId xmlns:a16="http://schemas.microsoft.com/office/drawing/2014/main" id="{5527B372-C871-4D18-D7C0-D0492CE110D7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441623" y="1321082"/>
            <a:ext cx="455065" cy="43704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kumimoji="0" lang="pt-BR" b="0" i="0" u="none" strike="noStrike" cap="none" spc="-150" normalizeH="0" baseline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fontAlgn="auto">
              <a:lnSpc>
                <a:spcPct val="80000"/>
              </a:lnSpc>
              <a:spcAft>
                <a:spcPts val="0"/>
              </a:spcAft>
              <a:buClrTx/>
              <a:buSzTx/>
              <a:buNone/>
              <a:tabLst/>
            </a:pPr>
            <a:r>
              <a:rPr lang="pt-BR"/>
              <a:t>1.</a:t>
            </a:r>
          </a:p>
        </p:txBody>
      </p:sp>
      <p:sp>
        <p:nvSpPr>
          <p:cNvPr id="60" name="Espaço Reservado para Texto 59">
            <a:extLst>
              <a:ext uri="{FF2B5EF4-FFF2-40B4-BE49-F238E27FC236}">
                <a16:creationId xmlns:a16="http://schemas.microsoft.com/office/drawing/2014/main" id="{B93E4009-4A4A-30E9-ECE8-2BEE6CC1493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68311" y="5200178"/>
            <a:ext cx="346623" cy="346623"/>
          </a:xfrm>
          <a:custGeom>
            <a:avLst/>
            <a:gdLst>
              <a:gd name="csX0" fmla="*/ 114502 w 229004"/>
              <a:gd name="csY0" fmla="*/ 0 h 229004"/>
              <a:gd name="csX1" fmla="*/ 199323 w 229004"/>
              <a:gd name="csY1" fmla="*/ 8010 h 229004"/>
              <a:gd name="csX2" fmla="*/ 220995 w 229004"/>
              <a:gd name="csY2" fmla="*/ 29681 h 229004"/>
              <a:gd name="csX3" fmla="*/ 229004 w 229004"/>
              <a:gd name="csY3" fmla="*/ 114502 h 229004"/>
              <a:gd name="csX4" fmla="*/ 220995 w 229004"/>
              <a:gd name="csY4" fmla="*/ 199323 h 229004"/>
              <a:gd name="csX5" fmla="*/ 199323 w 229004"/>
              <a:gd name="csY5" fmla="*/ 220995 h 229004"/>
              <a:gd name="csX6" fmla="*/ 114502 w 229004"/>
              <a:gd name="csY6" fmla="*/ 229004 h 229004"/>
              <a:gd name="csX7" fmla="*/ 29681 w 229004"/>
              <a:gd name="csY7" fmla="*/ 220995 h 229004"/>
              <a:gd name="csX8" fmla="*/ 8010 w 229004"/>
              <a:gd name="csY8" fmla="*/ 199323 h 229004"/>
              <a:gd name="csX9" fmla="*/ 0 w 229004"/>
              <a:gd name="csY9" fmla="*/ 114502 h 229004"/>
              <a:gd name="csX10" fmla="*/ 8010 w 229004"/>
              <a:gd name="csY10" fmla="*/ 29681 h 229004"/>
              <a:gd name="csX11" fmla="*/ 29681 w 229004"/>
              <a:gd name="csY11" fmla="*/ 8010 h 229004"/>
              <a:gd name="csX12" fmla="*/ 114502 w 229004"/>
              <a:gd name="csY12" fmla="*/ 0 h 2290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004" h="229004">
                <a:moveTo>
                  <a:pt x="114502" y="0"/>
                </a:moveTo>
                <a:cubicBezTo>
                  <a:pt x="147959" y="0"/>
                  <a:pt x="178590" y="2826"/>
                  <a:pt x="199323" y="8010"/>
                </a:cubicBezTo>
                <a:cubicBezTo>
                  <a:pt x="212047" y="10836"/>
                  <a:pt x="218638" y="18376"/>
                  <a:pt x="220995" y="29681"/>
                </a:cubicBezTo>
                <a:cubicBezTo>
                  <a:pt x="225709" y="49476"/>
                  <a:pt x="229004" y="81045"/>
                  <a:pt x="229004" y="114502"/>
                </a:cubicBezTo>
                <a:cubicBezTo>
                  <a:pt x="229004" y="147959"/>
                  <a:pt x="225709" y="179528"/>
                  <a:pt x="220995" y="199323"/>
                </a:cubicBezTo>
                <a:cubicBezTo>
                  <a:pt x="218638" y="210628"/>
                  <a:pt x="212047" y="218168"/>
                  <a:pt x="199323" y="220995"/>
                </a:cubicBezTo>
                <a:cubicBezTo>
                  <a:pt x="178590" y="226178"/>
                  <a:pt x="147959" y="229004"/>
                  <a:pt x="114502" y="229004"/>
                </a:cubicBezTo>
                <a:cubicBezTo>
                  <a:pt x="81045" y="229004"/>
                  <a:pt x="50415" y="226178"/>
                  <a:pt x="29681" y="220995"/>
                </a:cubicBezTo>
                <a:cubicBezTo>
                  <a:pt x="16958" y="218168"/>
                  <a:pt x="10367" y="210628"/>
                  <a:pt x="8010" y="199323"/>
                </a:cubicBezTo>
                <a:cubicBezTo>
                  <a:pt x="3296" y="179528"/>
                  <a:pt x="0" y="147959"/>
                  <a:pt x="0" y="114502"/>
                </a:cubicBezTo>
                <a:cubicBezTo>
                  <a:pt x="0" y="81045"/>
                  <a:pt x="3296" y="49476"/>
                  <a:pt x="8010" y="29681"/>
                </a:cubicBezTo>
                <a:cubicBezTo>
                  <a:pt x="10367" y="18376"/>
                  <a:pt x="16958" y="10836"/>
                  <a:pt x="29681" y="8010"/>
                </a:cubicBezTo>
                <a:cubicBezTo>
                  <a:pt x="50415" y="2826"/>
                  <a:pt x="81045" y="0"/>
                  <a:pt x="114502" y="0"/>
                </a:cubicBezTo>
                <a:close/>
              </a:path>
            </a:pathLst>
          </a:custGeom>
          <a:solidFill>
            <a:schemeClr val="accent4">
              <a:alpha val="5000"/>
            </a:schemeClr>
          </a:solidFill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buNone/>
              <a:defRPr sz="100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61" name="Espaço Reservado para Texto 19">
            <a:extLst>
              <a:ext uri="{FF2B5EF4-FFF2-40B4-BE49-F238E27FC236}">
                <a16:creationId xmlns:a16="http://schemas.microsoft.com/office/drawing/2014/main" id="{97446D21-6949-99B4-DAE8-84F37DDF932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7441623" y="5285913"/>
            <a:ext cx="349827" cy="43704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kumimoji="0" lang="pt-BR" b="0" i="0" u="none" strike="noStrike" cap="none" spc="-150" normalizeH="0" baseline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fontAlgn="auto">
              <a:lnSpc>
                <a:spcPct val="80000"/>
              </a:lnSpc>
              <a:spcAft>
                <a:spcPts val="0"/>
              </a:spcAft>
              <a:buClrTx/>
              <a:buSzTx/>
              <a:buNone/>
              <a:tabLst/>
            </a:pPr>
            <a:r>
              <a:rPr lang="pt-BR"/>
              <a:t>6.</a:t>
            </a:r>
          </a:p>
        </p:txBody>
      </p:sp>
      <p:sp>
        <p:nvSpPr>
          <p:cNvPr id="62" name="Espaço Reservado para Texto 61">
            <a:extLst>
              <a:ext uri="{FF2B5EF4-FFF2-40B4-BE49-F238E27FC236}">
                <a16:creationId xmlns:a16="http://schemas.microsoft.com/office/drawing/2014/main" id="{81EF8568-B159-49D8-6C67-611896DF3B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68311" y="2028306"/>
            <a:ext cx="346623" cy="346623"/>
          </a:xfrm>
          <a:custGeom>
            <a:avLst/>
            <a:gdLst>
              <a:gd name="csX0" fmla="*/ 114502 w 229004"/>
              <a:gd name="csY0" fmla="*/ 0 h 229004"/>
              <a:gd name="csX1" fmla="*/ 199323 w 229004"/>
              <a:gd name="csY1" fmla="*/ 8010 h 229004"/>
              <a:gd name="csX2" fmla="*/ 220995 w 229004"/>
              <a:gd name="csY2" fmla="*/ 29681 h 229004"/>
              <a:gd name="csX3" fmla="*/ 229004 w 229004"/>
              <a:gd name="csY3" fmla="*/ 114502 h 229004"/>
              <a:gd name="csX4" fmla="*/ 220995 w 229004"/>
              <a:gd name="csY4" fmla="*/ 199323 h 229004"/>
              <a:gd name="csX5" fmla="*/ 199323 w 229004"/>
              <a:gd name="csY5" fmla="*/ 220995 h 229004"/>
              <a:gd name="csX6" fmla="*/ 114502 w 229004"/>
              <a:gd name="csY6" fmla="*/ 229004 h 229004"/>
              <a:gd name="csX7" fmla="*/ 29681 w 229004"/>
              <a:gd name="csY7" fmla="*/ 220995 h 229004"/>
              <a:gd name="csX8" fmla="*/ 8010 w 229004"/>
              <a:gd name="csY8" fmla="*/ 199323 h 229004"/>
              <a:gd name="csX9" fmla="*/ 0 w 229004"/>
              <a:gd name="csY9" fmla="*/ 114502 h 229004"/>
              <a:gd name="csX10" fmla="*/ 8010 w 229004"/>
              <a:gd name="csY10" fmla="*/ 29681 h 229004"/>
              <a:gd name="csX11" fmla="*/ 29681 w 229004"/>
              <a:gd name="csY11" fmla="*/ 8010 h 229004"/>
              <a:gd name="csX12" fmla="*/ 114502 w 229004"/>
              <a:gd name="csY12" fmla="*/ 0 h 2290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004" h="229004">
                <a:moveTo>
                  <a:pt x="114502" y="0"/>
                </a:moveTo>
                <a:cubicBezTo>
                  <a:pt x="147959" y="0"/>
                  <a:pt x="178590" y="2826"/>
                  <a:pt x="199323" y="8010"/>
                </a:cubicBezTo>
                <a:cubicBezTo>
                  <a:pt x="212047" y="10836"/>
                  <a:pt x="218638" y="18376"/>
                  <a:pt x="220995" y="29681"/>
                </a:cubicBezTo>
                <a:cubicBezTo>
                  <a:pt x="225709" y="49476"/>
                  <a:pt x="229004" y="81045"/>
                  <a:pt x="229004" y="114502"/>
                </a:cubicBezTo>
                <a:cubicBezTo>
                  <a:pt x="229004" y="147959"/>
                  <a:pt x="225709" y="179528"/>
                  <a:pt x="220995" y="199323"/>
                </a:cubicBezTo>
                <a:cubicBezTo>
                  <a:pt x="218638" y="210628"/>
                  <a:pt x="212047" y="218168"/>
                  <a:pt x="199323" y="220995"/>
                </a:cubicBezTo>
                <a:cubicBezTo>
                  <a:pt x="178590" y="226178"/>
                  <a:pt x="147959" y="229004"/>
                  <a:pt x="114502" y="229004"/>
                </a:cubicBezTo>
                <a:cubicBezTo>
                  <a:pt x="81045" y="229004"/>
                  <a:pt x="50415" y="226178"/>
                  <a:pt x="29681" y="220995"/>
                </a:cubicBezTo>
                <a:cubicBezTo>
                  <a:pt x="16958" y="218168"/>
                  <a:pt x="10367" y="210628"/>
                  <a:pt x="8010" y="199323"/>
                </a:cubicBezTo>
                <a:cubicBezTo>
                  <a:pt x="3296" y="179528"/>
                  <a:pt x="0" y="147959"/>
                  <a:pt x="0" y="114502"/>
                </a:cubicBezTo>
                <a:cubicBezTo>
                  <a:pt x="0" y="81045"/>
                  <a:pt x="3296" y="49476"/>
                  <a:pt x="8010" y="29681"/>
                </a:cubicBezTo>
                <a:cubicBezTo>
                  <a:pt x="10367" y="18376"/>
                  <a:pt x="16958" y="10836"/>
                  <a:pt x="29681" y="8010"/>
                </a:cubicBezTo>
                <a:cubicBezTo>
                  <a:pt x="50415" y="2826"/>
                  <a:pt x="81045" y="0"/>
                  <a:pt x="114502" y="0"/>
                </a:cubicBezTo>
                <a:close/>
              </a:path>
            </a:pathLst>
          </a:custGeom>
          <a:solidFill>
            <a:schemeClr val="accent4">
              <a:alpha val="5000"/>
            </a:schemeClr>
          </a:solidFill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buNone/>
              <a:defRPr sz="100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63" name="Espaço Reservado para Texto 62">
            <a:extLst>
              <a:ext uri="{FF2B5EF4-FFF2-40B4-BE49-F238E27FC236}">
                <a16:creationId xmlns:a16="http://schemas.microsoft.com/office/drawing/2014/main" id="{3A2B0AAA-6592-2F95-55BE-89D81DC5CD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68311" y="2821274"/>
            <a:ext cx="346623" cy="346623"/>
          </a:xfrm>
          <a:custGeom>
            <a:avLst/>
            <a:gdLst>
              <a:gd name="csX0" fmla="*/ 114502 w 229004"/>
              <a:gd name="csY0" fmla="*/ 0 h 229004"/>
              <a:gd name="csX1" fmla="*/ 199323 w 229004"/>
              <a:gd name="csY1" fmla="*/ 8010 h 229004"/>
              <a:gd name="csX2" fmla="*/ 220995 w 229004"/>
              <a:gd name="csY2" fmla="*/ 29681 h 229004"/>
              <a:gd name="csX3" fmla="*/ 229004 w 229004"/>
              <a:gd name="csY3" fmla="*/ 114502 h 229004"/>
              <a:gd name="csX4" fmla="*/ 220995 w 229004"/>
              <a:gd name="csY4" fmla="*/ 199323 h 229004"/>
              <a:gd name="csX5" fmla="*/ 199323 w 229004"/>
              <a:gd name="csY5" fmla="*/ 220995 h 229004"/>
              <a:gd name="csX6" fmla="*/ 114502 w 229004"/>
              <a:gd name="csY6" fmla="*/ 229004 h 229004"/>
              <a:gd name="csX7" fmla="*/ 29681 w 229004"/>
              <a:gd name="csY7" fmla="*/ 220995 h 229004"/>
              <a:gd name="csX8" fmla="*/ 8010 w 229004"/>
              <a:gd name="csY8" fmla="*/ 199323 h 229004"/>
              <a:gd name="csX9" fmla="*/ 0 w 229004"/>
              <a:gd name="csY9" fmla="*/ 114502 h 229004"/>
              <a:gd name="csX10" fmla="*/ 8010 w 229004"/>
              <a:gd name="csY10" fmla="*/ 29681 h 229004"/>
              <a:gd name="csX11" fmla="*/ 29681 w 229004"/>
              <a:gd name="csY11" fmla="*/ 8010 h 229004"/>
              <a:gd name="csX12" fmla="*/ 114502 w 229004"/>
              <a:gd name="csY12" fmla="*/ 0 h 2290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004" h="229004">
                <a:moveTo>
                  <a:pt x="114502" y="0"/>
                </a:moveTo>
                <a:cubicBezTo>
                  <a:pt x="147959" y="0"/>
                  <a:pt x="178590" y="2826"/>
                  <a:pt x="199323" y="8010"/>
                </a:cubicBezTo>
                <a:cubicBezTo>
                  <a:pt x="212047" y="10836"/>
                  <a:pt x="218638" y="18376"/>
                  <a:pt x="220995" y="29681"/>
                </a:cubicBezTo>
                <a:cubicBezTo>
                  <a:pt x="225709" y="49476"/>
                  <a:pt x="229004" y="81045"/>
                  <a:pt x="229004" y="114502"/>
                </a:cubicBezTo>
                <a:cubicBezTo>
                  <a:pt x="229004" y="147959"/>
                  <a:pt x="225709" y="179528"/>
                  <a:pt x="220995" y="199323"/>
                </a:cubicBezTo>
                <a:cubicBezTo>
                  <a:pt x="218638" y="210628"/>
                  <a:pt x="212047" y="218168"/>
                  <a:pt x="199323" y="220995"/>
                </a:cubicBezTo>
                <a:cubicBezTo>
                  <a:pt x="178590" y="226178"/>
                  <a:pt x="147959" y="229004"/>
                  <a:pt x="114502" y="229004"/>
                </a:cubicBezTo>
                <a:cubicBezTo>
                  <a:pt x="81045" y="229004"/>
                  <a:pt x="50415" y="226178"/>
                  <a:pt x="29681" y="220995"/>
                </a:cubicBezTo>
                <a:cubicBezTo>
                  <a:pt x="16958" y="218168"/>
                  <a:pt x="10367" y="210628"/>
                  <a:pt x="8010" y="199323"/>
                </a:cubicBezTo>
                <a:cubicBezTo>
                  <a:pt x="3296" y="179528"/>
                  <a:pt x="0" y="147959"/>
                  <a:pt x="0" y="114502"/>
                </a:cubicBezTo>
                <a:cubicBezTo>
                  <a:pt x="0" y="81045"/>
                  <a:pt x="3296" y="49476"/>
                  <a:pt x="8010" y="29681"/>
                </a:cubicBezTo>
                <a:cubicBezTo>
                  <a:pt x="10367" y="18376"/>
                  <a:pt x="16958" y="10836"/>
                  <a:pt x="29681" y="8010"/>
                </a:cubicBezTo>
                <a:cubicBezTo>
                  <a:pt x="50415" y="2826"/>
                  <a:pt x="81045" y="0"/>
                  <a:pt x="114502" y="0"/>
                </a:cubicBezTo>
                <a:close/>
              </a:path>
            </a:pathLst>
          </a:custGeom>
          <a:solidFill>
            <a:schemeClr val="accent4">
              <a:alpha val="5000"/>
            </a:schemeClr>
          </a:solidFill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buNone/>
              <a:defRPr sz="100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64" name="Espaço Reservado para Texto 63">
            <a:extLst>
              <a:ext uri="{FF2B5EF4-FFF2-40B4-BE49-F238E27FC236}">
                <a16:creationId xmlns:a16="http://schemas.microsoft.com/office/drawing/2014/main" id="{28ADE221-A117-0EA8-D1C4-48BBD04B71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68311" y="3614242"/>
            <a:ext cx="346623" cy="346623"/>
          </a:xfrm>
          <a:custGeom>
            <a:avLst/>
            <a:gdLst>
              <a:gd name="csX0" fmla="*/ 114502 w 229004"/>
              <a:gd name="csY0" fmla="*/ 0 h 229004"/>
              <a:gd name="csX1" fmla="*/ 199323 w 229004"/>
              <a:gd name="csY1" fmla="*/ 8010 h 229004"/>
              <a:gd name="csX2" fmla="*/ 220995 w 229004"/>
              <a:gd name="csY2" fmla="*/ 29681 h 229004"/>
              <a:gd name="csX3" fmla="*/ 229004 w 229004"/>
              <a:gd name="csY3" fmla="*/ 114502 h 229004"/>
              <a:gd name="csX4" fmla="*/ 220995 w 229004"/>
              <a:gd name="csY4" fmla="*/ 199323 h 229004"/>
              <a:gd name="csX5" fmla="*/ 199323 w 229004"/>
              <a:gd name="csY5" fmla="*/ 220995 h 229004"/>
              <a:gd name="csX6" fmla="*/ 114502 w 229004"/>
              <a:gd name="csY6" fmla="*/ 229004 h 229004"/>
              <a:gd name="csX7" fmla="*/ 29681 w 229004"/>
              <a:gd name="csY7" fmla="*/ 220995 h 229004"/>
              <a:gd name="csX8" fmla="*/ 8010 w 229004"/>
              <a:gd name="csY8" fmla="*/ 199323 h 229004"/>
              <a:gd name="csX9" fmla="*/ 0 w 229004"/>
              <a:gd name="csY9" fmla="*/ 114502 h 229004"/>
              <a:gd name="csX10" fmla="*/ 8010 w 229004"/>
              <a:gd name="csY10" fmla="*/ 29681 h 229004"/>
              <a:gd name="csX11" fmla="*/ 29681 w 229004"/>
              <a:gd name="csY11" fmla="*/ 8010 h 229004"/>
              <a:gd name="csX12" fmla="*/ 114502 w 229004"/>
              <a:gd name="csY12" fmla="*/ 0 h 2290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004" h="229004">
                <a:moveTo>
                  <a:pt x="114502" y="0"/>
                </a:moveTo>
                <a:cubicBezTo>
                  <a:pt x="147959" y="0"/>
                  <a:pt x="178590" y="2826"/>
                  <a:pt x="199323" y="8010"/>
                </a:cubicBezTo>
                <a:cubicBezTo>
                  <a:pt x="212047" y="10836"/>
                  <a:pt x="218638" y="18376"/>
                  <a:pt x="220995" y="29681"/>
                </a:cubicBezTo>
                <a:cubicBezTo>
                  <a:pt x="225709" y="49476"/>
                  <a:pt x="229004" y="81045"/>
                  <a:pt x="229004" y="114502"/>
                </a:cubicBezTo>
                <a:cubicBezTo>
                  <a:pt x="229004" y="147959"/>
                  <a:pt x="225709" y="179528"/>
                  <a:pt x="220995" y="199323"/>
                </a:cubicBezTo>
                <a:cubicBezTo>
                  <a:pt x="218638" y="210628"/>
                  <a:pt x="212047" y="218168"/>
                  <a:pt x="199323" y="220995"/>
                </a:cubicBezTo>
                <a:cubicBezTo>
                  <a:pt x="178590" y="226178"/>
                  <a:pt x="147959" y="229004"/>
                  <a:pt x="114502" y="229004"/>
                </a:cubicBezTo>
                <a:cubicBezTo>
                  <a:pt x="81045" y="229004"/>
                  <a:pt x="50415" y="226178"/>
                  <a:pt x="29681" y="220995"/>
                </a:cubicBezTo>
                <a:cubicBezTo>
                  <a:pt x="16958" y="218168"/>
                  <a:pt x="10367" y="210628"/>
                  <a:pt x="8010" y="199323"/>
                </a:cubicBezTo>
                <a:cubicBezTo>
                  <a:pt x="3296" y="179528"/>
                  <a:pt x="0" y="147959"/>
                  <a:pt x="0" y="114502"/>
                </a:cubicBezTo>
                <a:cubicBezTo>
                  <a:pt x="0" y="81045"/>
                  <a:pt x="3296" y="49476"/>
                  <a:pt x="8010" y="29681"/>
                </a:cubicBezTo>
                <a:cubicBezTo>
                  <a:pt x="10367" y="18376"/>
                  <a:pt x="16958" y="10836"/>
                  <a:pt x="29681" y="8010"/>
                </a:cubicBezTo>
                <a:cubicBezTo>
                  <a:pt x="50415" y="2826"/>
                  <a:pt x="81045" y="0"/>
                  <a:pt x="114502" y="0"/>
                </a:cubicBezTo>
                <a:close/>
              </a:path>
            </a:pathLst>
          </a:custGeom>
          <a:solidFill>
            <a:schemeClr val="accent4">
              <a:alpha val="5000"/>
            </a:schemeClr>
          </a:solidFill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buNone/>
              <a:defRPr sz="100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65" name="Espaço Reservado para Texto 64">
            <a:extLst>
              <a:ext uri="{FF2B5EF4-FFF2-40B4-BE49-F238E27FC236}">
                <a16:creationId xmlns:a16="http://schemas.microsoft.com/office/drawing/2014/main" id="{9ABB1129-2A1D-5C1D-33D8-8C64B08AFF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68311" y="4407210"/>
            <a:ext cx="346623" cy="346623"/>
          </a:xfrm>
          <a:custGeom>
            <a:avLst/>
            <a:gdLst>
              <a:gd name="csX0" fmla="*/ 114502 w 229004"/>
              <a:gd name="csY0" fmla="*/ 0 h 229004"/>
              <a:gd name="csX1" fmla="*/ 199323 w 229004"/>
              <a:gd name="csY1" fmla="*/ 8010 h 229004"/>
              <a:gd name="csX2" fmla="*/ 220995 w 229004"/>
              <a:gd name="csY2" fmla="*/ 29681 h 229004"/>
              <a:gd name="csX3" fmla="*/ 229004 w 229004"/>
              <a:gd name="csY3" fmla="*/ 114502 h 229004"/>
              <a:gd name="csX4" fmla="*/ 220995 w 229004"/>
              <a:gd name="csY4" fmla="*/ 199323 h 229004"/>
              <a:gd name="csX5" fmla="*/ 199323 w 229004"/>
              <a:gd name="csY5" fmla="*/ 220995 h 229004"/>
              <a:gd name="csX6" fmla="*/ 114502 w 229004"/>
              <a:gd name="csY6" fmla="*/ 229004 h 229004"/>
              <a:gd name="csX7" fmla="*/ 29681 w 229004"/>
              <a:gd name="csY7" fmla="*/ 220995 h 229004"/>
              <a:gd name="csX8" fmla="*/ 8010 w 229004"/>
              <a:gd name="csY8" fmla="*/ 199323 h 229004"/>
              <a:gd name="csX9" fmla="*/ 0 w 229004"/>
              <a:gd name="csY9" fmla="*/ 114502 h 229004"/>
              <a:gd name="csX10" fmla="*/ 8010 w 229004"/>
              <a:gd name="csY10" fmla="*/ 29681 h 229004"/>
              <a:gd name="csX11" fmla="*/ 29681 w 229004"/>
              <a:gd name="csY11" fmla="*/ 8010 h 229004"/>
              <a:gd name="csX12" fmla="*/ 114502 w 229004"/>
              <a:gd name="csY12" fmla="*/ 0 h 2290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004" h="229004">
                <a:moveTo>
                  <a:pt x="114502" y="0"/>
                </a:moveTo>
                <a:cubicBezTo>
                  <a:pt x="147959" y="0"/>
                  <a:pt x="178590" y="2826"/>
                  <a:pt x="199323" y="8010"/>
                </a:cubicBezTo>
                <a:cubicBezTo>
                  <a:pt x="212047" y="10836"/>
                  <a:pt x="218638" y="18376"/>
                  <a:pt x="220995" y="29681"/>
                </a:cubicBezTo>
                <a:cubicBezTo>
                  <a:pt x="225709" y="49476"/>
                  <a:pt x="229004" y="81045"/>
                  <a:pt x="229004" y="114502"/>
                </a:cubicBezTo>
                <a:cubicBezTo>
                  <a:pt x="229004" y="147959"/>
                  <a:pt x="225709" y="179528"/>
                  <a:pt x="220995" y="199323"/>
                </a:cubicBezTo>
                <a:cubicBezTo>
                  <a:pt x="218638" y="210628"/>
                  <a:pt x="212047" y="218168"/>
                  <a:pt x="199323" y="220995"/>
                </a:cubicBezTo>
                <a:cubicBezTo>
                  <a:pt x="178590" y="226178"/>
                  <a:pt x="147959" y="229004"/>
                  <a:pt x="114502" y="229004"/>
                </a:cubicBezTo>
                <a:cubicBezTo>
                  <a:pt x="81045" y="229004"/>
                  <a:pt x="50415" y="226178"/>
                  <a:pt x="29681" y="220995"/>
                </a:cubicBezTo>
                <a:cubicBezTo>
                  <a:pt x="16958" y="218168"/>
                  <a:pt x="10367" y="210628"/>
                  <a:pt x="8010" y="199323"/>
                </a:cubicBezTo>
                <a:cubicBezTo>
                  <a:pt x="3296" y="179528"/>
                  <a:pt x="0" y="147959"/>
                  <a:pt x="0" y="114502"/>
                </a:cubicBezTo>
                <a:cubicBezTo>
                  <a:pt x="0" y="81045"/>
                  <a:pt x="3296" y="49476"/>
                  <a:pt x="8010" y="29681"/>
                </a:cubicBezTo>
                <a:cubicBezTo>
                  <a:pt x="10367" y="18376"/>
                  <a:pt x="16958" y="10836"/>
                  <a:pt x="29681" y="8010"/>
                </a:cubicBezTo>
                <a:cubicBezTo>
                  <a:pt x="50415" y="2826"/>
                  <a:pt x="81045" y="0"/>
                  <a:pt x="114502" y="0"/>
                </a:cubicBezTo>
                <a:close/>
              </a:path>
            </a:pathLst>
          </a:custGeom>
          <a:solidFill>
            <a:schemeClr val="accent4">
              <a:alpha val="5000"/>
            </a:schemeClr>
          </a:solidFill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buNone/>
              <a:defRPr sz="100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66" name="Espaço Reservado para Texto 19">
            <a:extLst>
              <a:ext uri="{FF2B5EF4-FFF2-40B4-BE49-F238E27FC236}">
                <a16:creationId xmlns:a16="http://schemas.microsoft.com/office/drawing/2014/main" id="{41E6A149-E63A-C299-A3F4-F4BFC61D0E29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885660" y="1431329"/>
            <a:ext cx="3290545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</a:t>
            </a:r>
          </a:p>
        </p:txBody>
      </p:sp>
      <p:sp>
        <p:nvSpPr>
          <p:cNvPr id="67" name="Espaço Reservado para Texto 19">
            <a:extLst>
              <a:ext uri="{FF2B5EF4-FFF2-40B4-BE49-F238E27FC236}">
                <a16:creationId xmlns:a16="http://schemas.microsoft.com/office/drawing/2014/main" id="{E27A2C45-9619-28C8-F93E-EBE09C33744E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885660" y="2220433"/>
            <a:ext cx="3290545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</a:t>
            </a:r>
          </a:p>
        </p:txBody>
      </p:sp>
      <p:sp>
        <p:nvSpPr>
          <p:cNvPr id="68" name="Espaço Reservado para Texto 19">
            <a:extLst>
              <a:ext uri="{FF2B5EF4-FFF2-40B4-BE49-F238E27FC236}">
                <a16:creationId xmlns:a16="http://schemas.microsoft.com/office/drawing/2014/main" id="{D206473E-08E9-8A51-EA7E-EDF585D9A47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7885660" y="3009537"/>
            <a:ext cx="3290545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</a:t>
            </a:r>
          </a:p>
        </p:txBody>
      </p:sp>
      <p:sp>
        <p:nvSpPr>
          <p:cNvPr id="69" name="Espaço Reservado para Texto 19">
            <a:extLst>
              <a:ext uri="{FF2B5EF4-FFF2-40B4-BE49-F238E27FC236}">
                <a16:creationId xmlns:a16="http://schemas.microsoft.com/office/drawing/2014/main" id="{531F7FBB-A275-2934-F8D3-EE65540C8C5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7885660" y="3798641"/>
            <a:ext cx="3290545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</a:t>
            </a:r>
          </a:p>
        </p:txBody>
      </p:sp>
      <p:sp>
        <p:nvSpPr>
          <p:cNvPr id="70" name="Espaço Reservado para Texto 19">
            <a:extLst>
              <a:ext uri="{FF2B5EF4-FFF2-40B4-BE49-F238E27FC236}">
                <a16:creationId xmlns:a16="http://schemas.microsoft.com/office/drawing/2014/main" id="{F3CF3936-9D9B-95E8-7312-034222B00BBD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7885660" y="4587745"/>
            <a:ext cx="3290545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</a:t>
            </a:r>
          </a:p>
        </p:txBody>
      </p:sp>
      <p:sp>
        <p:nvSpPr>
          <p:cNvPr id="71" name="Espaço Reservado para Texto 19">
            <a:extLst>
              <a:ext uri="{FF2B5EF4-FFF2-40B4-BE49-F238E27FC236}">
                <a16:creationId xmlns:a16="http://schemas.microsoft.com/office/drawing/2014/main" id="{CAF7893C-9CF2-3041-CAF7-92EA61B514AA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7885660" y="5376849"/>
            <a:ext cx="3290545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</a:t>
            </a:r>
          </a:p>
        </p:txBody>
      </p:sp>
      <p:sp>
        <p:nvSpPr>
          <p:cNvPr id="72" name="Espaço Reservado para Texto 19">
            <a:extLst>
              <a:ext uri="{FF2B5EF4-FFF2-40B4-BE49-F238E27FC236}">
                <a16:creationId xmlns:a16="http://schemas.microsoft.com/office/drawing/2014/main" id="{0F333E2F-8E2A-7BED-2941-E81EEB6D2D0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7441623" y="2114048"/>
            <a:ext cx="455065" cy="43704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kumimoji="0" lang="pt-BR" b="0" i="0" u="none" strike="noStrike" cap="none" spc="-150" normalizeH="0" baseline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fontAlgn="auto">
              <a:lnSpc>
                <a:spcPct val="80000"/>
              </a:lnSpc>
              <a:spcAft>
                <a:spcPts val="0"/>
              </a:spcAft>
              <a:buClrTx/>
              <a:buSzTx/>
              <a:buNone/>
              <a:tabLst/>
            </a:pPr>
            <a:r>
              <a:rPr lang="pt-BR"/>
              <a:t>2.</a:t>
            </a:r>
          </a:p>
        </p:txBody>
      </p:sp>
      <p:sp>
        <p:nvSpPr>
          <p:cNvPr id="73" name="Espaço Reservado para Texto 19">
            <a:extLst>
              <a:ext uri="{FF2B5EF4-FFF2-40B4-BE49-F238E27FC236}">
                <a16:creationId xmlns:a16="http://schemas.microsoft.com/office/drawing/2014/main" id="{C995DBCC-12ED-DADD-1DF6-A78896D9602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441623" y="2907014"/>
            <a:ext cx="455065" cy="43704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kumimoji="0" lang="pt-BR" b="0" i="0" u="none" strike="noStrike" cap="none" spc="-150" normalizeH="0" baseline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fontAlgn="auto">
              <a:lnSpc>
                <a:spcPct val="80000"/>
              </a:lnSpc>
              <a:spcAft>
                <a:spcPts val="0"/>
              </a:spcAft>
              <a:buClrTx/>
              <a:buSzTx/>
              <a:buNone/>
              <a:tabLst/>
            </a:pPr>
            <a:r>
              <a:rPr lang="pt-BR"/>
              <a:t>3.</a:t>
            </a:r>
          </a:p>
        </p:txBody>
      </p:sp>
      <p:sp>
        <p:nvSpPr>
          <p:cNvPr id="74" name="Espaço Reservado para Texto 19">
            <a:extLst>
              <a:ext uri="{FF2B5EF4-FFF2-40B4-BE49-F238E27FC236}">
                <a16:creationId xmlns:a16="http://schemas.microsoft.com/office/drawing/2014/main" id="{EE00F302-110D-9A23-46E6-7DB5D71B514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7441623" y="3699980"/>
            <a:ext cx="455065" cy="43704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kumimoji="0" lang="pt-BR" b="0" i="0" u="none" strike="noStrike" cap="none" spc="-150" normalizeH="0" baseline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fontAlgn="auto">
              <a:lnSpc>
                <a:spcPct val="80000"/>
              </a:lnSpc>
              <a:spcAft>
                <a:spcPts val="0"/>
              </a:spcAft>
              <a:buClrTx/>
              <a:buSzTx/>
              <a:buNone/>
              <a:tabLst/>
            </a:pPr>
            <a:r>
              <a:rPr lang="pt-BR"/>
              <a:t>4.</a:t>
            </a:r>
          </a:p>
        </p:txBody>
      </p:sp>
      <p:sp>
        <p:nvSpPr>
          <p:cNvPr id="75" name="Espaço Reservado para Texto 19">
            <a:extLst>
              <a:ext uri="{FF2B5EF4-FFF2-40B4-BE49-F238E27FC236}">
                <a16:creationId xmlns:a16="http://schemas.microsoft.com/office/drawing/2014/main" id="{7D3595DC-D94A-EEB1-D593-187E058F11AD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7441623" y="4492946"/>
            <a:ext cx="455065" cy="43704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kumimoji="0" lang="pt-BR" b="0" i="0" u="none" strike="noStrike" cap="none" spc="-150" normalizeH="0" baseline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fontAlgn="auto">
              <a:lnSpc>
                <a:spcPct val="80000"/>
              </a:lnSpc>
              <a:spcAft>
                <a:spcPts val="0"/>
              </a:spcAft>
              <a:buClrTx/>
              <a:buSzTx/>
              <a:buNone/>
              <a:tabLst/>
            </a:pPr>
            <a:r>
              <a:rPr lang="pt-BR"/>
              <a:t>5.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57095FFF-F122-3D3E-1A33-E49282AE23D5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D5C837D3-B39B-EFDD-3210-7210F68A05A3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E30FB332-F1A4-D190-C657-6592F7044E8F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3E69D2BD-E75B-C67E-D568-D6ED98E065B9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EA986629-5AD7-6896-AB9B-A2EC1113C6E0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751065AE-C6C8-4AAA-BECB-9609B216AE08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A8C7301D-BE8E-ED8F-552C-DF5B9BD96807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F33DA071-AF76-7EBA-9954-EDCECDC6EC20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E9E1828B-9CFB-7500-5A50-2611593BDC02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89FD68EE-FFC2-5096-0968-205AFDDBA9D6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4D56568B-655B-10D9-C9EB-60150759E534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6B064772-C9B2-C5EC-01DC-804CFD411344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76C7A02A-FC6C-DA8F-4850-0B07A12BCB1A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4FBC7A7-F30F-2799-E3D5-EB305510C88D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0BFBBC7C-7B65-A0F2-0D43-FBE85218F58E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69E44362-6229-9996-51F5-0643190C22B5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E426BDA0-E19F-4264-F188-766FE626E760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6A1EF760-D46D-B80B-7E80-6B53A8BB03B4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A53027C8-2210-ED97-C69B-3FC1E0CA75BD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7B74A873-ED06-4688-A37D-FF6F443F22B8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34F9B834-CD90-F2F2-D1A4-481C611A2669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05A9E23A-F37C-72DC-4B1A-0514C91505B6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C7DB70F6-D568-D3C4-DAB7-E9236A6F0D58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3BAAA1B8-D7A6-DF19-2FAD-F347F9A391AB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A2460FB1-1AA2-75AA-1323-9178E47E50A4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500C9A7D-86D4-9FD3-5A65-559336703008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2A567622-0D15-19D7-D150-56A968F470F7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D0FA4BF5-B4D8-AF76-650B-4A5E0ABAA8E0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6176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 4 fundo escur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spaço Reservado para Texto 23">
            <a:extLst>
              <a:ext uri="{FF2B5EF4-FFF2-40B4-BE49-F238E27FC236}">
                <a16:creationId xmlns:a16="http://schemas.microsoft.com/office/drawing/2014/main" id="{C7B83288-0DD0-CA64-410C-A81ECEFB19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8311" y="1235338"/>
            <a:ext cx="346623" cy="346623"/>
          </a:xfrm>
          <a:custGeom>
            <a:avLst/>
            <a:gdLst>
              <a:gd name="csX0" fmla="*/ 114502 w 229004"/>
              <a:gd name="csY0" fmla="*/ 0 h 229004"/>
              <a:gd name="csX1" fmla="*/ 199323 w 229004"/>
              <a:gd name="csY1" fmla="*/ 8010 h 229004"/>
              <a:gd name="csX2" fmla="*/ 220995 w 229004"/>
              <a:gd name="csY2" fmla="*/ 29681 h 229004"/>
              <a:gd name="csX3" fmla="*/ 229004 w 229004"/>
              <a:gd name="csY3" fmla="*/ 114502 h 229004"/>
              <a:gd name="csX4" fmla="*/ 220995 w 229004"/>
              <a:gd name="csY4" fmla="*/ 199323 h 229004"/>
              <a:gd name="csX5" fmla="*/ 199323 w 229004"/>
              <a:gd name="csY5" fmla="*/ 220995 h 229004"/>
              <a:gd name="csX6" fmla="*/ 114502 w 229004"/>
              <a:gd name="csY6" fmla="*/ 229004 h 229004"/>
              <a:gd name="csX7" fmla="*/ 29681 w 229004"/>
              <a:gd name="csY7" fmla="*/ 220995 h 229004"/>
              <a:gd name="csX8" fmla="*/ 8010 w 229004"/>
              <a:gd name="csY8" fmla="*/ 199323 h 229004"/>
              <a:gd name="csX9" fmla="*/ 0 w 229004"/>
              <a:gd name="csY9" fmla="*/ 114502 h 229004"/>
              <a:gd name="csX10" fmla="*/ 8010 w 229004"/>
              <a:gd name="csY10" fmla="*/ 29681 h 229004"/>
              <a:gd name="csX11" fmla="*/ 29681 w 229004"/>
              <a:gd name="csY11" fmla="*/ 8010 h 229004"/>
              <a:gd name="csX12" fmla="*/ 114502 w 229004"/>
              <a:gd name="csY12" fmla="*/ 0 h 2290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004" h="229004">
                <a:moveTo>
                  <a:pt x="114502" y="0"/>
                </a:moveTo>
                <a:cubicBezTo>
                  <a:pt x="147959" y="0"/>
                  <a:pt x="178590" y="2826"/>
                  <a:pt x="199323" y="8010"/>
                </a:cubicBezTo>
                <a:cubicBezTo>
                  <a:pt x="212047" y="10836"/>
                  <a:pt x="218638" y="18376"/>
                  <a:pt x="220995" y="29681"/>
                </a:cubicBezTo>
                <a:cubicBezTo>
                  <a:pt x="225709" y="49476"/>
                  <a:pt x="229004" y="81045"/>
                  <a:pt x="229004" y="114502"/>
                </a:cubicBezTo>
                <a:cubicBezTo>
                  <a:pt x="229004" y="147959"/>
                  <a:pt x="225709" y="179528"/>
                  <a:pt x="220995" y="199323"/>
                </a:cubicBezTo>
                <a:cubicBezTo>
                  <a:pt x="218638" y="210628"/>
                  <a:pt x="212047" y="218168"/>
                  <a:pt x="199323" y="220995"/>
                </a:cubicBezTo>
                <a:cubicBezTo>
                  <a:pt x="178590" y="226178"/>
                  <a:pt x="147959" y="229004"/>
                  <a:pt x="114502" y="229004"/>
                </a:cubicBezTo>
                <a:cubicBezTo>
                  <a:pt x="81045" y="229004"/>
                  <a:pt x="50415" y="226178"/>
                  <a:pt x="29681" y="220995"/>
                </a:cubicBezTo>
                <a:cubicBezTo>
                  <a:pt x="16958" y="218168"/>
                  <a:pt x="10367" y="210628"/>
                  <a:pt x="8010" y="199323"/>
                </a:cubicBezTo>
                <a:cubicBezTo>
                  <a:pt x="3296" y="179528"/>
                  <a:pt x="0" y="147959"/>
                  <a:pt x="0" y="114502"/>
                </a:cubicBezTo>
                <a:cubicBezTo>
                  <a:pt x="0" y="81045"/>
                  <a:pt x="3296" y="49476"/>
                  <a:pt x="8010" y="29681"/>
                </a:cubicBezTo>
                <a:cubicBezTo>
                  <a:pt x="10367" y="18376"/>
                  <a:pt x="16958" y="10836"/>
                  <a:pt x="29681" y="8010"/>
                </a:cubicBezTo>
                <a:cubicBezTo>
                  <a:pt x="50415" y="2826"/>
                  <a:pt x="81045" y="0"/>
                  <a:pt x="114502" y="0"/>
                </a:cubicBezTo>
                <a:close/>
              </a:path>
            </a:pathLst>
          </a:custGeom>
          <a:solidFill>
            <a:schemeClr val="bg1">
              <a:alpha val="8000"/>
            </a:schemeClr>
          </a:solidFill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buNone/>
              <a:defRPr sz="100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68" name="Espaço Reservado para Texto 19">
            <a:extLst>
              <a:ext uri="{FF2B5EF4-FFF2-40B4-BE49-F238E27FC236}">
                <a16:creationId xmlns:a16="http://schemas.microsoft.com/office/drawing/2014/main" id="{064005A2-ECB0-A8A4-5F8D-3E80B4CD3F5D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441623" y="1321082"/>
            <a:ext cx="455065" cy="43704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kumimoji="0" lang="pt-BR" b="0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fontAlgn="auto">
              <a:lnSpc>
                <a:spcPct val="80000"/>
              </a:lnSpc>
              <a:spcAft>
                <a:spcPts val="0"/>
              </a:spcAft>
              <a:buClrTx/>
              <a:buSzTx/>
              <a:buNone/>
              <a:tabLst/>
            </a:pPr>
            <a:r>
              <a:rPr lang="pt-BR"/>
              <a:t>1.</a:t>
            </a:r>
          </a:p>
        </p:txBody>
      </p:sp>
      <p:sp>
        <p:nvSpPr>
          <p:cNvPr id="41" name="Espaço Reservado para Texto 40">
            <a:extLst>
              <a:ext uri="{FF2B5EF4-FFF2-40B4-BE49-F238E27FC236}">
                <a16:creationId xmlns:a16="http://schemas.microsoft.com/office/drawing/2014/main" id="{BE07E4B4-4BA6-02B5-489F-CFC08383516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68311" y="5200178"/>
            <a:ext cx="346623" cy="346623"/>
          </a:xfrm>
          <a:custGeom>
            <a:avLst/>
            <a:gdLst>
              <a:gd name="csX0" fmla="*/ 114502 w 229004"/>
              <a:gd name="csY0" fmla="*/ 0 h 229004"/>
              <a:gd name="csX1" fmla="*/ 199323 w 229004"/>
              <a:gd name="csY1" fmla="*/ 8010 h 229004"/>
              <a:gd name="csX2" fmla="*/ 220995 w 229004"/>
              <a:gd name="csY2" fmla="*/ 29681 h 229004"/>
              <a:gd name="csX3" fmla="*/ 229004 w 229004"/>
              <a:gd name="csY3" fmla="*/ 114502 h 229004"/>
              <a:gd name="csX4" fmla="*/ 220995 w 229004"/>
              <a:gd name="csY4" fmla="*/ 199323 h 229004"/>
              <a:gd name="csX5" fmla="*/ 199323 w 229004"/>
              <a:gd name="csY5" fmla="*/ 220995 h 229004"/>
              <a:gd name="csX6" fmla="*/ 114502 w 229004"/>
              <a:gd name="csY6" fmla="*/ 229004 h 229004"/>
              <a:gd name="csX7" fmla="*/ 29681 w 229004"/>
              <a:gd name="csY7" fmla="*/ 220995 h 229004"/>
              <a:gd name="csX8" fmla="*/ 8010 w 229004"/>
              <a:gd name="csY8" fmla="*/ 199323 h 229004"/>
              <a:gd name="csX9" fmla="*/ 0 w 229004"/>
              <a:gd name="csY9" fmla="*/ 114502 h 229004"/>
              <a:gd name="csX10" fmla="*/ 8010 w 229004"/>
              <a:gd name="csY10" fmla="*/ 29681 h 229004"/>
              <a:gd name="csX11" fmla="*/ 29681 w 229004"/>
              <a:gd name="csY11" fmla="*/ 8010 h 229004"/>
              <a:gd name="csX12" fmla="*/ 114502 w 229004"/>
              <a:gd name="csY12" fmla="*/ 0 h 2290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004" h="229004">
                <a:moveTo>
                  <a:pt x="114502" y="0"/>
                </a:moveTo>
                <a:cubicBezTo>
                  <a:pt x="147959" y="0"/>
                  <a:pt x="178590" y="2826"/>
                  <a:pt x="199323" y="8010"/>
                </a:cubicBezTo>
                <a:cubicBezTo>
                  <a:pt x="212047" y="10836"/>
                  <a:pt x="218638" y="18376"/>
                  <a:pt x="220995" y="29681"/>
                </a:cubicBezTo>
                <a:cubicBezTo>
                  <a:pt x="225709" y="49476"/>
                  <a:pt x="229004" y="81045"/>
                  <a:pt x="229004" y="114502"/>
                </a:cubicBezTo>
                <a:cubicBezTo>
                  <a:pt x="229004" y="147959"/>
                  <a:pt x="225709" y="179528"/>
                  <a:pt x="220995" y="199323"/>
                </a:cubicBezTo>
                <a:cubicBezTo>
                  <a:pt x="218638" y="210628"/>
                  <a:pt x="212047" y="218168"/>
                  <a:pt x="199323" y="220995"/>
                </a:cubicBezTo>
                <a:cubicBezTo>
                  <a:pt x="178590" y="226178"/>
                  <a:pt x="147959" y="229004"/>
                  <a:pt x="114502" y="229004"/>
                </a:cubicBezTo>
                <a:cubicBezTo>
                  <a:pt x="81045" y="229004"/>
                  <a:pt x="50415" y="226178"/>
                  <a:pt x="29681" y="220995"/>
                </a:cubicBezTo>
                <a:cubicBezTo>
                  <a:pt x="16958" y="218168"/>
                  <a:pt x="10367" y="210628"/>
                  <a:pt x="8010" y="199323"/>
                </a:cubicBezTo>
                <a:cubicBezTo>
                  <a:pt x="3296" y="179528"/>
                  <a:pt x="0" y="147959"/>
                  <a:pt x="0" y="114502"/>
                </a:cubicBezTo>
                <a:cubicBezTo>
                  <a:pt x="0" y="81045"/>
                  <a:pt x="3296" y="49476"/>
                  <a:pt x="8010" y="29681"/>
                </a:cubicBezTo>
                <a:cubicBezTo>
                  <a:pt x="10367" y="18376"/>
                  <a:pt x="16958" y="10836"/>
                  <a:pt x="29681" y="8010"/>
                </a:cubicBezTo>
                <a:cubicBezTo>
                  <a:pt x="50415" y="2826"/>
                  <a:pt x="81045" y="0"/>
                  <a:pt x="114502" y="0"/>
                </a:cubicBezTo>
                <a:close/>
              </a:path>
            </a:pathLst>
          </a:custGeom>
          <a:solidFill>
            <a:schemeClr val="bg1">
              <a:alpha val="8000"/>
            </a:schemeClr>
          </a:solidFill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buNone/>
              <a:defRPr sz="100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73" name="Espaço Reservado para Texto 19">
            <a:extLst>
              <a:ext uri="{FF2B5EF4-FFF2-40B4-BE49-F238E27FC236}">
                <a16:creationId xmlns:a16="http://schemas.microsoft.com/office/drawing/2014/main" id="{17882AFE-9C44-5CED-C7BB-2DB6C2918DE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7441623" y="5285913"/>
            <a:ext cx="349827" cy="43704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kumimoji="0" lang="pt-BR" b="0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fontAlgn="auto">
              <a:lnSpc>
                <a:spcPct val="80000"/>
              </a:lnSpc>
              <a:spcAft>
                <a:spcPts val="0"/>
              </a:spcAft>
              <a:buClrTx/>
              <a:buSzTx/>
              <a:buNone/>
              <a:tabLst/>
            </a:pPr>
            <a:r>
              <a:rPr lang="pt-BR"/>
              <a:t>6.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10F614DE-1A05-4886-9C9B-4A51400468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7199"/>
          <a:stretch>
            <a:fillRect/>
          </a:stretch>
        </p:blipFill>
        <p:spPr>
          <a:xfrm>
            <a:off x="-1" y="348488"/>
            <a:ext cx="5384799" cy="6161025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2E4E8124-7AF3-A5C0-FC0F-6499F83C8240}"/>
              </a:ext>
            </a:extLst>
          </p:cNvPr>
          <p:cNvSpPr txBox="1"/>
          <p:nvPr userDrawn="1"/>
        </p:nvSpPr>
        <p:spPr>
          <a:xfrm>
            <a:off x="1406298" y="4460735"/>
            <a:ext cx="3422557" cy="585689"/>
          </a:xfrm>
          <a:prstGeom prst="rect">
            <a:avLst/>
          </a:prstGeom>
        </p:spPr>
        <p:txBody>
          <a:bodyPr/>
          <a:lstStyle>
            <a:lvl1pPr indent="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pt-BR" sz="5000" spc="-150" dirty="0">
                <a:solidFill>
                  <a:schemeClr val="tx2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47484A"/>
                </a:solidFill>
                <a:latin typeface="Itau Display Pro" panose="020B0503020204020204" pitchFamily="34" charset="0"/>
                <a:cs typeface="Itau Display Pro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47484A"/>
                </a:solidFill>
                <a:latin typeface="Itau Display Pro" panose="020B0503020204020204" pitchFamily="34" charset="0"/>
                <a:cs typeface="Itau Display Pro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47484A"/>
                </a:solidFill>
                <a:latin typeface="Itau Display Pro" panose="020B0503020204020204" pitchFamily="34" charset="0"/>
                <a:cs typeface="Itau Display Pro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47484A"/>
                </a:solidFill>
                <a:latin typeface="Itau Display Pro" panose="020B0503020204020204" pitchFamily="34" charset="0"/>
                <a:cs typeface="Itau Display Pro" panose="020B05030202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6600" b="0" i="0" u="none" strike="noStrike" kern="1200" cap="none" spc="-15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Itau Display Pro Bold" panose="020B0703020204020204" pitchFamily="34" charset="0"/>
              </a:rPr>
              <a:t>Agenda </a:t>
            </a:r>
          </a:p>
        </p:txBody>
      </p:sp>
      <p:sp>
        <p:nvSpPr>
          <p:cNvPr id="29" name="Espaço Reservado para Texto 28">
            <a:extLst>
              <a:ext uri="{FF2B5EF4-FFF2-40B4-BE49-F238E27FC236}">
                <a16:creationId xmlns:a16="http://schemas.microsoft.com/office/drawing/2014/main" id="{09F71BE8-5EDB-0CB7-4F53-7B7FD05FFB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68311" y="2028306"/>
            <a:ext cx="346623" cy="346623"/>
          </a:xfrm>
          <a:custGeom>
            <a:avLst/>
            <a:gdLst>
              <a:gd name="csX0" fmla="*/ 114502 w 229004"/>
              <a:gd name="csY0" fmla="*/ 0 h 229004"/>
              <a:gd name="csX1" fmla="*/ 199323 w 229004"/>
              <a:gd name="csY1" fmla="*/ 8010 h 229004"/>
              <a:gd name="csX2" fmla="*/ 220995 w 229004"/>
              <a:gd name="csY2" fmla="*/ 29681 h 229004"/>
              <a:gd name="csX3" fmla="*/ 229004 w 229004"/>
              <a:gd name="csY3" fmla="*/ 114502 h 229004"/>
              <a:gd name="csX4" fmla="*/ 220995 w 229004"/>
              <a:gd name="csY4" fmla="*/ 199323 h 229004"/>
              <a:gd name="csX5" fmla="*/ 199323 w 229004"/>
              <a:gd name="csY5" fmla="*/ 220995 h 229004"/>
              <a:gd name="csX6" fmla="*/ 114502 w 229004"/>
              <a:gd name="csY6" fmla="*/ 229004 h 229004"/>
              <a:gd name="csX7" fmla="*/ 29681 w 229004"/>
              <a:gd name="csY7" fmla="*/ 220995 h 229004"/>
              <a:gd name="csX8" fmla="*/ 8010 w 229004"/>
              <a:gd name="csY8" fmla="*/ 199323 h 229004"/>
              <a:gd name="csX9" fmla="*/ 0 w 229004"/>
              <a:gd name="csY9" fmla="*/ 114502 h 229004"/>
              <a:gd name="csX10" fmla="*/ 8010 w 229004"/>
              <a:gd name="csY10" fmla="*/ 29681 h 229004"/>
              <a:gd name="csX11" fmla="*/ 29681 w 229004"/>
              <a:gd name="csY11" fmla="*/ 8010 h 229004"/>
              <a:gd name="csX12" fmla="*/ 114502 w 229004"/>
              <a:gd name="csY12" fmla="*/ 0 h 2290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004" h="229004">
                <a:moveTo>
                  <a:pt x="114502" y="0"/>
                </a:moveTo>
                <a:cubicBezTo>
                  <a:pt x="147959" y="0"/>
                  <a:pt x="178590" y="2826"/>
                  <a:pt x="199323" y="8010"/>
                </a:cubicBezTo>
                <a:cubicBezTo>
                  <a:pt x="212047" y="10836"/>
                  <a:pt x="218638" y="18376"/>
                  <a:pt x="220995" y="29681"/>
                </a:cubicBezTo>
                <a:cubicBezTo>
                  <a:pt x="225709" y="49476"/>
                  <a:pt x="229004" y="81045"/>
                  <a:pt x="229004" y="114502"/>
                </a:cubicBezTo>
                <a:cubicBezTo>
                  <a:pt x="229004" y="147959"/>
                  <a:pt x="225709" y="179528"/>
                  <a:pt x="220995" y="199323"/>
                </a:cubicBezTo>
                <a:cubicBezTo>
                  <a:pt x="218638" y="210628"/>
                  <a:pt x="212047" y="218168"/>
                  <a:pt x="199323" y="220995"/>
                </a:cubicBezTo>
                <a:cubicBezTo>
                  <a:pt x="178590" y="226178"/>
                  <a:pt x="147959" y="229004"/>
                  <a:pt x="114502" y="229004"/>
                </a:cubicBezTo>
                <a:cubicBezTo>
                  <a:pt x="81045" y="229004"/>
                  <a:pt x="50415" y="226178"/>
                  <a:pt x="29681" y="220995"/>
                </a:cubicBezTo>
                <a:cubicBezTo>
                  <a:pt x="16958" y="218168"/>
                  <a:pt x="10367" y="210628"/>
                  <a:pt x="8010" y="199323"/>
                </a:cubicBezTo>
                <a:cubicBezTo>
                  <a:pt x="3296" y="179528"/>
                  <a:pt x="0" y="147959"/>
                  <a:pt x="0" y="114502"/>
                </a:cubicBezTo>
                <a:cubicBezTo>
                  <a:pt x="0" y="81045"/>
                  <a:pt x="3296" y="49476"/>
                  <a:pt x="8010" y="29681"/>
                </a:cubicBezTo>
                <a:cubicBezTo>
                  <a:pt x="10367" y="18376"/>
                  <a:pt x="16958" y="10836"/>
                  <a:pt x="29681" y="8010"/>
                </a:cubicBezTo>
                <a:cubicBezTo>
                  <a:pt x="50415" y="2826"/>
                  <a:pt x="81045" y="0"/>
                  <a:pt x="114502" y="0"/>
                </a:cubicBezTo>
                <a:close/>
              </a:path>
            </a:pathLst>
          </a:custGeom>
          <a:solidFill>
            <a:schemeClr val="bg1">
              <a:alpha val="8000"/>
            </a:schemeClr>
          </a:solidFill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buNone/>
              <a:defRPr sz="100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32" name="Espaço Reservado para Texto 31">
            <a:extLst>
              <a:ext uri="{FF2B5EF4-FFF2-40B4-BE49-F238E27FC236}">
                <a16:creationId xmlns:a16="http://schemas.microsoft.com/office/drawing/2014/main" id="{4B9747CF-37D1-E83D-5A33-B1CB3F6484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68311" y="2821274"/>
            <a:ext cx="346623" cy="346623"/>
          </a:xfrm>
          <a:custGeom>
            <a:avLst/>
            <a:gdLst>
              <a:gd name="csX0" fmla="*/ 114502 w 229004"/>
              <a:gd name="csY0" fmla="*/ 0 h 229004"/>
              <a:gd name="csX1" fmla="*/ 199323 w 229004"/>
              <a:gd name="csY1" fmla="*/ 8010 h 229004"/>
              <a:gd name="csX2" fmla="*/ 220995 w 229004"/>
              <a:gd name="csY2" fmla="*/ 29681 h 229004"/>
              <a:gd name="csX3" fmla="*/ 229004 w 229004"/>
              <a:gd name="csY3" fmla="*/ 114502 h 229004"/>
              <a:gd name="csX4" fmla="*/ 220995 w 229004"/>
              <a:gd name="csY4" fmla="*/ 199323 h 229004"/>
              <a:gd name="csX5" fmla="*/ 199323 w 229004"/>
              <a:gd name="csY5" fmla="*/ 220995 h 229004"/>
              <a:gd name="csX6" fmla="*/ 114502 w 229004"/>
              <a:gd name="csY6" fmla="*/ 229004 h 229004"/>
              <a:gd name="csX7" fmla="*/ 29681 w 229004"/>
              <a:gd name="csY7" fmla="*/ 220995 h 229004"/>
              <a:gd name="csX8" fmla="*/ 8010 w 229004"/>
              <a:gd name="csY8" fmla="*/ 199323 h 229004"/>
              <a:gd name="csX9" fmla="*/ 0 w 229004"/>
              <a:gd name="csY9" fmla="*/ 114502 h 229004"/>
              <a:gd name="csX10" fmla="*/ 8010 w 229004"/>
              <a:gd name="csY10" fmla="*/ 29681 h 229004"/>
              <a:gd name="csX11" fmla="*/ 29681 w 229004"/>
              <a:gd name="csY11" fmla="*/ 8010 h 229004"/>
              <a:gd name="csX12" fmla="*/ 114502 w 229004"/>
              <a:gd name="csY12" fmla="*/ 0 h 2290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004" h="229004">
                <a:moveTo>
                  <a:pt x="114502" y="0"/>
                </a:moveTo>
                <a:cubicBezTo>
                  <a:pt x="147959" y="0"/>
                  <a:pt x="178590" y="2826"/>
                  <a:pt x="199323" y="8010"/>
                </a:cubicBezTo>
                <a:cubicBezTo>
                  <a:pt x="212047" y="10836"/>
                  <a:pt x="218638" y="18376"/>
                  <a:pt x="220995" y="29681"/>
                </a:cubicBezTo>
                <a:cubicBezTo>
                  <a:pt x="225709" y="49476"/>
                  <a:pt x="229004" y="81045"/>
                  <a:pt x="229004" y="114502"/>
                </a:cubicBezTo>
                <a:cubicBezTo>
                  <a:pt x="229004" y="147959"/>
                  <a:pt x="225709" y="179528"/>
                  <a:pt x="220995" y="199323"/>
                </a:cubicBezTo>
                <a:cubicBezTo>
                  <a:pt x="218638" y="210628"/>
                  <a:pt x="212047" y="218168"/>
                  <a:pt x="199323" y="220995"/>
                </a:cubicBezTo>
                <a:cubicBezTo>
                  <a:pt x="178590" y="226178"/>
                  <a:pt x="147959" y="229004"/>
                  <a:pt x="114502" y="229004"/>
                </a:cubicBezTo>
                <a:cubicBezTo>
                  <a:pt x="81045" y="229004"/>
                  <a:pt x="50415" y="226178"/>
                  <a:pt x="29681" y="220995"/>
                </a:cubicBezTo>
                <a:cubicBezTo>
                  <a:pt x="16958" y="218168"/>
                  <a:pt x="10367" y="210628"/>
                  <a:pt x="8010" y="199323"/>
                </a:cubicBezTo>
                <a:cubicBezTo>
                  <a:pt x="3296" y="179528"/>
                  <a:pt x="0" y="147959"/>
                  <a:pt x="0" y="114502"/>
                </a:cubicBezTo>
                <a:cubicBezTo>
                  <a:pt x="0" y="81045"/>
                  <a:pt x="3296" y="49476"/>
                  <a:pt x="8010" y="29681"/>
                </a:cubicBezTo>
                <a:cubicBezTo>
                  <a:pt x="10367" y="18376"/>
                  <a:pt x="16958" y="10836"/>
                  <a:pt x="29681" y="8010"/>
                </a:cubicBezTo>
                <a:cubicBezTo>
                  <a:pt x="50415" y="2826"/>
                  <a:pt x="81045" y="0"/>
                  <a:pt x="114502" y="0"/>
                </a:cubicBezTo>
                <a:close/>
              </a:path>
            </a:pathLst>
          </a:custGeom>
          <a:solidFill>
            <a:schemeClr val="bg1">
              <a:alpha val="8000"/>
            </a:schemeClr>
          </a:solidFill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buNone/>
              <a:defRPr sz="100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35" name="Espaço Reservado para Texto 34">
            <a:extLst>
              <a:ext uri="{FF2B5EF4-FFF2-40B4-BE49-F238E27FC236}">
                <a16:creationId xmlns:a16="http://schemas.microsoft.com/office/drawing/2014/main" id="{411670A7-30C5-A319-6C2B-068930580F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68311" y="3614242"/>
            <a:ext cx="346623" cy="346623"/>
          </a:xfrm>
          <a:custGeom>
            <a:avLst/>
            <a:gdLst>
              <a:gd name="csX0" fmla="*/ 114502 w 229004"/>
              <a:gd name="csY0" fmla="*/ 0 h 229004"/>
              <a:gd name="csX1" fmla="*/ 199323 w 229004"/>
              <a:gd name="csY1" fmla="*/ 8010 h 229004"/>
              <a:gd name="csX2" fmla="*/ 220995 w 229004"/>
              <a:gd name="csY2" fmla="*/ 29681 h 229004"/>
              <a:gd name="csX3" fmla="*/ 229004 w 229004"/>
              <a:gd name="csY3" fmla="*/ 114502 h 229004"/>
              <a:gd name="csX4" fmla="*/ 220995 w 229004"/>
              <a:gd name="csY4" fmla="*/ 199323 h 229004"/>
              <a:gd name="csX5" fmla="*/ 199323 w 229004"/>
              <a:gd name="csY5" fmla="*/ 220995 h 229004"/>
              <a:gd name="csX6" fmla="*/ 114502 w 229004"/>
              <a:gd name="csY6" fmla="*/ 229004 h 229004"/>
              <a:gd name="csX7" fmla="*/ 29681 w 229004"/>
              <a:gd name="csY7" fmla="*/ 220995 h 229004"/>
              <a:gd name="csX8" fmla="*/ 8010 w 229004"/>
              <a:gd name="csY8" fmla="*/ 199323 h 229004"/>
              <a:gd name="csX9" fmla="*/ 0 w 229004"/>
              <a:gd name="csY9" fmla="*/ 114502 h 229004"/>
              <a:gd name="csX10" fmla="*/ 8010 w 229004"/>
              <a:gd name="csY10" fmla="*/ 29681 h 229004"/>
              <a:gd name="csX11" fmla="*/ 29681 w 229004"/>
              <a:gd name="csY11" fmla="*/ 8010 h 229004"/>
              <a:gd name="csX12" fmla="*/ 114502 w 229004"/>
              <a:gd name="csY12" fmla="*/ 0 h 2290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004" h="229004">
                <a:moveTo>
                  <a:pt x="114502" y="0"/>
                </a:moveTo>
                <a:cubicBezTo>
                  <a:pt x="147959" y="0"/>
                  <a:pt x="178590" y="2826"/>
                  <a:pt x="199323" y="8010"/>
                </a:cubicBezTo>
                <a:cubicBezTo>
                  <a:pt x="212047" y="10836"/>
                  <a:pt x="218638" y="18376"/>
                  <a:pt x="220995" y="29681"/>
                </a:cubicBezTo>
                <a:cubicBezTo>
                  <a:pt x="225709" y="49476"/>
                  <a:pt x="229004" y="81045"/>
                  <a:pt x="229004" y="114502"/>
                </a:cubicBezTo>
                <a:cubicBezTo>
                  <a:pt x="229004" y="147959"/>
                  <a:pt x="225709" y="179528"/>
                  <a:pt x="220995" y="199323"/>
                </a:cubicBezTo>
                <a:cubicBezTo>
                  <a:pt x="218638" y="210628"/>
                  <a:pt x="212047" y="218168"/>
                  <a:pt x="199323" y="220995"/>
                </a:cubicBezTo>
                <a:cubicBezTo>
                  <a:pt x="178590" y="226178"/>
                  <a:pt x="147959" y="229004"/>
                  <a:pt x="114502" y="229004"/>
                </a:cubicBezTo>
                <a:cubicBezTo>
                  <a:pt x="81045" y="229004"/>
                  <a:pt x="50415" y="226178"/>
                  <a:pt x="29681" y="220995"/>
                </a:cubicBezTo>
                <a:cubicBezTo>
                  <a:pt x="16958" y="218168"/>
                  <a:pt x="10367" y="210628"/>
                  <a:pt x="8010" y="199323"/>
                </a:cubicBezTo>
                <a:cubicBezTo>
                  <a:pt x="3296" y="179528"/>
                  <a:pt x="0" y="147959"/>
                  <a:pt x="0" y="114502"/>
                </a:cubicBezTo>
                <a:cubicBezTo>
                  <a:pt x="0" y="81045"/>
                  <a:pt x="3296" y="49476"/>
                  <a:pt x="8010" y="29681"/>
                </a:cubicBezTo>
                <a:cubicBezTo>
                  <a:pt x="10367" y="18376"/>
                  <a:pt x="16958" y="10836"/>
                  <a:pt x="29681" y="8010"/>
                </a:cubicBezTo>
                <a:cubicBezTo>
                  <a:pt x="50415" y="2826"/>
                  <a:pt x="81045" y="0"/>
                  <a:pt x="114502" y="0"/>
                </a:cubicBezTo>
                <a:close/>
              </a:path>
            </a:pathLst>
          </a:custGeom>
          <a:solidFill>
            <a:schemeClr val="bg1">
              <a:alpha val="8000"/>
            </a:schemeClr>
          </a:solidFill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buNone/>
              <a:defRPr sz="100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38" name="Espaço Reservado para Texto 37">
            <a:extLst>
              <a:ext uri="{FF2B5EF4-FFF2-40B4-BE49-F238E27FC236}">
                <a16:creationId xmlns:a16="http://schemas.microsoft.com/office/drawing/2014/main" id="{07034CCB-A2FA-F308-2C85-D052C51B30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68311" y="4407210"/>
            <a:ext cx="346623" cy="346623"/>
          </a:xfrm>
          <a:custGeom>
            <a:avLst/>
            <a:gdLst>
              <a:gd name="csX0" fmla="*/ 114502 w 229004"/>
              <a:gd name="csY0" fmla="*/ 0 h 229004"/>
              <a:gd name="csX1" fmla="*/ 199323 w 229004"/>
              <a:gd name="csY1" fmla="*/ 8010 h 229004"/>
              <a:gd name="csX2" fmla="*/ 220995 w 229004"/>
              <a:gd name="csY2" fmla="*/ 29681 h 229004"/>
              <a:gd name="csX3" fmla="*/ 229004 w 229004"/>
              <a:gd name="csY3" fmla="*/ 114502 h 229004"/>
              <a:gd name="csX4" fmla="*/ 220995 w 229004"/>
              <a:gd name="csY4" fmla="*/ 199323 h 229004"/>
              <a:gd name="csX5" fmla="*/ 199323 w 229004"/>
              <a:gd name="csY5" fmla="*/ 220995 h 229004"/>
              <a:gd name="csX6" fmla="*/ 114502 w 229004"/>
              <a:gd name="csY6" fmla="*/ 229004 h 229004"/>
              <a:gd name="csX7" fmla="*/ 29681 w 229004"/>
              <a:gd name="csY7" fmla="*/ 220995 h 229004"/>
              <a:gd name="csX8" fmla="*/ 8010 w 229004"/>
              <a:gd name="csY8" fmla="*/ 199323 h 229004"/>
              <a:gd name="csX9" fmla="*/ 0 w 229004"/>
              <a:gd name="csY9" fmla="*/ 114502 h 229004"/>
              <a:gd name="csX10" fmla="*/ 8010 w 229004"/>
              <a:gd name="csY10" fmla="*/ 29681 h 229004"/>
              <a:gd name="csX11" fmla="*/ 29681 w 229004"/>
              <a:gd name="csY11" fmla="*/ 8010 h 229004"/>
              <a:gd name="csX12" fmla="*/ 114502 w 229004"/>
              <a:gd name="csY12" fmla="*/ 0 h 2290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004" h="229004">
                <a:moveTo>
                  <a:pt x="114502" y="0"/>
                </a:moveTo>
                <a:cubicBezTo>
                  <a:pt x="147959" y="0"/>
                  <a:pt x="178590" y="2826"/>
                  <a:pt x="199323" y="8010"/>
                </a:cubicBezTo>
                <a:cubicBezTo>
                  <a:pt x="212047" y="10836"/>
                  <a:pt x="218638" y="18376"/>
                  <a:pt x="220995" y="29681"/>
                </a:cubicBezTo>
                <a:cubicBezTo>
                  <a:pt x="225709" y="49476"/>
                  <a:pt x="229004" y="81045"/>
                  <a:pt x="229004" y="114502"/>
                </a:cubicBezTo>
                <a:cubicBezTo>
                  <a:pt x="229004" y="147959"/>
                  <a:pt x="225709" y="179528"/>
                  <a:pt x="220995" y="199323"/>
                </a:cubicBezTo>
                <a:cubicBezTo>
                  <a:pt x="218638" y="210628"/>
                  <a:pt x="212047" y="218168"/>
                  <a:pt x="199323" y="220995"/>
                </a:cubicBezTo>
                <a:cubicBezTo>
                  <a:pt x="178590" y="226178"/>
                  <a:pt x="147959" y="229004"/>
                  <a:pt x="114502" y="229004"/>
                </a:cubicBezTo>
                <a:cubicBezTo>
                  <a:pt x="81045" y="229004"/>
                  <a:pt x="50415" y="226178"/>
                  <a:pt x="29681" y="220995"/>
                </a:cubicBezTo>
                <a:cubicBezTo>
                  <a:pt x="16958" y="218168"/>
                  <a:pt x="10367" y="210628"/>
                  <a:pt x="8010" y="199323"/>
                </a:cubicBezTo>
                <a:cubicBezTo>
                  <a:pt x="3296" y="179528"/>
                  <a:pt x="0" y="147959"/>
                  <a:pt x="0" y="114502"/>
                </a:cubicBezTo>
                <a:cubicBezTo>
                  <a:pt x="0" y="81045"/>
                  <a:pt x="3296" y="49476"/>
                  <a:pt x="8010" y="29681"/>
                </a:cubicBezTo>
                <a:cubicBezTo>
                  <a:pt x="10367" y="18376"/>
                  <a:pt x="16958" y="10836"/>
                  <a:pt x="29681" y="8010"/>
                </a:cubicBezTo>
                <a:cubicBezTo>
                  <a:pt x="50415" y="2826"/>
                  <a:pt x="81045" y="0"/>
                  <a:pt x="114502" y="0"/>
                </a:cubicBezTo>
                <a:close/>
              </a:path>
            </a:pathLst>
          </a:custGeom>
          <a:solidFill>
            <a:schemeClr val="bg1">
              <a:alpha val="8000"/>
            </a:schemeClr>
          </a:solidFill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buNone/>
              <a:defRPr sz="100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44" name="Espaço Reservado para Texto 19">
            <a:extLst>
              <a:ext uri="{FF2B5EF4-FFF2-40B4-BE49-F238E27FC236}">
                <a16:creationId xmlns:a16="http://schemas.microsoft.com/office/drawing/2014/main" id="{ACE8D3F2-2557-97DC-B768-CC61CDB0912B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885660" y="1431329"/>
            <a:ext cx="3290545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</a:t>
            </a:r>
          </a:p>
        </p:txBody>
      </p:sp>
      <p:sp>
        <p:nvSpPr>
          <p:cNvPr id="45" name="Espaço Reservado para Texto 19">
            <a:extLst>
              <a:ext uri="{FF2B5EF4-FFF2-40B4-BE49-F238E27FC236}">
                <a16:creationId xmlns:a16="http://schemas.microsoft.com/office/drawing/2014/main" id="{FDFA8B1D-5D96-D681-B16B-1541CD0A96FA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885660" y="2220433"/>
            <a:ext cx="3290545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</a:t>
            </a:r>
          </a:p>
        </p:txBody>
      </p:sp>
      <p:sp>
        <p:nvSpPr>
          <p:cNvPr id="46" name="Espaço Reservado para Texto 19">
            <a:extLst>
              <a:ext uri="{FF2B5EF4-FFF2-40B4-BE49-F238E27FC236}">
                <a16:creationId xmlns:a16="http://schemas.microsoft.com/office/drawing/2014/main" id="{3525CA68-9664-4D08-98E3-B143C4EE7F9C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7885660" y="3009537"/>
            <a:ext cx="3290545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</a:t>
            </a:r>
          </a:p>
        </p:txBody>
      </p:sp>
      <p:sp>
        <p:nvSpPr>
          <p:cNvPr id="47" name="Espaço Reservado para Texto 19">
            <a:extLst>
              <a:ext uri="{FF2B5EF4-FFF2-40B4-BE49-F238E27FC236}">
                <a16:creationId xmlns:a16="http://schemas.microsoft.com/office/drawing/2014/main" id="{2396D7FB-C7DD-EFA7-89C8-106A0E9F20E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7885660" y="3798641"/>
            <a:ext cx="3290545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</a:t>
            </a:r>
          </a:p>
        </p:txBody>
      </p:sp>
      <p:sp>
        <p:nvSpPr>
          <p:cNvPr id="48" name="Espaço Reservado para Texto 19">
            <a:extLst>
              <a:ext uri="{FF2B5EF4-FFF2-40B4-BE49-F238E27FC236}">
                <a16:creationId xmlns:a16="http://schemas.microsoft.com/office/drawing/2014/main" id="{D5D8FA42-C621-133A-C1FE-0D9453B0E90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7885660" y="4587745"/>
            <a:ext cx="3290545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</a:t>
            </a:r>
          </a:p>
        </p:txBody>
      </p:sp>
      <p:sp>
        <p:nvSpPr>
          <p:cNvPr id="49" name="Espaço Reservado para Texto 19">
            <a:extLst>
              <a:ext uri="{FF2B5EF4-FFF2-40B4-BE49-F238E27FC236}">
                <a16:creationId xmlns:a16="http://schemas.microsoft.com/office/drawing/2014/main" id="{73789B76-33DB-A71D-107C-3BF14CCF9FD5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7885660" y="5376849"/>
            <a:ext cx="3290545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</a:t>
            </a:r>
          </a:p>
        </p:txBody>
      </p:sp>
      <p:sp>
        <p:nvSpPr>
          <p:cNvPr id="69" name="Espaço Reservado para Texto 19">
            <a:extLst>
              <a:ext uri="{FF2B5EF4-FFF2-40B4-BE49-F238E27FC236}">
                <a16:creationId xmlns:a16="http://schemas.microsoft.com/office/drawing/2014/main" id="{C399CD64-26BE-7A4B-13BE-1D2CFB6E78C4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7441623" y="2114048"/>
            <a:ext cx="455065" cy="43704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kumimoji="0" lang="pt-BR" b="0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fontAlgn="auto">
              <a:lnSpc>
                <a:spcPct val="80000"/>
              </a:lnSpc>
              <a:spcAft>
                <a:spcPts val="0"/>
              </a:spcAft>
              <a:buClrTx/>
              <a:buSzTx/>
              <a:buNone/>
              <a:tabLst/>
            </a:pPr>
            <a:r>
              <a:rPr lang="pt-BR"/>
              <a:t>2.</a:t>
            </a:r>
          </a:p>
        </p:txBody>
      </p:sp>
      <p:sp>
        <p:nvSpPr>
          <p:cNvPr id="70" name="Espaço Reservado para Texto 19">
            <a:extLst>
              <a:ext uri="{FF2B5EF4-FFF2-40B4-BE49-F238E27FC236}">
                <a16:creationId xmlns:a16="http://schemas.microsoft.com/office/drawing/2014/main" id="{EC6D20D8-A708-DC2B-D3A4-815CE40C1AAC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441623" y="2907014"/>
            <a:ext cx="455065" cy="43704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kumimoji="0" lang="pt-BR" b="0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fontAlgn="auto">
              <a:lnSpc>
                <a:spcPct val="80000"/>
              </a:lnSpc>
              <a:spcAft>
                <a:spcPts val="0"/>
              </a:spcAft>
              <a:buClrTx/>
              <a:buSzTx/>
              <a:buNone/>
              <a:tabLst/>
            </a:pPr>
            <a:r>
              <a:rPr lang="pt-BR"/>
              <a:t>3.</a:t>
            </a:r>
          </a:p>
        </p:txBody>
      </p:sp>
      <p:sp>
        <p:nvSpPr>
          <p:cNvPr id="71" name="Espaço Reservado para Texto 19">
            <a:extLst>
              <a:ext uri="{FF2B5EF4-FFF2-40B4-BE49-F238E27FC236}">
                <a16:creationId xmlns:a16="http://schemas.microsoft.com/office/drawing/2014/main" id="{5E39EC6E-78AA-AEF0-78D8-4067F26D4966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7441623" y="3699980"/>
            <a:ext cx="455065" cy="43704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kumimoji="0" lang="pt-BR" b="0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fontAlgn="auto">
              <a:lnSpc>
                <a:spcPct val="80000"/>
              </a:lnSpc>
              <a:spcAft>
                <a:spcPts val="0"/>
              </a:spcAft>
              <a:buClrTx/>
              <a:buSzTx/>
              <a:buNone/>
              <a:tabLst/>
            </a:pPr>
            <a:r>
              <a:rPr lang="pt-BR"/>
              <a:t>4.</a:t>
            </a:r>
          </a:p>
        </p:txBody>
      </p:sp>
      <p:sp>
        <p:nvSpPr>
          <p:cNvPr id="72" name="Espaço Reservado para Texto 19">
            <a:extLst>
              <a:ext uri="{FF2B5EF4-FFF2-40B4-BE49-F238E27FC236}">
                <a16:creationId xmlns:a16="http://schemas.microsoft.com/office/drawing/2014/main" id="{6A0A510E-1BB2-E284-B70C-AC728CD238C4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7441623" y="4492946"/>
            <a:ext cx="455065" cy="43704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kumimoji="0" lang="pt-BR" b="0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tau Display Pro XBold" panose="020B0803020204020204" pitchFamily="34" charset="0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fontAlgn="auto">
              <a:lnSpc>
                <a:spcPct val="80000"/>
              </a:lnSpc>
              <a:spcAft>
                <a:spcPts val="0"/>
              </a:spcAft>
              <a:buClrTx/>
              <a:buSzTx/>
              <a:buNone/>
              <a:tabLst/>
            </a:pPr>
            <a:r>
              <a:rPr lang="pt-BR"/>
              <a:t>5.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5481EF41-9278-BE6D-8639-2822D04870A7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08B771D0-32EC-C44D-6EBF-FD419874D291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4039115F-F32D-47A7-D848-BCC477F76C88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317986E1-57F6-88F8-10A3-509B124BB54A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D155519A-93F4-F546-085F-AC5203A7F012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D7116C49-3694-6717-9DEC-B7D4B22FDE22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E14AD28B-5FBD-0D02-D888-4F2D32E239B1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D796484E-E921-A898-2479-3B92AC474D78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3D7A37F4-4436-7887-0538-A304D7364D7E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993962AA-AC1B-015E-D5E6-A989D737CCD7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1DED58B-4316-02F5-1604-63046491BBB8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2ADD000B-C6C1-D50A-DFFD-50F31A29D381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588525D9-4E2D-59B0-FCB6-1E7C91B63652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4F7EA22-EB3F-CF70-FBF7-B9EFB56B536D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5252A0EE-0874-F7E9-CE3E-2B89C8E8A580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766A8DBB-9949-8D03-E0E1-B3383DAC10CB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4FEF7557-46C1-9A60-2D3F-1A8FC4A542EB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563C8497-E6C7-0498-E96B-BB4AFF9A5BF5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4A199D1C-E6E3-D050-598D-FFE7B5A0831A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C3A9FB5A-7BDA-1A36-AF1A-819F3380A3C5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F1F4A410-83B9-1385-B2A1-F90528BB4DCF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414F3E2F-886F-BD96-9BBF-16429D70DB13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3D0645A6-2B44-BF66-ADF4-F080AEE9668F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36E77DB2-8390-232A-BE26-AD11E4B14252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3D336E5B-1179-D929-3B16-D5D347B94D5B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3" name="Retângulo: Cantos Arredondados 32">
              <a:extLst>
                <a:ext uri="{FF2B5EF4-FFF2-40B4-BE49-F238E27FC236}">
                  <a16:creationId xmlns:a16="http://schemas.microsoft.com/office/drawing/2014/main" id="{C56674B9-0E32-DCE0-E32C-7319567D92E0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DB932571-9CBE-FAFA-3365-5086DF4E8EC2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FD1D6A80-8E9B-5BC5-39CB-41ED66290B59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167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 5 fundo cla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ço Reservado para Texto 23">
            <a:extLst>
              <a:ext uri="{FF2B5EF4-FFF2-40B4-BE49-F238E27FC236}">
                <a16:creationId xmlns:a16="http://schemas.microsoft.com/office/drawing/2014/main" id="{1943E417-C453-F038-E3AD-D1C688BBEF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96911" y="905138"/>
            <a:ext cx="346623" cy="346623"/>
          </a:xfrm>
          <a:custGeom>
            <a:avLst/>
            <a:gdLst>
              <a:gd name="csX0" fmla="*/ 114502 w 229004"/>
              <a:gd name="csY0" fmla="*/ 0 h 229004"/>
              <a:gd name="csX1" fmla="*/ 199323 w 229004"/>
              <a:gd name="csY1" fmla="*/ 8010 h 229004"/>
              <a:gd name="csX2" fmla="*/ 220995 w 229004"/>
              <a:gd name="csY2" fmla="*/ 29681 h 229004"/>
              <a:gd name="csX3" fmla="*/ 229004 w 229004"/>
              <a:gd name="csY3" fmla="*/ 114502 h 229004"/>
              <a:gd name="csX4" fmla="*/ 220995 w 229004"/>
              <a:gd name="csY4" fmla="*/ 199323 h 229004"/>
              <a:gd name="csX5" fmla="*/ 199323 w 229004"/>
              <a:gd name="csY5" fmla="*/ 220995 h 229004"/>
              <a:gd name="csX6" fmla="*/ 114502 w 229004"/>
              <a:gd name="csY6" fmla="*/ 229004 h 229004"/>
              <a:gd name="csX7" fmla="*/ 29681 w 229004"/>
              <a:gd name="csY7" fmla="*/ 220995 h 229004"/>
              <a:gd name="csX8" fmla="*/ 8010 w 229004"/>
              <a:gd name="csY8" fmla="*/ 199323 h 229004"/>
              <a:gd name="csX9" fmla="*/ 0 w 229004"/>
              <a:gd name="csY9" fmla="*/ 114502 h 229004"/>
              <a:gd name="csX10" fmla="*/ 8010 w 229004"/>
              <a:gd name="csY10" fmla="*/ 29681 h 229004"/>
              <a:gd name="csX11" fmla="*/ 29681 w 229004"/>
              <a:gd name="csY11" fmla="*/ 8010 h 229004"/>
              <a:gd name="csX12" fmla="*/ 114502 w 229004"/>
              <a:gd name="csY12" fmla="*/ 0 h 2290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004" h="229004">
                <a:moveTo>
                  <a:pt x="114502" y="0"/>
                </a:moveTo>
                <a:cubicBezTo>
                  <a:pt x="147959" y="0"/>
                  <a:pt x="178590" y="2826"/>
                  <a:pt x="199323" y="8010"/>
                </a:cubicBezTo>
                <a:cubicBezTo>
                  <a:pt x="212047" y="10836"/>
                  <a:pt x="218638" y="18376"/>
                  <a:pt x="220995" y="29681"/>
                </a:cubicBezTo>
                <a:cubicBezTo>
                  <a:pt x="225709" y="49476"/>
                  <a:pt x="229004" y="81045"/>
                  <a:pt x="229004" y="114502"/>
                </a:cubicBezTo>
                <a:cubicBezTo>
                  <a:pt x="229004" y="147959"/>
                  <a:pt x="225709" y="179528"/>
                  <a:pt x="220995" y="199323"/>
                </a:cubicBezTo>
                <a:cubicBezTo>
                  <a:pt x="218638" y="210628"/>
                  <a:pt x="212047" y="218168"/>
                  <a:pt x="199323" y="220995"/>
                </a:cubicBezTo>
                <a:cubicBezTo>
                  <a:pt x="178590" y="226178"/>
                  <a:pt x="147959" y="229004"/>
                  <a:pt x="114502" y="229004"/>
                </a:cubicBezTo>
                <a:cubicBezTo>
                  <a:pt x="81045" y="229004"/>
                  <a:pt x="50415" y="226178"/>
                  <a:pt x="29681" y="220995"/>
                </a:cubicBezTo>
                <a:cubicBezTo>
                  <a:pt x="16958" y="218168"/>
                  <a:pt x="10367" y="210628"/>
                  <a:pt x="8010" y="199323"/>
                </a:cubicBezTo>
                <a:cubicBezTo>
                  <a:pt x="3296" y="179528"/>
                  <a:pt x="0" y="147959"/>
                  <a:pt x="0" y="114502"/>
                </a:cubicBezTo>
                <a:cubicBezTo>
                  <a:pt x="0" y="81045"/>
                  <a:pt x="3296" y="49476"/>
                  <a:pt x="8010" y="29681"/>
                </a:cubicBezTo>
                <a:cubicBezTo>
                  <a:pt x="10367" y="18376"/>
                  <a:pt x="16958" y="10836"/>
                  <a:pt x="29681" y="8010"/>
                </a:cubicBezTo>
                <a:cubicBezTo>
                  <a:pt x="50415" y="2826"/>
                  <a:pt x="81045" y="0"/>
                  <a:pt x="114502" y="0"/>
                </a:cubicBezTo>
                <a:close/>
              </a:path>
            </a:pathLst>
          </a:custGeom>
          <a:solidFill>
            <a:srgbClr val="EDEDED"/>
          </a:solidFill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buNone/>
              <a:defRPr sz="100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16" name="Espaço Reservado para Texto 40">
            <a:extLst>
              <a:ext uri="{FF2B5EF4-FFF2-40B4-BE49-F238E27FC236}">
                <a16:creationId xmlns:a16="http://schemas.microsoft.com/office/drawing/2014/main" id="{5F3F051D-8EE6-7707-E236-3AE5F22B1CA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96911" y="5365278"/>
            <a:ext cx="346623" cy="346623"/>
          </a:xfrm>
          <a:custGeom>
            <a:avLst/>
            <a:gdLst>
              <a:gd name="csX0" fmla="*/ 114502 w 229004"/>
              <a:gd name="csY0" fmla="*/ 0 h 229004"/>
              <a:gd name="csX1" fmla="*/ 199323 w 229004"/>
              <a:gd name="csY1" fmla="*/ 8010 h 229004"/>
              <a:gd name="csX2" fmla="*/ 220995 w 229004"/>
              <a:gd name="csY2" fmla="*/ 29681 h 229004"/>
              <a:gd name="csX3" fmla="*/ 229004 w 229004"/>
              <a:gd name="csY3" fmla="*/ 114502 h 229004"/>
              <a:gd name="csX4" fmla="*/ 220995 w 229004"/>
              <a:gd name="csY4" fmla="*/ 199323 h 229004"/>
              <a:gd name="csX5" fmla="*/ 199323 w 229004"/>
              <a:gd name="csY5" fmla="*/ 220995 h 229004"/>
              <a:gd name="csX6" fmla="*/ 114502 w 229004"/>
              <a:gd name="csY6" fmla="*/ 229004 h 229004"/>
              <a:gd name="csX7" fmla="*/ 29681 w 229004"/>
              <a:gd name="csY7" fmla="*/ 220995 h 229004"/>
              <a:gd name="csX8" fmla="*/ 8010 w 229004"/>
              <a:gd name="csY8" fmla="*/ 199323 h 229004"/>
              <a:gd name="csX9" fmla="*/ 0 w 229004"/>
              <a:gd name="csY9" fmla="*/ 114502 h 229004"/>
              <a:gd name="csX10" fmla="*/ 8010 w 229004"/>
              <a:gd name="csY10" fmla="*/ 29681 h 229004"/>
              <a:gd name="csX11" fmla="*/ 29681 w 229004"/>
              <a:gd name="csY11" fmla="*/ 8010 h 229004"/>
              <a:gd name="csX12" fmla="*/ 114502 w 229004"/>
              <a:gd name="csY12" fmla="*/ 0 h 2290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004" h="229004">
                <a:moveTo>
                  <a:pt x="114502" y="0"/>
                </a:moveTo>
                <a:cubicBezTo>
                  <a:pt x="147959" y="0"/>
                  <a:pt x="178590" y="2826"/>
                  <a:pt x="199323" y="8010"/>
                </a:cubicBezTo>
                <a:cubicBezTo>
                  <a:pt x="212047" y="10836"/>
                  <a:pt x="218638" y="18376"/>
                  <a:pt x="220995" y="29681"/>
                </a:cubicBezTo>
                <a:cubicBezTo>
                  <a:pt x="225709" y="49476"/>
                  <a:pt x="229004" y="81045"/>
                  <a:pt x="229004" y="114502"/>
                </a:cubicBezTo>
                <a:cubicBezTo>
                  <a:pt x="229004" y="147959"/>
                  <a:pt x="225709" y="179528"/>
                  <a:pt x="220995" y="199323"/>
                </a:cubicBezTo>
                <a:cubicBezTo>
                  <a:pt x="218638" y="210628"/>
                  <a:pt x="212047" y="218168"/>
                  <a:pt x="199323" y="220995"/>
                </a:cubicBezTo>
                <a:cubicBezTo>
                  <a:pt x="178590" y="226178"/>
                  <a:pt x="147959" y="229004"/>
                  <a:pt x="114502" y="229004"/>
                </a:cubicBezTo>
                <a:cubicBezTo>
                  <a:pt x="81045" y="229004"/>
                  <a:pt x="50415" y="226178"/>
                  <a:pt x="29681" y="220995"/>
                </a:cubicBezTo>
                <a:cubicBezTo>
                  <a:pt x="16958" y="218168"/>
                  <a:pt x="10367" y="210628"/>
                  <a:pt x="8010" y="199323"/>
                </a:cubicBezTo>
                <a:cubicBezTo>
                  <a:pt x="3296" y="179528"/>
                  <a:pt x="0" y="147959"/>
                  <a:pt x="0" y="114502"/>
                </a:cubicBezTo>
                <a:cubicBezTo>
                  <a:pt x="0" y="81045"/>
                  <a:pt x="3296" y="49476"/>
                  <a:pt x="8010" y="29681"/>
                </a:cubicBezTo>
                <a:cubicBezTo>
                  <a:pt x="10367" y="18376"/>
                  <a:pt x="16958" y="10836"/>
                  <a:pt x="29681" y="8010"/>
                </a:cubicBezTo>
                <a:cubicBezTo>
                  <a:pt x="50415" y="2826"/>
                  <a:pt x="81045" y="0"/>
                  <a:pt x="114502" y="0"/>
                </a:cubicBezTo>
                <a:close/>
              </a:path>
            </a:pathLst>
          </a:custGeom>
          <a:solidFill>
            <a:srgbClr val="EDEDED"/>
          </a:solidFill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buNone/>
              <a:defRPr sz="100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18" name="Espaço Reservado para Texto 28">
            <a:extLst>
              <a:ext uri="{FF2B5EF4-FFF2-40B4-BE49-F238E27FC236}">
                <a16:creationId xmlns:a16="http://schemas.microsoft.com/office/drawing/2014/main" id="{706B0DBC-E96A-59C6-E1BC-8B75160245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96911" y="1797166"/>
            <a:ext cx="346623" cy="346623"/>
          </a:xfrm>
          <a:custGeom>
            <a:avLst/>
            <a:gdLst>
              <a:gd name="csX0" fmla="*/ 114502 w 229004"/>
              <a:gd name="csY0" fmla="*/ 0 h 229004"/>
              <a:gd name="csX1" fmla="*/ 199323 w 229004"/>
              <a:gd name="csY1" fmla="*/ 8010 h 229004"/>
              <a:gd name="csX2" fmla="*/ 220995 w 229004"/>
              <a:gd name="csY2" fmla="*/ 29681 h 229004"/>
              <a:gd name="csX3" fmla="*/ 229004 w 229004"/>
              <a:gd name="csY3" fmla="*/ 114502 h 229004"/>
              <a:gd name="csX4" fmla="*/ 220995 w 229004"/>
              <a:gd name="csY4" fmla="*/ 199323 h 229004"/>
              <a:gd name="csX5" fmla="*/ 199323 w 229004"/>
              <a:gd name="csY5" fmla="*/ 220995 h 229004"/>
              <a:gd name="csX6" fmla="*/ 114502 w 229004"/>
              <a:gd name="csY6" fmla="*/ 229004 h 229004"/>
              <a:gd name="csX7" fmla="*/ 29681 w 229004"/>
              <a:gd name="csY7" fmla="*/ 220995 h 229004"/>
              <a:gd name="csX8" fmla="*/ 8010 w 229004"/>
              <a:gd name="csY8" fmla="*/ 199323 h 229004"/>
              <a:gd name="csX9" fmla="*/ 0 w 229004"/>
              <a:gd name="csY9" fmla="*/ 114502 h 229004"/>
              <a:gd name="csX10" fmla="*/ 8010 w 229004"/>
              <a:gd name="csY10" fmla="*/ 29681 h 229004"/>
              <a:gd name="csX11" fmla="*/ 29681 w 229004"/>
              <a:gd name="csY11" fmla="*/ 8010 h 229004"/>
              <a:gd name="csX12" fmla="*/ 114502 w 229004"/>
              <a:gd name="csY12" fmla="*/ 0 h 2290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004" h="229004">
                <a:moveTo>
                  <a:pt x="114502" y="0"/>
                </a:moveTo>
                <a:cubicBezTo>
                  <a:pt x="147959" y="0"/>
                  <a:pt x="178590" y="2826"/>
                  <a:pt x="199323" y="8010"/>
                </a:cubicBezTo>
                <a:cubicBezTo>
                  <a:pt x="212047" y="10836"/>
                  <a:pt x="218638" y="18376"/>
                  <a:pt x="220995" y="29681"/>
                </a:cubicBezTo>
                <a:cubicBezTo>
                  <a:pt x="225709" y="49476"/>
                  <a:pt x="229004" y="81045"/>
                  <a:pt x="229004" y="114502"/>
                </a:cubicBezTo>
                <a:cubicBezTo>
                  <a:pt x="229004" y="147959"/>
                  <a:pt x="225709" y="179528"/>
                  <a:pt x="220995" y="199323"/>
                </a:cubicBezTo>
                <a:cubicBezTo>
                  <a:pt x="218638" y="210628"/>
                  <a:pt x="212047" y="218168"/>
                  <a:pt x="199323" y="220995"/>
                </a:cubicBezTo>
                <a:cubicBezTo>
                  <a:pt x="178590" y="226178"/>
                  <a:pt x="147959" y="229004"/>
                  <a:pt x="114502" y="229004"/>
                </a:cubicBezTo>
                <a:cubicBezTo>
                  <a:pt x="81045" y="229004"/>
                  <a:pt x="50415" y="226178"/>
                  <a:pt x="29681" y="220995"/>
                </a:cubicBezTo>
                <a:cubicBezTo>
                  <a:pt x="16958" y="218168"/>
                  <a:pt x="10367" y="210628"/>
                  <a:pt x="8010" y="199323"/>
                </a:cubicBezTo>
                <a:cubicBezTo>
                  <a:pt x="3296" y="179528"/>
                  <a:pt x="0" y="147959"/>
                  <a:pt x="0" y="114502"/>
                </a:cubicBezTo>
                <a:cubicBezTo>
                  <a:pt x="0" y="81045"/>
                  <a:pt x="3296" y="49476"/>
                  <a:pt x="8010" y="29681"/>
                </a:cubicBezTo>
                <a:cubicBezTo>
                  <a:pt x="10367" y="18376"/>
                  <a:pt x="16958" y="10836"/>
                  <a:pt x="29681" y="8010"/>
                </a:cubicBezTo>
                <a:cubicBezTo>
                  <a:pt x="50415" y="2826"/>
                  <a:pt x="81045" y="0"/>
                  <a:pt x="114502" y="0"/>
                </a:cubicBezTo>
                <a:close/>
              </a:path>
            </a:pathLst>
          </a:custGeom>
          <a:solidFill>
            <a:srgbClr val="EDEDED"/>
          </a:solidFill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buNone/>
              <a:defRPr sz="100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20" name="Espaço Reservado para Texto 31">
            <a:extLst>
              <a:ext uri="{FF2B5EF4-FFF2-40B4-BE49-F238E27FC236}">
                <a16:creationId xmlns:a16="http://schemas.microsoft.com/office/drawing/2014/main" id="{F777F3AB-8FB5-5B7E-270C-8AA5292F46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96911" y="2689194"/>
            <a:ext cx="346623" cy="346623"/>
          </a:xfrm>
          <a:custGeom>
            <a:avLst/>
            <a:gdLst>
              <a:gd name="csX0" fmla="*/ 114502 w 229004"/>
              <a:gd name="csY0" fmla="*/ 0 h 229004"/>
              <a:gd name="csX1" fmla="*/ 199323 w 229004"/>
              <a:gd name="csY1" fmla="*/ 8010 h 229004"/>
              <a:gd name="csX2" fmla="*/ 220995 w 229004"/>
              <a:gd name="csY2" fmla="*/ 29681 h 229004"/>
              <a:gd name="csX3" fmla="*/ 229004 w 229004"/>
              <a:gd name="csY3" fmla="*/ 114502 h 229004"/>
              <a:gd name="csX4" fmla="*/ 220995 w 229004"/>
              <a:gd name="csY4" fmla="*/ 199323 h 229004"/>
              <a:gd name="csX5" fmla="*/ 199323 w 229004"/>
              <a:gd name="csY5" fmla="*/ 220995 h 229004"/>
              <a:gd name="csX6" fmla="*/ 114502 w 229004"/>
              <a:gd name="csY6" fmla="*/ 229004 h 229004"/>
              <a:gd name="csX7" fmla="*/ 29681 w 229004"/>
              <a:gd name="csY7" fmla="*/ 220995 h 229004"/>
              <a:gd name="csX8" fmla="*/ 8010 w 229004"/>
              <a:gd name="csY8" fmla="*/ 199323 h 229004"/>
              <a:gd name="csX9" fmla="*/ 0 w 229004"/>
              <a:gd name="csY9" fmla="*/ 114502 h 229004"/>
              <a:gd name="csX10" fmla="*/ 8010 w 229004"/>
              <a:gd name="csY10" fmla="*/ 29681 h 229004"/>
              <a:gd name="csX11" fmla="*/ 29681 w 229004"/>
              <a:gd name="csY11" fmla="*/ 8010 h 229004"/>
              <a:gd name="csX12" fmla="*/ 114502 w 229004"/>
              <a:gd name="csY12" fmla="*/ 0 h 2290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004" h="229004">
                <a:moveTo>
                  <a:pt x="114502" y="0"/>
                </a:moveTo>
                <a:cubicBezTo>
                  <a:pt x="147959" y="0"/>
                  <a:pt x="178590" y="2826"/>
                  <a:pt x="199323" y="8010"/>
                </a:cubicBezTo>
                <a:cubicBezTo>
                  <a:pt x="212047" y="10836"/>
                  <a:pt x="218638" y="18376"/>
                  <a:pt x="220995" y="29681"/>
                </a:cubicBezTo>
                <a:cubicBezTo>
                  <a:pt x="225709" y="49476"/>
                  <a:pt x="229004" y="81045"/>
                  <a:pt x="229004" y="114502"/>
                </a:cubicBezTo>
                <a:cubicBezTo>
                  <a:pt x="229004" y="147959"/>
                  <a:pt x="225709" y="179528"/>
                  <a:pt x="220995" y="199323"/>
                </a:cubicBezTo>
                <a:cubicBezTo>
                  <a:pt x="218638" y="210628"/>
                  <a:pt x="212047" y="218168"/>
                  <a:pt x="199323" y="220995"/>
                </a:cubicBezTo>
                <a:cubicBezTo>
                  <a:pt x="178590" y="226178"/>
                  <a:pt x="147959" y="229004"/>
                  <a:pt x="114502" y="229004"/>
                </a:cubicBezTo>
                <a:cubicBezTo>
                  <a:pt x="81045" y="229004"/>
                  <a:pt x="50415" y="226178"/>
                  <a:pt x="29681" y="220995"/>
                </a:cubicBezTo>
                <a:cubicBezTo>
                  <a:pt x="16958" y="218168"/>
                  <a:pt x="10367" y="210628"/>
                  <a:pt x="8010" y="199323"/>
                </a:cubicBezTo>
                <a:cubicBezTo>
                  <a:pt x="3296" y="179528"/>
                  <a:pt x="0" y="147959"/>
                  <a:pt x="0" y="114502"/>
                </a:cubicBezTo>
                <a:cubicBezTo>
                  <a:pt x="0" y="81045"/>
                  <a:pt x="3296" y="49476"/>
                  <a:pt x="8010" y="29681"/>
                </a:cubicBezTo>
                <a:cubicBezTo>
                  <a:pt x="10367" y="18376"/>
                  <a:pt x="16958" y="10836"/>
                  <a:pt x="29681" y="8010"/>
                </a:cubicBezTo>
                <a:cubicBezTo>
                  <a:pt x="50415" y="2826"/>
                  <a:pt x="81045" y="0"/>
                  <a:pt x="114502" y="0"/>
                </a:cubicBezTo>
                <a:close/>
              </a:path>
            </a:pathLst>
          </a:custGeom>
          <a:solidFill>
            <a:srgbClr val="EDEDED"/>
          </a:solidFill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buNone/>
              <a:defRPr sz="100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22" name="Espaço Reservado para Texto 34">
            <a:extLst>
              <a:ext uri="{FF2B5EF4-FFF2-40B4-BE49-F238E27FC236}">
                <a16:creationId xmlns:a16="http://schemas.microsoft.com/office/drawing/2014/main" id="{77A69211-B5D3-96FC-7A53-B0ACEAF196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96911" y="3581222"/>
            <a:ext cx="346623" cy="346623"/>
          </a:xfrm>
          <a:custGeom>
            <a:avLst/>
            <a:gdLst>
              <a:gd name="csX0" fmla="*/ 114502 w 229004"/>
              <a:gd name="csY0" fmla="*/ 0 h 229004"/>
              <a:gd name="csX1" fmla="*/ 199323 w 229004"/>
              <a:gd name="csY1" fmla="*/ 8010 h 229004"/>
              <a:gd name="csX2" fmla="*/ 220995 w 229004"/>
              <a:gd name="csY2" fmla="*/ 29681 h 229004"/>
              <a:gd name="csX3" fmla="*/ 229004 w 229004"/>
              <a:gd name="csY3" fmla="*/ 114502 h 229004"/>
              <a:gd name="csX4" fmla="*/ 220995 w 229004"/>
              <a:gd name="csY4" fmla="*/ 199323 h 229004"/>
              <a:gd name="csX5" fmla="*/ 199323 w 229004"/>
              <a:gd name="csY5" fmla="*/ 220995 h 229004"/>
              <a:gd name="csX6" fmla="*/ 114502 w 229004"/>
              <a:gd name="csY6" fmla="*/ 229004 h 229004"/>
              <a:gd name="csX7" fmla="*/ 29681 w 229004"/>
              <a:gd name="csY7" fmla="*/ 220995 h 229004"/>
              <a:gd name="csX8" fmla="*/ 8010 w 229004"/>
              <a:gd name="csY8" fmla="*/ 199323 h 229004"/>
              <a:gd name="csX9" fmla="*/ 0 w 229004"/>
              <a:gd name="csY9" fmla="*/ 114502 h 229004"/>
              <a:gd name="csX10" fmla="*/ 8010 w 229004"/>
              <a:gd name="csY10" fmla="*/ 29681 h 229004"/>
              <a:gd name="csX11" fmla="*/ 29681 w 229004"/>
              <a:gd name="csY11" fmla="*/ 8010 h 229004"/>
              <a:gd name="csX12" fmla="*/ 114502 w 229004"/>
              <a:gd name="csY12" fmla="*/ 0 h 2290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004" h="229004">
                <a:moveTo>
                  <a:pt x="114502" y="0"/>
                </a:moveTo>
                <a:cubicBezTo>
                  <a:pt x="147959" y="0"/>
                  <a:pt x="178590" y="2826"/>
                  <a:pt x="199323" y="8010"/>
                </a:cubicBezTo>
                <a:cubicBezTo>
                  <a:pt x="212047" y="10836"/>
                  <a:pt x="218638" y="18376"/>
                  <a:pt x="220995" y="29681"/>
                </a:cubicBezTo>
                <a:cubicBezTo>
                  <a:pt x="225709" y="49476"/>
                  <a:pt x="229004" y="81045"/>
                  <a:pt x="229004" y="114502"/>
                </a:cubicBezTo>
                <a:cubicBezTo>
                  <a:pt x="229004" y="147959"/>
                  <a:pt x="225709" y="179528"/>
                  <a:pt x="220995" y="199323"/>
                </a:cubicBezTo>
                <a:cubicBezTo>
                  <a:pt x="218638" y="210628"/>
                  <a:pt x="212047" y="218168"/>
                  <a:pt x="199323" y="220995"/>
                </a:cubicBezTo>
                <a:cubicBezTo>
                  <a:pt x="178590" y="226178"/>
                  <a:pt x="147959" y="229004"/>
                  <a:pt x="114502" y="229004"/>
                </a:cubicBezTo>
                <a:cubicBezTo>
                  <a:pt x="81045" y="229004"/>
                  <a:pt x="50415" y="226178"/>
                  <a:pt x="29681" y="220995"/>
                </a:cubicBezTo>
                <a:cubicBezTo>
                  <a:pt x="16958" y="218168"/>
                  <a:pt x="10367" y="210628"/>
                  <a:pt x="8010" y="199323"/>
                </a:cubicBezTo>
                <a:cubicBezTo>
                  <a:pt x="3296" y="179528"/>
                  <a:pt x="0" y="147959"/>
                  <a:pt x="0" y="114502"/>
                </a:cubicBezTo>
                <a:cubicBezTo>
                  <a:pt x="0" y="81045"/>
                  <a:pt x="3296" y="49476"/>
                  <a:pt x="8010" y="29681"/>
                </a:cubicBezTo>
                <a:cubicBezTo>
                  <a:pt x="10367" y="18376"/>
                  <a:pt x="16958" y="10836"/>
                  <a:pt x="29681" y="8010"/>
                </a:cubicBezTo>
                <a:cubicBezTo>
                  <a:pt x="50415" y="2826"/>
                  <a:pt x="81045" y="0"/>
                  <a:pt x="114502" y="0"/>
                </a:cubicBezTo>
                <a:close/>
              </a:path>
            </a:pathLst>
          </a:custGeom>
          <a:solidFill>
            <a:srgbClr val="EDEDED"/>
          </a:solidFill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buNone/>
              <a:defRPr sz="100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24" name="Espaço Reservado para Texto 37">
            <a:extLst>
              <a:ext uri="{FF2B5EF4-FFF2-40B4-BE49-F238E27FC236}">
                <a16:creationId xmlns:a16="http://schemas.microsoft.com/office/drawing/2014/main" id="{11A92FEE-692F-1F3F-CB6B-3B30784659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96911" y="4473250"/>
            <a:ext cx="346623" cy="346623"/>
          </a:xfrm>
          <a:custGeom>
            <a:avLst/>
            <a:gdLst>
              <a:gd name="csX0" fmla="*/ 114502 w 229004"/>
              <a:gd name="csY0" fmla="*/ 0 h 229004"/>
              <a:gd name="csX1" fmla="*/ 199323 w 229004"/>
              <a:gd name="csY1" fmla="*/ 8010 h 229004"/>
              <a:gd name="csX2" fmla="*/ 220995 w 229004"/>
              <a:gd name="csY2" fmla="*/ 29681 h 229004"/>
              <a:gd name="csX3" fmla="*/ 229004 w 229004"/>
              <a:gd name="csY3" fmla="*/ 114502 h 229004"/>
              <a:gd name="csX4" fmla="*/ 220995 w 229004"/>
              <a:gd name="csY4" fmla="*/ 199323 h 229004"/>
              <a:gd name="csX5" fmla="*/ 199323 w 229004"/>
              <a:gd name="csY5" fmla="*/ 220995 h 229004"/>
              <a:gd name="csX6" fmla="*/ 114502 w 229004"/>
              <a:gd name="csY6" fmla="*/ 229004 h 229004"/>
              <a:gd name="csX7" fmla="*/ 29681 w 229004"/>
              <a:gd name="csY7" fmla="*/ 220995 h 229004"/>
              <a:gd name="csX8" fmla="*/ 8010 w 229004"/>
              <a:gd name="csY8" fmla="*/ 199323 h 229004"/>
              <a:gd name="csX9" fmla="*/ 0 w 229004"/>
              <a:gd name="csY9" fmla="*/ 114502 h 229004"/>
              <a:gd name="csX10" fmla="*/ 8010 w 229004"/>
              <a:gd name="csY10" fmla="*/ 29681 h 229004"/>
              <a:gd name="csX11" fmla="*/ 29681 w 229004"/>
              <a:gd name="csY11" fmla="*/ 8010 h 229004"/>
              <a:gd name="csX12" fmla="*/ 114502 w 229004"/>
              <a:gd name="csY12" fmla="*/ 0 h 2290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004" h="229004">
                <a:moveTo>
                  <a:pt x="114502" y="0"/>
                </a:moveTo>
                <a:cubicBezTo>
                  <a:pt x="147959" y="0"/>
                  <a:pt x="178590" y="2826"/>
                  <a:pt x="199323" y="8010"/>
                </a:cubicBezTo>
                <a:cubicBezTo>
                  <a:pt x="212047" y="10836"/>
                  <a:pt x="218638" y="18376"/>
                  <a:pt x="220995" y="29681"/>
                </a:cubicBezTo>
                <a:cubicBezTo>
                  <a:pt x="225709" y="49476"/>
                  <a:pt x="229004" y="81045"/>
                  <a:pt x="229004" y="114502"/>
                </a:cubicBezTo>
                <a:cubicBezTo>
                  <a:pt x="229004" y="147959"/>
                  <a:pt x="225709" y="179528"/>
                  <a:pt x="220995" y="199323"/>
                </a:cubicBezTo>
                <a:cubicBezTo>
                  <a:pt x="218638" y="210628"/>
                  <a:pt x="212047" y="218168"/>
                  <a:pt x="199323" y="220995"/>
                </a:cubicBezTo>
                <a:cubicBezTo>
                  <a:pt x="178590" y="226178"/>
                  <a:pt x="147959" y="229004"/>
                  <a:pt x="114502" y="229004"/>
                </a:cubicBezTo>
                <a:cubicBezTo>
                  <a:pt x="81045" y="229004"/>
                  <a:pt x="50415" y="226178"/>
                  <a:pt x="29681" y="220995"/>
                </a:cubicBezTo>
                <a:cubicBezTo>
                  <a:pt x="16958" y="218168"/>
                  <a:pt x="10367" y="210628"/>
                  <a:pt x="8010" y="199323"/>
                </a:cubicBezTo>
                <a:cubicBezTo>
                  <a:pt x="3296" y="179528"/>
                  <a:pt x="0" y="147959"/>
                  <a:pt x="0" y="114502"/>
                </a:cubicBezTo>
                <a:cubicBezTo>
                  <a:pt x="0" y="81045"/>
                  <a:pt x="3296" y="49476"/>
                  <a:pt x="8010" y="29681"/>
                </a:cubicBezTo>
                <a:cubicBezTo>
                  <a:pt x="10367" y="18376"/>
                  <a:pt x="16958" y="10836"/>
                  <a:pt x="29681" y="8010"/>
                </a:cubicBezTo>
                <a:cubicBezTo>
                  <a:pt x="50415" y="2826"/>
                  <a:pt x="81045" y="0"/>
                  <a:pt x="114502" y="0"/>
                </a:cubicBezTo>
                <a:close/>
              </a:path>
            </a:pathLst>
          </a:custGeom>
          <a:solidFill>
            <a:srgbClr val="EDEDED"/>
          </a:solidFill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buNone/>
              <a:defRPr sz="100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F8F55FF4-0B31-59B5-C40C-88946D0A97FF}"/>
              </a:ext>
            </a:extLst>
          </p:cNvPr>
          <p:cNvSpPr/>
          <p:nvPr/>
        </p:nvSpPr>
        <p:spPr>
          <a:xfrm>
            <a:off x="761492" y="983359"/>
            <a:ext cx="4521199" cy="4891277"/>
          </a:xfrm>
          <a:custGeom>
            <a:avLst/>
            <a:gdLst>
              <a:gd name="connsiteX0" fmla="*/ 4308475 w 4521199"/>
              <a:gd name="connsiteY0" fmla="*/ 4700778 h 4891277"/>
              <a:gd name="connsiteX1" fmla="*/ 4521200 w 4521199"/>
              <a:gd name="connsiteY1" fmla="*/ 2445639 h 4891277"/>
              <a:gd name="connsiteX2" fmla="*/ 4308475 w 4521199"/>
              <a:gd name="connsiteY2" fmla="*/ 190500 h 4891277"/>
              <a:gd name="connsiteX3" fmla="*/ 4308348 w 4521199"/>
              <a:gd name="connsiteY3" fmla="*/ 189865 h 4891277"/>
              <a:gd name="connsiteX4" fmla="*/ 4306189 w 4521199"/>
              <a:gd name="connsiteY4" fmla="*/ 180721 h 4891277"/>
              <a:gd name="connsiteX5" fmla="*/ 4271010 w 4521199"/>
              <a:gd name="connsiteY5" fmla="*/ 172339 h 4891277"/>
              <a:gd name="connsiteX6" fmla="*/ 4270248 w 4521199"/>
              <a:gd name="connsiteY6" fmla="*/ 172212 h 4891277"/>
              <a:gd name="connsiteX7" fmla="*/ 2445639 w 4521199"/>
              <a:gd name="connsiteY7" fmla="*/ 0 h 4891277"/>
              <a:gd name="connsiteX8" fmla="*/ 621030 w 4521199"/>
              <a:gd name="connsiteY8" fmla="*/ 172212 h 4891277"/>
              <a:gd name="connsiteX9" fmla="*/ 620268 w 4521199"/>
              <a:gd name="connsiteY9" fmla="*/ 172339 h 4891277"/>
              <a:gd name="connsiteX10" fmla="*/ 172212 w 4521199"/>
              <a:gd name="connsiteY10" fmla="*/ 620649 h 4891277"/>
              <a:gd name="connsiteX11" fmla="*/ 172085 w 4521199"/>
              <a:gd name="connsiteY11" fmla="*/ 621284 h 4891277"/>
              <a:gd name="connsiteX12" fmla="*/ 0 w 4521199"/>
              <a:gd name="connsiteY12" fmla="*/ 2445639 h 4891277"/>
              <a:gd name="connsiteX13" fmla="*/ 172085 w 4521199"/>
              <a:gd name="connsiteY13" fmla="*/ 4269994 h 4891277"/>
              <a:gd name="connsiteX14" fmla="*/ 172212 w 4521199"/>
              <a:gd name="connsiteY14" fmla="*/ 4270629 h 4891277"/>
              <a:gd name="connsiteX15" fmla="*/ 620268 w 4521199"/>
              <a:gd name="connsiteY15" fmla="*/ 4718939 h 4891277"/>
              <a:gd name="connsiteX16" fmla="*/ 621030 w 4521199"/>
              <a:gd name="connsiteY16" fmla="*/ 4719066 h 4891277"/>
              <a:gd name="connsiteX17" fmla="*/ 2445639 w 4521199"/>
              <a:gd name="connsiteY17" fmla="*/ 4891278 h 4891277"/>
              <a:gd name="connsiteX18" fmla="*/ 4270248 w 4521199"/>
              <a:gd name="connsiteY18" fmla="*/ 4719066 h 4891277"/>
              <a:gd name="connsiteX19" fmla="*/ 4271010 w 4521199"/>
              <a:gd name="connsiteY19" fmla="*/ 4718939 h 4891277"/>
              <a:gd name="connsiteX20" fmla="*/ 4306189 w 4521199"/>
              <a:gd name="connsiteY20" fmla="*/ 4710557 h 4891277"/>
              <a:gd name="connsiteX21" fmla="*/ 4308348 w 4521199"/>
              <a:gd name="connsiteY21" fmla="*/ 4701412 h 4891277"/>
              <a:gd name="connsiteX22" fmla="*/ 4308475 w 4521199"/>
              <a:gd name="connsiteY22" fmla="*/ 4700778 h 4891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521199" h="4891277">
                <a:moveTo>
                  <a:pt x="4308475" y="4700778"/>
                </a:moveTo>
                <a:cubicBezTo>
                  <a:pt x="4445635" y="4151884"/>
                  <a:pt x="4521200" y="3351022"/>
                  <a:pt x="4521200" y="2445639"/>
                </a:cubicBezTo>
                <a:cubicBezTo>
                  <a:pt x="4521200" y="1540256"/>
                  <a:pt x="4445635" y="739394"/>
                  <a:pt x="4308475" y="190500"/>
                </a:cubicBezTo>
                <a:cubicBezTo>
                  <a:pt x="4308475" y="190246"/>
                  <a:pt x="4308475" y="190119"/>
                  <a:pt x="4308348" y="189865"/>
                </a:cubicBezTo>
                <a:cubicBezTo>
                  <a:pt x="4307713" y="186817"/>
                  <a:pt x="4306951" y="183769"/>
                  <a:pt x="4306189" y="180721"/>
                </a:cubicBezTo>
                <a:cubicBezTo>
                  <a:pt x="4294632" y="177800"/>
                  <a:pt x="4283075" y="174879"/>
                  <a:pt x="4271010" y="172339"/>
                </a:cubicBezTo>
                <a:cubicBezTo>
                  <a:pt x="4270756" y="172339"/>
                  <a:pt x="4270502" y="172339"/>
                  <a:pt x="4270248" y="172212"/>
                </a:cubicBezTo>
                <a:cubicBezTo>
                  <a:pt x="3824351" y="66040"/>
                  <a:pt x="3125216" y="0"/>
                  <a:pt x="2445639" y="0"/>
                </a:cubicBezTo>
                <a:cubicBezTo>
                  <a:pt x="1766062" y="0"/>
                  <a:pt x="1066927" y="65913"/>
                  <a:pt x="621030" y="172212"/>
                </a:cubicBezTo>
                <a:cubicBezTo>
                  <a:pt x="620776" y="172212"/>
                  <a:pt x="620522" y="172212"/>
                  <a:pt x="620268" y="172339"/>
                </a:cubicBezTo>
                <a:cubicBezTo>
                  <a:pt x="374396" y="223647"/>
                  <a:pt x="227838" y="370205"/>
                  <a:pt x="172212" y="620649"/>
                </a:cubicBezTo>
                <a:cubicBezTo>
                  <a:pt x="172212" y="620903"/>
                  <a:pt x="172212" y="621030"/>
                  <a:pt x="172085" y="621284"/>
                </a:cubicBezTo>
                <a:cubicBezTo>
                  <a:pt x="61087" y="1065149"/>
                  <a:pt x="0" y="1713103"/>
                  <a:pt x="0" y="2445639"/>
                </a:cubicBezTo>
                <a:cubicBezTo>
                  <a:pt x="0" y="3178175"/>
                  <a:pt x="61087" y="3826129"/>
                  <a:pt x="172085" y="4269994"/>
                </a:cubicBezTo>
                <a:cubicBezTo>
                  <a:pt x="172085" y="4270248"/>
                  <a:pt x="172085" y="4270375"/>
                  <a:pt x="172212" y="4270629"/>
                </a:cubicBezTo>
                <a:cubicBezTo>
                  <a:pt x="227838" y="4521073"/>
                  <a:pt x="374396" y="4667758"/>
                  <a:pt x="620268" y="4718939"/>
                </a:cubicBezTo>
                <a:cubicBezTo>
                  <a:pt x="620522" y="4718939"/>
                  <a:pt x="620776" y="4718939"/>
                  <a:pt x="621030" y="4719066"/>
                </a:cubicBezTo>
                <a:cubicBezTo>
                  <a:pt x="1066927" y="4825237"/>
                  <a:pt x="1766062" y="4891278"/>
                  <a:pt x="2445639" y="4891278"/>
                </a:cubicBezTo>
                <a:cubicBezTo>
                  <a:pt x="3125216" y="4891278"/>
                  <a:pt x="3824351" y="4825365"/>
                  <a:pt x="4270248" y="4719066"/>
                </a:cubicBezTo>
                <a:cubicBezTo>
                  <a:pt x="4270502" y="4719066"/>
                  <a:pt x="4270756" y="4719066"/>
                  <a:pt x="4271010" y="4718939"/>
                </a:cubicBezTo>
                <a:cubicBezTo>
                  <a:pt x="4283075" y="4716398"/>
                  <a:pt x="4294632" y="4713478"/>
                  <a:pt x="4306189" y="4710557"/>
                </a:cubicBezTo>
                <a:cubicBezTo>
                  <a:pt x="4306951" y="4707509"/>
                  <a:pt x="4307713" y="4704460"/>
                  <a:pt x="4308348" y="4701412"/>
                </a:cubicBezTo>
                <a:cubicBezTo>
                  <a:pt x="4308348" y="4701159"/>
                  <a:pt x="4308348" y="4701032"/>
                  <a:pt x="4308475" y="4700778"/>
                </a:cubicBezTo>
                <a:close/>
              </a:path>
            </a:pathLst>
          </a:custGeom>
          <a:noFill/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0" name="Forma Livre: Forma 39">
            <a:extLst>
              <a:ext uri="{FF2B5EF4-FFF2-40B4-BE49-F238E27FC236}">
                <a16:creationId xmlns:a16="http://schemas.microsoft.com/office/drawing/2014/main" id="{CE3F362A-28DC-344B-F921-66D340CEF90F}"/>
              </a:ext>
            </a:extLst>
          </p:cNvPr>
          <p:cNvSpPr/>
          <p:nvPr/>
        </p:nvSpPr>
        <p:spPr>
          <a:xfrm>
            <a:off x="5095621" y="1171954"/>
            <a:ext cx="557148" cy="4514087"/>
          </a:xfrm>
          <a:custGeom>
            <a:avLst/>
            <a:gdLst>
              <a:gd name="connsiteX0" fmla="*/ 0 w 557148"/>
              <a:gd name="connsiteY0" fmla="*/ 4514088 h 4514087"/>
              <a:gd name="connsiteX1" fmla="*/ 384937 w 557148"/>
              <a:gd name="connsiteY1" fmla="*/ 4082034 h 4514087"/>
              <a:gd name="connsiteX2" fmla="*/ 385064 w 557148"/>
              <a:gd name="connsiteY2" fmla="*/ 4081398 h 4514087"/>
              <a:gd name="connsiteX3" fmla="*/ 557149 w 557148"/>
              <a:gd name="connsiteY3" fmla="*/ 2257044 h 4514087"/>
              <a:gd name="connsiteX4" fmla="*/ 385064 w 557148"/>
              <a:gd name="connsiteY4" fmla="*/ 432689 h 4514087"/>
              <a:gd name="connsiteX5" fmla="*/ 384937 w 557148"/>
              <a:gd name="connsiteY5" fmla="*/ 432054 h 4514087"/>
              <a:gd name="connsiteX6" fmla="*/ 0 w 557148"/>
              <a:gd name="connsiteY6" fmla="*/ 0 h 4514087"/>
              <a:gd name="connsiteX7" fmla="*/ 212471 w 557148"/>
              <a:gd name="connsiteY7" fmla="*/ 2257044 h 4514087"/>
              <a:gd name="connsiteX8" fmla="*/ 0 w 557148"/>
              <a:gd name="connsiteY8" fmla="*/ 4514088 h 4514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7148" h="4514087">
                <a:moveTo>
                  <a:pt x="0" y="4514088"/>
                </a:moveTo>
                <a:cubicBezTo>
                  <a:pt x="207899" y="4451858"/>
                  <a:pt x="334264" y="4310126"/>
                  <a:pt x="384937" y="4082034"/>
                </a:cubicBezTo>
                <a:cubicBezTo>
                  <a:pt x="384937" y="4081779"/>
                  <a:pt x="384937" y="4081653"/>
                  <a:pt x="385064" y="4081398"/>
                </a:cubicBezTo>
                <a:cubicBezTo>
                  <a:pt x="496062" y="3637534"/>
                  <a:pt x="557149" y="2989580"/>
                  <a:pt x="557149" y="2257044"/>
                </a:cubicBezTo>
                <a:cubicBezTo>
                  <a:pt x="557149" y="1524508"/>
                  <a:pt x="496062" y="876554"/>
                  <a:pt x="385064" y="432689"/>
                </a:cubicBezTo>
                <a:cubicBezTo>
                  <a:pt x="385064" y="432435"/>
                  <a:pt x="385064" y="432308"/>
                  <a:pt x="384937" y="432054"/>
                </a:cubicBezTo>
                <a:cubicBezTo>
                  <a:pt x="334264" y="203962"/>
                  <a:pt x="207899" y="62230"/>
                  <a:pt x="0" y="0"/>
                </a:cubicBezTo>
                <a:cubicBezTo>
                  <a:pt x="137541" y="552704"/>
                  <a:pt x="212471" y="1367282"/>
                  <a:pt x="212471" y="2257044"/>
                </a:cubicBezTo>
                <a:cubicBezTo>
                  <a:pt x="212471" y="3146806"/>
                  <a:pt x="137541" y="3961384"/>
                  <a:pt x="0" y="4514088"/>
                </a:cubicBezTo>
                <a:close/>
              </a:path>
            </a:pathLst>
          </a:custGeom>
          <a:noFill/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1DF9F5C1-2C98-9471-5440-E9DF272CF2F8}"/>
              </a:ext>
            </a:extLst>
          </p:cNvPr>
          <p:cNvSpPr/>
          <p:nvPr/>
        </p:nvSpPr>
        <p:spPr>
          <a:xfrm>
            <a:off x="-771525" y="401953"/>
            <a:ext cx="5832347" cy="6054215"/>
          </a:xfrm>
          <a:custGeom>
            <a:avLst/>
            <a:gdLst>
              <a:gd name="connsiteX0" fmla="*/ 3978656 w 5832347"/>
              <a:gd name="connsiteY0" fmla="*/ 5498084 h 6054215"/>
              <a:gd name="connsiteX1" fmla="*/ 2148205 w 5832347"/>
              <a:gd name="connsiteY1" fmla="*/ 5325236 h 6054215"/>
              <a:gd name="connsiteX2" fmla="*/ 1680464 w 5832347"/>
              <a:gd name="connsiteY2" fmla="*/ 4857496 h 6054215"/>
              <a:gd name="connsiteX3" fmla="*/ 1507617 w 5832347"/>
              <a:gd name="connsiteY3" fmla="*/ 3027045 h 6054215"/>
              <a:gd name="connsiteX4" fmla="*/ 1680464 w 5832347"/>
              <a:gd name="connsiteY4" fmla="*/ 1196594 h 6054215"/>
              <a:gd name="connsiteX5" fmla="*/ 2148205 w 5832347"/>
              <a:gd name="connsiteY5" fmla="*/ 728853 h 6054215"/>
              <a:gd name="connsiteX6" fmla="*/ 3978656 w 5832347"/>
              <a:gd name="connsiteY6" fmla="*/ 556006 h 6054215"/>
              <a:gd name="connsiteX7" fmla="*/ 5809107 w 5832347"/>
              <a:gd name="connsiteY7" fmla="*/ 728853 h 6054215"/>
              <a:gd name="connsiteX8" fmla="*/ 5832221 w 5832347"/>
              <a:gd name="connsiteY8" fmla="*/ 734060 h 6054215"/>
              <a:gd name="connsiteX9" fmla="*/ 5283200 w 5832347"/>
              <a:gd name="connsiteY9" fmla="*/ 212979 h 6054215"/>
              <a:gd name="connsiteX10" fmla="*/ 5282438 w 5832347"/>
              <a:gd name="connsiteY10" fmla="*/ 212852 h 6054215"/>
              <a:gd name="connsiteX11" fmla="*/ 3027045 w 5832347"/>
              <a:gd name="connsiteY11" fmla="*/ 0 h 6054215"/>
              <a:gd name="connsiteX12" fmla="*/ 771652 w 5832347"/>
              <a:gd name="connsiteY12" fmla="*/ 212852 h 6054215"/>
              <a:gd name="connsiteX13" fmla="*/ 770890 w 5832347"/>
              <a:gd name="connsiteY13" fmla="*/ 212979 h 6054215"/>
              <a:gd name="connsiteX14" fmla="*/ 212725 w 5832347"/>
              <a:gd name="connsiteY14" fmla="*/ 771398 h 6054215"/>
              <a:gd name="connsiteX15" fmla="*/ 212598 w 5832347"/>
              <a:gd name="connsiteY15" fmla="*/ 772033 h 6054215"/>
              <a:gd name="connsiteX16" fmla="*/ 0 w 5832347"/>
              <a:gd name="connsiteY16" fmla="*/ 3027045 h 6054215"/>
              <a:gd name="connsiteX17" fmla="*/ 212725 w 5832347"/>
              <a:gd name="connsiteY17" fmla="*/ 5282184 h 6054215"/>
              <a:gd name="connsiteX18" fmla="*/ 212852 w 5832347"/>
              <a:gd name="connsiteY18" fmla="*/ 5282818 h 6054215"/>
              <a:gd name="connsiteX19" fmla="*/ 771017 w 5832347"/>
              <a:gd name="connsiteY19" fmla="*/ 5841237 h 6054215"/>
              <a:gd name="connsiteX20" fmla="*/ 771779 w 5832347"/>
              <a:gd name="connsiteY20" fmla="*/ 5841364 h 6054215"/>
              <a:gd name="connsiteX21" fmla="*/ 3027172 w 5832347"/>
              <a:gd name="connsiteY21" fmla="*/ 6054216 h 6054215"/>
              <a:gd name="connsiteX22" fmla="*/ 5282565 w 5832347"/>
              <a:gd name="connsiteY22" fmla="*/ 5841364 h 6054215"/>
              <a:gd name="connsiteX23" fmla="*/ 5283327 w 5832347"/>
              <a:gd name="connsiteY23" fmla="*/ 5841237 h 6054215"/>
              <a:gd name="connsiteX24" fmla="*/ 5832348 w 5832347"/>
              <a:gd name="connsiteY24" fmla="*/ 5320156 h 6054215"/>
              <a:gd name="connsiteX25" fmla="*/ 5809234 w 5832347"/>
              <a:gd name="connsiteY25" fmla="*/ 5325363 h 6054215"/>
              <a:gd name="connsiteX26" fmla="*/ 3978783 w 5832347"/>
              <a:gd name="connsiteY26" fmla="*/ 5498210 h 6054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832347" h="6054215">
                <a:moveTo>
                  <a:pt x="3978656" y="5498084"/>
                </a:moveTo>
                <a:cubicBezTo>
                  <a:pt x="3256661" y="5498084"/>
                  <a:pt x="2575306" y="5426963"/>
                  <a:pt x="2148205" y="5325236"/>
                </a:cubicBezTo>
                <a:cubicBezTo>
                  <a:pt x="1904238" y="5274310"/>
                  <a:pt x="1741551" y="5132070"/>
                  <a:pt x="1680464" y="4857496"/>
                </a:cubicBezTo>
                <a:cubicBezTo>
                  <a:pt x="1568577" y="4410075"/>
                  <a:pt x="1507617" y="3749040"/>
                  <a:pt x="1507617" y="3027045"/>
                </a:cubicBezTo>
                <a:cubicBezTo>
                  <a:pt x="1507617" y="2305050"/>
                  <a:pt x="1568577" y="1644015"/>
                  <a:pt x="1680464" y="1196594"/>
                </a:cubicBezTo>
                <a:cubicBezTo>
                  <a:pt x="1741424" y="922020"/>
                  <a:pt x="1904238" y="779780"/>
                  <a:pt x="2148205" y="728853"/>
                </a:cubicBezTo>
                <a:cubicBezTo>
                  <a:pt x="2575433" y="627126"/>
                  <a:pt x="3256661" y="556006"/>
                  <a:pt x="3978656" y="556006"/>
                </a:cubicBezTo>
                <a:cubicBezTo>
                  <a:pt x="4700651" y="556006"/>
                  <a:pt x="5382006" y="627126"/>
                  <a:pt x="5809107" y="728853"/>
                </a:cubicBezTo>
                <a:cubicBezTo>
                  <a:pt x="5816854" y="730504"/>
                  <a:pt x="5824601" y="732155"/>
                  <a:pt x="5832221" y="734060"/>
                </a:cubicBezTo>
                <a:cubicBezTo>
                  <a:pt x="5756910" y="444881"/>
                  <a:pt x="5576951" y="274193"/>
                  <a:pt x="5283200" y="212979"/>
                </a:cubicBezTo>
                <a:cubicBezTo>
                  <a:pt x="5282946" y="212979"/>
                  <a:pt x="5282692" y="212979"/>
                  <a:pt x="5282438" y="212852"/>
                </a:cubicBezTo>
                <a:cubicBezTo>
                  <a:pt x="4731131" y="81534"/>
                  <a:pt x="3867023" y="0"/>
                  <a:pt x="3027045" y="0"/>
                </a:cubicBezTo>
                <a:cubicBezTo>
                  <a:pt x="2187067" y="0"/>
                  <a:pt x="1322959" y="81534"/>
                  <a:pt x="771652" y="212852"/>
                </a:cubicBezTo>
                <a:cubicBezTo>
                  <a:pt x="771398" y="212852"/>
                  <a:pt x="771144" y="212852"/>
                  <a:pt x="770890" y="212979"/>
                </a:cubicBezTo>
                <a:cubicBezTo>
                  <a:pt x="464566" y="276860"/>
                  <a:pt x="282067" y="459486"/>
                  <a:pt x="212725" y="771398"/>
                </a:cubicBezTo>
                <a:cubicBezTo>
                  <a:pt x="212725" y="771652"/>
                  <a:pt x="212725" y="771779"/>
                  <a:pt x="212598" y="772033"/>
                </a:cubicBezTo>
                <a:cubicBezTo>
                  <a:pt x="75565" y="1320800"/>
                  <a:pt x="0" y="2121662"/>
                  <a:pt x="0" y="3027045"/>
                </a:cubicBezTo>
                <a:cubicBezTo>
                  <a:pt x="0" y="3932428"/>
                  <a:pt x="75565" y="4733290"/>
                  <a:pt x="212725" y="5282184"/>
                </a:cubicBezTo>
                <a:cubicBezTo>
                  <a:pt x="212725" y="5282437"/>
                  <a:pt x="212725" y="5282565"/>
                  <a:pt x="212852" y="5282818"/>
                </a:cubicBezTo>
                <a:cubicBezTo>
                  <a:pt x="282067" y="5594730"/>
                  <a:pt x="464693" y="5777356"/>
                  <a:pt x="771017" y="5841237"/>
                </a:cubicBezTo>
                <a:cubicBezTo>
                  <a:pt x="771271" y="5841237"/>
                  <a:pt x="771525" y="5841237"/>
                  <a:pt x="771779" y="5841364"/>
                </a:cubicBezTo>
                <a:cubicBezTo>
                  <a:pt x="1323086" y="5972682"/>
                  <a:pt x="2187321" y="6054216"/>
                  <a:pt x="3027172" y="6054216"/>
                </a:cubicBezTo>
                <a:cubicBezTo>
                  <a:pt x="3867023" y="6054216"/>
                  <a:pt x="4731258" y="5972682"/>
                  <a:pt x="5282565" y="5841364"/>
                </a:cubicBezTo>
                <a:cubicBezTo>
                  <a:pt x="5282819" y="5841364"/>
                  <a:pt x="5283073" y="5841364"/>
                  <a:pt x="5283327" y="5841237"/>
                </a:cubicBezTo>
                <a:cubicBezTo>
                  <a:pt x="5577205" y="5780023"/>
                  <a:pt x="5757037" y="5609335"/>
                  <a:pt x="5832348" y="5320156"/>
                </a:cubicBezTo>
                <a:cubicBezTo>
                  <a:pt x="5824728" y="5321935"/>
                  <a:pt x="5816981" y="5323712"/>
                  <a:pt x="5809234" y="5325363"/>
                </a:cubicBezTo>
                <a:cubicBezTo>
                  <a:pt x="5382006" y="5427091"/>
                  <a:pt x="4700778" y="5498210"/>
                  <a:pt x="3978783" y="5498210"/>
                </a:cubicBezTo>
                <a:close/>
              </a:path>
            </a:pathLst>
          </a:custGeom>
          <a:noFill/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2" name="Forma Livre: Forma 41">
            <a:extLst>
              <a:ext uri="{FF2B5EF4-FFF2-40B4-BE49-F238E27FC236}">
                <a16:creationId xmlns:a16="http://schemas.microsoft.com/office/drawing/2014/main" id="{89564399-E2AB-E60D-BFBF-710F96E759C7}"/>
              </a:ext>
            </a:extLst>
          </p:cNvPr>
          <p:cNvSpPr/>
          <p:nvPr/>
        </p:nvSpPr>
        <p:spPr>
          <a:xfrm>
            <a:off x="5067681" y="1164080"/>
            <a:ext cx="240410" cy="4529835"/>
          </a:xfrm>
          <a:custGeom>
            <a:avLst/>
            <a:gdLst>
              <a:gd name="connsiteX0" fmla="*/ 2159 w 240410"/>
              <a:gd name="connsiteY0" fmla="*/ 9144 h 4529835"/>
              <a:gd name="connsiteX1" fmla="*/ 2286 w 240410"/>
              <a:gd name="connsiteY1" fmla="*/ 9779 h 4529835"/>
              <a:gd name="connsiteX2" fmla="*/ 215011 w 240410"/>
              <a:gd name="connsiteY2" fmla="*/ 2264918 h 4529835"/>
              <a:gd name="connsiteX3" fmla="*/ 2286 w 240410"/>
              <a:gd name="connsiteY3" fmla="*/ 4520057 h 4529835"/>
              <a:gd name="connsiteX4" fmla="*/ 2159 w 240410"/>
              <a:gd name="connsiteY4" fmla="*/ 4520691 h 4529835"/>
              <a:gd name="connsiteX5" fmla="*/ 0 w 240410"/>
              <a:gd name="connsiteY5" fmla="*/ 4529835 h 4529835"/>
              <a:gd name="connsiteX6" fmla="*/ 27940 w 240410"/>
              <a:gd name="connsiteY6" fmla="*/ 4521962 h 4529835"/>
              <a:gd name="connsiteX7" fmla="*/ 240411 w 240410"/>
              <a:gd name="connsiteY7" fmla="*/ 2264918 h 4529835"/>
              <a:gd name="connsiteX8" fmla="*/ 27940 w 240410"/>
              <a:gd name="connsiteY8" fmla="*/ 7874 h 4529835"/>
              <a:gd name="connsiteX9" fmla="*/ 0 w 240410"/>
              <a:gd name="connsiteY9" fmla="*/ 0 h 4529835"/>
              <a:gd name="connsiteX10" fmla="*/ 2159 w 240410"/>
              <a:gd name="connsiteY10" fmla="*/ 9144 h 4529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0410" h="4529835">
                <a:moveTo>
                  <a:pt x="2159" y="9144"/>
                </a:moveTo>
                <a:cubicBezTo>
                  <a:pt x="2159" y="9144"/>
                  <a:pt x="2159" y="9525"/>
                  <a:pt x="2286" y="9779"/>
                </a:cubicBezTo>
                <a:cubicBezTo>
                  <a:pt x="139446" y="558673"/>
                  <a:pt x="215011" y="1359535"/>
                  <a:pt x="215011" y="2264918"/>
                </a:cubicBezTo>
                <a:cubicBezTo>
                  <a:pt x="215011" y="3170301"/>
                  <a:pt x="139446" y="3971163"/>
                  <a:pt x="2286" y="4520057"/>
                </a:cubicBezTo>
                <a:cubicBezTo>
                  <a:pt x="2286" y="4520310"/>
                  <a:pt x="2286" y="4520438"/>
                  <a:pt x="2159" y="4520691"/>
                </a:cubicBezTo>
                <a:cubicBezTo>
                  <a:pt x="1524" y="4523739"/>
                  <a:pt x="762" y="4526788"/>
                  <a:pt x="0" y="4529835"/>
                </a:cubicBezTo>
                <a:cubicBezTo>
                  <a:pt x="9525" y="4527422"/>
                  <a:pt x="18796" y="4524756"/>
                  <a:pt x="27940" y="4521962"/>
                </a:cubicBezTo>
                <a:cubicBezTo>
                  <a:pt x="165481" y="3969258"/>
                  <a:pt x="240411" y="3154552"/>
                  <a:pt x="240411" y="2264918"/>
                </a:cubicBezTo>
                <a:cubicBezTo>
                  <a:pt x="240411" y="1375283"/>
                  <a:pt x="165481" y="560578"/>
                  <a:pt x="27940" y="7874"/>
                </a:cubicBezTo>
                <a:cubicBezTo>
                  <a:pt x="18796" y="5080"/>
                  <a:pt x="9525" y="2413"/>
                  <a:pt x="0" y="0"/>
                </a:cubicBezTo>
                <a:cubicBezTo>
                  <a:pt x="762" y="3048"/>
                  <a:pt x="1524" y="6096"/>
                  <a:pt x="2159" y="9144"/>
                </a:cubicBezTo>
                <a:close/>
              </a:path>
            </a:pathLst>
          </a:custGeom>
          <a:solidFill>
            <a:schemeClr val="accent4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0" name="Forma Livre: Forma 49">
            <a:extLst>
              <a:ext uri="{FF2B5EF4-FFF2-40B4-BE49-F238E27FC236}">
                <a16:creationId xmlns:a16="http://schemas.microsoft.com/office/drawing/2014/main" id="{1E382CFA-9676-E224-3428-6C66417D9677}"/>
              </a:ext>
            </a:extLst>
          </p:cNvPr>
          <p:cNvSpPr/>
          <p:nvPr/>
        </p:nvSpPr>
        <p:spPr>
          <a:xfrm>
            <a:off x="3175" y="376426"/>
            <a:ext cx="5085716" cy="6105016"/>
          </a:xfrm>
          <a:custGeom>
            <a:avLst/>
            <a:gdLst>
              <a:gd name="connsiteX0" fmla="*/ 5085462 w 5085716"/>
              <a:gd name="connsiteY0" fmla="*/ 5338318 h 6105016"/>
              <a:gd name="connsiteX1" fmla="*/ 5057395 w 5085716"/>
              <a:gd name="connsiteY1" fmla="*/ 5345556 h 6105016"/>
              <a:gd name="connsiteX2" fmla="*/ 4508374 w 5085716"/>
              <a:gd name="connsiteY2" fmla="*/ 5866637 h 6105016"/>
              <a:gd name="connsiteX3" fmla="*/ 4508501 w 5085716"/>
              <a:gd name="connsiteY3" fmla="*/ 5866764 h 6105016"/>
              <a:gd name="connsiteX4" fmla="*/ 4507739 w 5085716"/>
              <a:gd name="connsiteY4" fmla="*/ 5866891 h 6105016"/>
              <a:gd name="connsiteX5" fmla="*/ 2252346 w 5085716"/>
              <a:gd name="connsiteY5" fmla="*/ 6079743 h 6105016"/>
              <a:gd name="connsiteX6" fmla="*/ 217703 w 5085716"/>
              <a:gd name="connsiteY6" fmla="*/ 5913740 h 6105016"/>
              <a:gd name="connsiteX7" fmla="*/ 0 w 5085716"/>
              <a:gd name="connsiteY7" fmla="*/ 5867538 h 6105016"/>
              <a:gd name="connsiteX8" fmla="*/ 0 w 5085716"/>
              <a:gd name="connsiteY8" fmla="*/ 5893428 h 6105016"/>
              <a:gd name="connsiteX9" fmla="*/ 203194 w 5085716"/>
              <a:gd name="connsiteY9" fmla="*/ 5936802 h 6105016"/>
              <a:gd name="connsiteX10" fmla="*/ 2252346 w 5085716"/>
              <a:gd name="connsiteY10" fmla="*/ 6105016 h 6105016"/>
              <a:gd name="connsiteX11" fmla="*/ 4513581 w 5085716"/>
              <a:gd name="connsiteY11" fmla="*/ 5891530 h 6105016"/>
              <a:gd name="connsiteX12" fmla="*/ 5085462 w 5085716"/>
              <a:gd name="connsiteY12" fmla="*/ 5338318 h 6105016"/>
              <a:gd name="connsiteX13" fmla="*/ 2252600 w 5085716"/>
              <a:gd name="connsiteY13" fmla="*/ 0 h 6105016"/>
              <a:gd name="connsiteX14" fmla="*/ 203448 w 5085716"/>
              <a:gd name="connsiteY14" fmla="*/ 168252 h 6105016"/>
              <a:gd name="connsiteX15" fmla="*/ 0 w 5085716"/>
              <a:gd name="connsiteY15" fmla="*/ 211645 h 6105016"/>
              <a:gd name="connsiteX16" fmla="*/ 0 w 5085716"/>
              <a:gd name="connsiteY16" fmla="*/ 237632 h 6105016"/>
              <a:gd name="connsiteX17" fmla="*/ 217825 w 5085716"/>
              <a:gd name="connsiteY17" fmla="*/ 191404 h 6105016"/>
              <a:gd name="connsiteX18" fmla="*/ 2252473 w 5085716"/>
              <a:gd name="connsiteY18" fmla="*/ 25400 h 6105016"/>
              <a:gd name="connsiteX19" fmla="*/ 4507866 w 5085716"/>
              <a:gd name="connsiteY19" fmla="*/ 238252 h 6105016"/>
              <a:gd name="connsiteX20" fmla="*/ 4508628 w 5085716"/>
              <a:gd name="connsiteY20" fmla="*/ 238379 h 6105016"/>
              <a:gd name="connsiteX21" fmla="*/ 5057649 w 5085716"/>
              <a:gd name="connsiteY21" fmla="*/ 759460 h 6105016"/>
              <a:gd name="connsiteX22" fmla="*/ 5085716 w 5085716"/>
              <a:gd name="connsiteY22" fmla="*/ 766699 h 6105016"/>
              <a:gd name="connsiteX23" fmla="*/ 4513835 w 5085716"/>
              <a:gd name="connsiteY23" fmla="*/ 213487 h 6105016"/>
              <a:gd name="connsiteX24" fmla="*/ 2252600 w 5085716"/>
              <a:gd name="connsiteY24" fmla="*/ 0 h 6105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085716" h="6105016">
                <a:moveTo>
                  <a:pt x="5085462" y="5338318"/>
                </a:moveTo>
                <a:cubicBezTo>
                  <a:pt x="5076191" y="5340857"/>
                  <a:pt x="5066920" y="5343270"/>
                  <a:pt x="5057395" y="5345556"/>
                </a:cubicBezTo>
                <a:cubicBezTo>
                  <a:pt x="4982084" y="5634736"/>
                  <a:pt x="4802125" y="5805424"/>
                  <a:pt x="4508374" y="5866637"/>
                </a:cubicBezTo>
                <a:lnTo>
                  <a:pt x="4508501" y="5866764"/>
                </a:lnTo>
                <a:cubicBezTo>
                  <a:pt x="4508501" y="5866764"/>
                  <a:pt x="4507993" y="5866764"/>
                  <a:pt x="4507739" y="5866891"/>
                </a:cubicBezTo>
                <a:cubicBezTo>
                  <a:pt x="3956432" y="5998209"/>
                  <a:pt x="3092197" y="6079743"/>
                  <a:pt x="2252346" y="6079743"/>
                </a:cubicBezTo>
                <a:cubicBezTo>
                  <a:pt x="1517476" y="6079743"/>
                  <a:pt x="763938" y="6017319"/>
                  <a:pt x="217703" y="5913740"/>
                </a:cubicBezTo>
                <a:lnTo>
                  <a:pt x="0" y="5867538"/>
                </a:lnTo>
                <a:lnTo>
                  <a:pt x="0" y="5893428"/>
                </a:lnTo>
                <a:lnTo>
                  <a:pt x="203194" y="5936802"/>
                </a:lnTo>
                <a:cubicBezTo>
                  <a:pt x="729989" y="6037827"/>
                  <a:pt x="1471915" y="6105016"/>
                  <a:pt x="2252346" y="6105016"/>
                </a:cubicBezTo>
                <a:cubicBezTo>
                  <a:pt x="3144267" y="6105016"/>
                  <a:pt x="3985896" y="6017132"/>
                  <a:pt x="4513581" y="5891530"/>
                </a:cubicBezTo>
                <a:cubicBezTo>
                  <a:pt x="4807586" y="5830188"/>
                  <a:pt x="5006087" y="5661406"/>
                  <a:pt x="5085462" y="5338318"/>
                </a:cubicBezTo>
                <a:close/>
                <a:moveTo>
                  <a:pt x="2252600" y="0"/>
                </a:moveTo>
                <a:cubicBezTo>
                  <a:pt x="1472169" y="0"/>
                  <a:pt x="730243" y="67286"/>
                  <a:pt x="203448" y="168252"/>
                </a:cubicBezTo>
                <a:lnTo>
                  <a:pt x="0" y="211645"/>
                </a:lnTo>
                <a:lnTo>
                  <a:pt x="0" y="237632"/>
                </a:lnTo>
                <a:lnTo>
                  <a:pt x="217825" y="191404"/>
                </a:lnTo>
                <a:cubicBezTo>
                  <a:pt x="764037" y="87825"/>
                  <a:pt x="1517492" y="25400"/>
                  <a:pt x="2252473" y="25400"/>
                </a:cubicBezTo>
                <a:cubicBezTo>
                  <a:pt x="3092451" y="25400"/>
                  <a:pt x="3956559" y="106934"/>
                  <a:pt x="4507866" y="238252"/>
                </a:cubicBezTo>
                <a:cubicBezTo>
                  <a:pt x="4508120" y="238252"/>
                  <a:pt x="4508374" y="238252"/>
                  <a:pt x="4508628" y="238379"/>
                </a:cubicBezTo>
                <a:cubicBezTo>
                  <a:pt x="4802506" y="299593"/>
                  <a:pt x="4982338" y="470281"/>
                  <a:pt x="5057649" y="759460"/>
                </a:cubicBezTo>
                <a:cubicBezTo>
                  <a:pt x="5067174" y="761746"/>
                  <a:pt x="5076445" y="764159"/>
                  <a:pt x="5085716" y="766699"/>
                </a:cubicBezTo>
                <a:cubicBezTo>
                  <a:pt x="5006214" y="443611"/>
                  <a:pt x="4807840" y="274828"/>
                  <a:pt x="4513835" y="213487"/>
                </a:cubicBezTo>
                <a:cubicBezTo>
                  <a:pt x="3986150" y="87757"/>
                  <a:pt x="3144521" y="0"/>
                  <a:pt x="2252600" y="0"/>
                </a:cubicBezTo>
                <a:close/>
              </a:path>
            </a:pathLst>
          </a:custGeom>
          <a:solidFill>
            <a:schemeClr val="accent4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4" name="Forma Livre: Forma 43">
            <a:extLst>
              <a:ext uri="{FF2B5EF4-FFF2-40B4-BE49-F238E27FC236}">
                <a16:creationId xmlns:a16="http://schemas.microsoft.com/office/drawing/2014/main" id="{2B00C027-B459-460E-56F8-8681983CF74F}"/>
              </a:ext>
            </a:extLst>
          </p:cNvPr>
          <p:cNvSpPr/>
          <p:nvPr/>
        </p:nvSpPr>
        <p:spPr>
          <a:xfrm>
            <a:off x="736219" y="958086"/>
            <a:ext cx="4331461" cy="4942077"/>
          </a:xfrm>
          <a:custGeom>
            <a:avLst/>
            <a:gdLst>
              <a:gd name="connsiteX0" fmla="*/ 4295521 w 4331461"/>
              <a:gd name="connsiteY0" fmla="*/ 4744465 h 4942077"/>
              <a:gd name="connsiteX1" fmla="*/ 2470912 w 4331461"/>
              <a:gd name="connsiteY1" fmla="*/ 4916677 h 4942077"/>
              <a:gd name="connsiteX2" fmla="*/ 646303 w 4331461"/>
              <a:gd name="connsiteY2" fmla="*/ 4744465 h 4942077"/>
              <a:gd name="connsiteX3" fmla="*/ 645541 w 4331461"/>
              <a:gd name="connsiteY3" fmla="*/ 4744339 h 4942077"/>
              <a:gd name="connsiteX4" fmla="*/ 197485 w 4331461"/>
              <a:gd name="connsiteY4" fmla="*/ 4296028 h 4942077"/>
              <a:gd name="connsiteX5" fmla="*/ 197358 w 4331461"/>
              <a:gd name="connsiteY5" fmla="*/ 4295394 h 4942077"/>
              <a:gd name="connsiteX6" fmla="*/ 25273 w 4331461"/>
              <a:gd name="connsiteY6" fmla="*/ 2471039 h 4942077"/>
              <a:gd name="connsiteX7" fmla="*/ 197358 w 4331461"/>
              <a:gd name="connsiteY7" fmla="*/ 646684 h 4942077"/>
              <a:gd name="connsiteX8" fmla="*/ 197485 w 4331461"/>
              <a:gd name="connsiteY8" fmla="*/ 646049 h 4942077"/>
              <a:gd name="connsiteX9" fmla="*/ 645541 w 4331461"/>
              <a:gd name="connsiteY9" fmla="*/ 197739 h 4942077"/>
              <a:gd name="connsiteX10" fmla="*/ 646303 w 4331461"/>
              <a:gd name="connsiteY10" fmla="*/ 197612 h 4942077"/>
              <a:gd name="connsiteX11" fmla="*/ 2470912 w 4331461"/>
              <a:gd name="connsiteY11" fmla="*/ 25400 h 4942077"/>
              <a:gd name="connsiteX12" fmla="*/ 4295521 w 4331461"/>
              <a:gd name="connsiteY12" fmla="*/ 197612 h 4942077"/>
              <a:gd name="connsiteX13" fmla="*/ 4296283 w 4331461"/>
              <a:gd name="connsiteY13" fmla="*/ 197739 h 4942077"/>
              <a:gd name="connsiteX14" fmla="*/ 4331462 w 4331461"/>
              <a:gd name="connsiteY14" fmla="*/ 206121 h 4942077"/>
              <a:gd name="connsiteX15" fmla="*/ 4324604 w 4331461"/>
              <a:gd name="connsiteY15" fmla="*/ 178054 h 4942077"/>
              <a:gd name="connsiteX16" fmla="*/ 4301490 w 4331461"/>
              <a:gd name="connsiteY16" fmla="*/ 172847 h 4942077"/>
              <a:gd name="connsiteX17" fmla="*/ 2471039 w 4331461"/>
              <a:gd name="connsiteY17" fmla="*/ 0 h 4942077"/>
              <a:gd name="connsiteX18" fmla="*/ 640588 w 4331461"/>
              <a:gd name="connsiteY18" fmla="*/ 172847 h 4942077"/>
              <a:gd name="connsiteX19" fmla="*/ 172847 w 4331461"/>
              <a:gd name="connsiteY19" fmla="*/ 640588 h 4942077"/>
              <a:gd name="connsiteX20" fmla="*/ 0 w 4331461"/>
              <a:gd name="connsiteY20" fmla="*/ 2471039 h 4942077"/>
              <a:gd name="connsiteX21" fmla="*/ 172847 w 4331461"/>
              <a:gd name="connsiteY21" fmla="*/ 4301490 h 4942077"/>
              <a:gd name="connsiteX22" fmla="*/ 640588 w 4331461"/>
              <a:gd name="connsiteY22" fmla="*/ 4769231 h 4942077"/>
              <a:gd name="connsiteX23" fmla="*/ 2471039 w 4331461"/>
              <a:gd name="connsiteY23" fmla="*/ 4942077 h 4942077"/>
              <a:gd name="connsiteX24" fmla="*/ 4301490 w 4331461"/>
              <a:gd name="connsiteY24" fmla="*/ 4769231 h 4942077"/>
              <a:gd name="connsiteX25" fmla="*/ 4324604 w 4331461"/>
              <a:gd name="connsiteY25" fmla="*/ 4764023 h 4942077"/>
              <a:gd name="connsiteX26" fmla="*/ 4331462 w 4331461"/>
              <a:gd name="connsiteY26" fmla="*/ 4735957 h 4942077"/>
              <a:gd name="connsiteX27" fmla="*/ 4296283 w 4331461"/>
              <a:gd name="connsiteY27" fmla="*/ 4744339 h 4942077"/>
              <a:gd name="connsiteX28" fmla="*/ 4295521 w 4331461"/>
              <a:gd name="connsiteY28" fmla="*/ 4744465 h 4942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331461" h="4942077">
                <a:moveTo>
                  <a:pt x="4295521" y="4744465"/>
                </a:moveTo>
                <a:cubicBezTo>
                  <a:pt x="3849624" y="4850638"/>
                  <a:pt x="3150489" y="4916677"/>
                  <a:pt x="2470912" y="4916677"/>
                </a:cubicBezTo>
                <a:cubicBezTo>
                  <a:pt x="1791335" y="4916677"/>
                  <a:pt x="1092200" y="4850765"/>
                  <a:pt x="646303" y="4744465"/>
                </a:cubicBezTo>
                <a:cubicBezTo>
                  <a:pt x="646049" y="4744465"/>
                  <a:pt x="645795" y="4744465"/>
                  <a:pt x="645541" y="4744339"/>
                </a:cubicBezTo>
                <a:cubicBezTo>
                  <a:pt x="399669" y="4693031"/>
                  <a:pt x="253111" y="4546472"/>
                  <a:pt x="197485" y="4296028"/>
                </a:cubicBezTo>
                <a:cubicBezTo>
                  <a:pt x="197485" y="4295775"/>
                  <a:pt x="197485" y="4295647"/>
                  <a:pt x="197358" y="4295394"/>
                </a:cubicBezTo>
                <a:cubicBezTo>
                  <a:pt x="86360" y="3851528"/>
                  <a:pt x="25273" y="3203575"/>
                  <a:pt x="25273" y="2471039"/>
                </a:cubicBezTo>
                <a:cubicBezTo>
                  <a:pt x="25273" y="1738503"/>
                  <a:pt x="86360" y="1090549"/>
                  <a:pt x="197358" y="646684"/>
                </a:cubicBezTo>
                <a:cubicBezTo>
                  <a:pt x="197358" y="646430"/>
                  <a:pt x="197358" y="646303"/>
                  <a:pt x="197485" y="646049"/>
                </a:cubicBezTo>
                <a:cubicBezTo>
                  <a:pt x="253111" y="395605"/>
                  <a:pt x="399669" y="248920"/>
                  <a:pt x="645541" y="197739"/>
                </a:cubicBezTo>
                <a:cubicBezTo>
                  <a:pt x="645795" y="197739"/>
                  <a:pt x="646049" y="197739"/>
                  <a:pt x="646303" y="197612"/>
                </a:cubicBezTo>
                <a:cubicBezTo>
                  <a:pt x="1092200" y="91440"/>
                  <a:pt x="1791335" y="25400"/>
                  <a:pt x="2470912" y="25400"/>
                </a:cubicBezTo>
                <a:cubicBezTo>
                  <a:pt x="3150489" y="25400"/>
                  <a:pt x="3849624" y="91313"/>
                  <a:pt x="4295521" y="197612"/>
                </a:cubicBezTo>
                <a:cubicBezTo>
                  <a:pt x="4295775" y="197612"/>
                  <a:pt x="4296029" y="197612"/>
                  <a:pt x="4296283" y="197739"/>
                </a:cubicBezTo>
                <a:cubicBezTo>
                  <a:pt x="4308348" y="200279"/>
                  <a:pt x="4319905" y="203200"/>
                  <a:pt x="4331462" y="206121"/>
                </a:cubicBezTo>
                <a:cubicBezTo>
                  <a:pt x="4329303" y="196596"/>
                  <a:pt x="4327017" y="187198"/>
                  <a:pt x="4324604" y="178054"/>
                </a:cubicBezTo>
                <a:cubicBezTo>
                  <a:pt x="4316984" y="176276"/>
                  <a:pt x="4309237" y="174498"/>
                  <a:pt x="4301490" y="172847"/>
                </a:cubicBezTo>
                <a:cubicBezTo>
                  <a:pt x="3874262" y="71120"/>
                  <a:pt x="3193034" y="0"/>
                  <a:pt x="2471039" y="0"/>
                </a:cubicBezTo>
                <a:cubicBezTo>
                  <a:pt x="1749044" y="0"/>
                  <a:pt x="1067689" y="71120"/>
                  <a:pt x="640588" y="172847"/>
                </a:cubicBezTo>
                <a:cubicBezTo>
                  <a:pt x="396621" y="223774"/>
                  <a:pt x="233934" y="366014"/>
                  <a:pt x="172847" y="640588"/>
                </a:cubicBezTo>
                <a:cubicBezTo>
                  <a:pt x="60960" y="1088009"/>
                  <a:pt x="0" y="1749044"/>
                  <a:pt x="0" y="2471039"/>
                </a:cubicBezTo>
                <a:cubicBezTo>
                  <a:pt x="0" y="3193033"/>
                  <a:pt x="60960" y="3854069"/>
                  <a:pt x="172847" y="4301490"/>
                </a:cubicBezTo>
                <a:cubicBezTo>
                  <a:pt x="233807" y="4576064"/>
                  <a:pt x="396621" y="4718303"/>
                  <a:pt x="640588" y="4769231"/>
                </a:cubicBezTo>
                <a:cubicBezTo>
                  <a:pt x="1067816" y="4870958"/>
                  <a:pt x="1749044" y="4942077"/>
                  <a:pt x="2471039" y="4942077"/>
                </a:cubicBezTo>
                <a:cubicBezTo>
                  <a:pt x="3193034" y="4942077"/>
                  <a:pt x="3874389" y="4870958"/>
                  <a:pt x="4301490" y="4769231"/>
                </a:cubicBezTo>
                <a:cubicBezTo>
                  <a:pt x="4309237" y="4767579"/>
                  <a:pt x="4316984" y="4765928"/>
                  <a:pt x="4324604" y="4764023"/>
                </a:cubicBezTo>
                <a:cubicBezTo>
                  <a:pt x="4327017" y="4754752"/>
                  <a:pt x="4329303" y="4745354"/>
                  <a:pt x="4331462" y="4735957"/>
                </a:cubicBezTo>
                <a:cubicBezTo>
                  <a:pt x="4319905" y="4738877"/>
                  <a:pt x="4308348" y="4741798"/>
                  <a:pt x="4296283" y="4744339"/>
                </a:cubicBezTo>
                <a:cubicBezTo>
                  <a:pt x="4296029" y="4744339"/>
                  <a:pt x="4295775" y="4744339"/>
                  <a:pt x="4295521" y="4744465"/>
                </a:cubicBezTo>
                <a:close/>
              </a:path>
            </a:pathLst>
          </a:custGeom>
          <a:solidFill>
            <a:schemeClr val="accent6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5" name="Forma Livre: Forma 44">
            <a:extLst>
              <a:ext uri="{FF2B5EF4-FFF2-40B4-BE49-F238E27FC236}">
                <a16:creationId xmlns:a16="http://schemas.microsoft.com/office/drawing/2014/main" id="{46821465-FC52-4EC5-1FA5-1701237FDA8B}"/>
              </a:ext>
            </a:extLst>
          </p:cNvPr>
          <p:cNvSpPr/>
          <p:nvPr/>
        </p:nvSpPr>
        <p:spPr>
          <a:xfrm>
            <a:off x="5088763" y="1143252"/>
            <a:ext cx="589407" cy="4571491"/>
          </a:xfrm>
          <a:custGeom>
            <a:avLst/>
            <a:gdLst>
              <a:gd name="connsiteX0" fmla="*/ 416560 w 589407"/>
              <a:gd name="connsiteY0" fmla="*/ 455295 h 4571491"/>
              <a:gd name="connsiteX1" fmla="*/ 0 w 589407"/>
              <a:gd name="connsiteY1" fmla="*/ 0 h 4571491"/>
              <a:gd name="connsiteX2" fmla="*/ 5842 w 589407"/>
              <a:gd name="connsiteY2" fmla="*/ 24511 h 4571491"/>
              <a:gd name="connsiteX3" fmla="*/ 6858 w 589407"/>
              <a:gd name="connsiteY3" fmla="*/ 28702 h 4571491"/>
              <a:gd name="connsiteX4" fmla="*/ 391795 w 589407"/>
              <a:gd name="connsiteY4" fmla="*/ 460756 h 4571491"/>
              <a:gd name="connsiteX5" fmla="*/ 391922 w 589407"/>
              <a:gd name="connsiteY5" fmla="*/ 461391 h 4571491"/>
              <a:gd name="connsiteX6" fmla="*/ 564007 w 589407"/>
              <a:gd name="connsiteY6" fmla="*/ 2285746 h 4571491"/>
              <a:gd name="connsiteX7" fmla="*/ 391922 w 589407"/>
              <a:gd name="connsiteY7" fmla="*/ 4110100 h 4571491"/>
              <a:gd name="connsiteX8" fmla="*/ 391795 w 589407"/>
              <a:gd name="connsiteY8" fmla="*/ 4110736 h 4571491"/>
              <a:gd name="connsiteX9" fmla="*/ 6858 w 589407"/>
              <a:gd name="connsiteY9" fmla="*/ 4542790 h 4571491"/>
              <a:gd name="connsiteX10" fmla="*/ 5842 w 589407"/>
              <a:gd name="connsiteY10" fmla="*/ 4546980 h 4571491"/>
              <a:gd name="connsiteX11" fmla="*/ 0 w 589407"/>
              <a:gd name="connsiteY11" fmla="*/ 4571492 h 4571491"/>
              <a:gd name="connsiteX12" fmla="*/ 416560 w 589407"/>
              <a:gd name="connsiteY12" fmla="*/ 4116197 h 4571491"/>
              <a:gd name="connsiteX13" fmla="*/ 589407 w 589407"/>
              <a:gd name="connsiteY13" fmla="*/ 2285746 h 4571491"/>
              <a:gd name="connsiteX14" fmla="*/ 416560 w 589407"/>
              <a:gd name="connsiteY14" fmla="*/ 455295 h 4571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89407" h="4571491">
                <a:moveTo>
                  <a:pt x="416560" y="455295"/>
                </a:moveTo>
                <a:cubicBezTo>
                  <a:pt x="359918" y="200406"/>
                  <a:pt x="215646" y="59563"/>
                  <a:pt x="0" y="0"/>
                </a:cubicBezTo>
                <a:cubicBezTo>
                  <a:pt x="2032" y="8128"/>
                  <a:pt x="3937" y="16256"/>
                  <a:pt x="5842" y="24511"/>
                </a:cubicBezTo>
                <a:cubicBezTo>
                  <a:pt x="6223" y="25908"/>
                  <a:pt x="6477" y="27305"/>
                  <a:pt x="6858" y="28702"/>
                </a:cubicBezTo>
                <a:cubicBezTo>
                  <a:pt x="214757" y="90932"/>
                  <a:pt x="341122" y="232664"/>
                  <a:pt x="391795" y="460756"/>
                </a:cubicBezTo>
                <a:cubicBezTo>
                  <a:pt x="391795" y="461010"/>
                  <a:pt x="391795" y="461137"/>
                  <a:pt x="391922" y="461391"/>
                </a:cubicBezTo>
                <a:cubicBezTo>
                  <a:pt x="502920" y="905256"/>
                  <a:pt x="564007" y="1553210"/>
                  <a:pt x="564007" y="2285746"/>
                </a:cubicBezTo>
                <a:cubicBezTo>
                  <a:pt x="564007" y="3018282"/>
                  <a:pt x="502920" y="3666236"/>
                  <a:pt x="391922" y="4110100"/>
                </a:cubicBezTo>
                <a:cubicBezTo>
                  <a:pt x="391922" y="4110355"/>
                  <a:pt x="391922" y="4110481"/>
                  <a:pt x="391795" y="4110736"/>
                </a:cubicBezTo>
                <a:cubicBezTo>
                  <a:pt x="341122" y="4338828"/>
                  <a:pt x="214757" y="4480560"/>
                  <a:pt x="6858" y="4542790"/>
                </a:cubicBezTo>
                <a:cubicBezTo>
                  <a:pt x="6477" y="4544186"/>
                  <a:pt x="6223" y="4545584"/>
                  <a:pt x="5842" y="4546980"/>
                </a:cubicBezTo>
                <a:cubicBezTo>
                  <a:pt x="3937" y="4555236"/>
                  <a:pt x="2032" y="4563364"/>
                  <a:pt x="0" y="4571492"/>
                </a:cubicBezTo>
                <a:cubicBezTo>
                  <a:pt x="215519" y="4511929"/>
                  <a:pt x="359918" y="4371086"/>
                  <a:pt x="416560" y="4116197"/>
                </a:cubicBezTo>
                <a:cubicBezTo>
                  <a:pt x="528447" y="3668776"/>
                  <a:pt x="589407" y="3007741"/>
                  <a:pt x="589407" y="2285746"/>
                </a:cubicBezTo>
                <a:cubicBezTo>
                  <a:pt x="589407" y="1563751"/>
                  <a:pt x="528447" y="902716"/>
                  <a:pt x="416560" y="455295"/>
                </a:cubicBezTo>
                <a:close/>
              </a:path>
            </a:pathLst>
          </a:custGeom>
          <a:solidFill>
            <a:schemeClr val="accent3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6" name="Forma Livre: Forma 45">
            <a:extLst>
              <a:ext uri="{FF2B5EF4-FFF2-40B4-BE49-F238E27FC236}">
                <a16:creationId xmlns:a16="http://schemas.microsoft.com/office/drawing/2014/main" id="{F8E7B4DD-FEA2-3E77-2DEC-1800908B7DF9}"/>
              </a:ext>
            </a:extLst>
          </p:cNvPr>
          <p:cNvSpPr/>
          <p:nvPr/>
        </p:nvSpPr>
        <p:spPr>
          <a:xfrm>
            <a:off x="5060696" y="1136013"/>
            <a:ext cx="34924" cy="35941"/>
          </a:xfrm>
          <a:custGeom>
            <a:avLst/>
            <a:gdLst>
              <a:gd name="connsiteX0" fmla="*/ 6985 w 34924"/>
              <a:gd name="connsiteY0" fmla="*/ 28067 h 35941"/>
              <a:gd name="connsiteX1" fmla="*/ 34925 w 34924"/>
              <a:gd name="connsiteY1" fmla="*/ 35941 h 35941"/>
              <a:gd name="connsiteX2" fmla="*/ 33909 w 34924"/>
              <a:gd name="connsiteY2" fmla="*/ 31750 h 35941"/>
              <a:gd name="connsiteX3" fmla="*/ 28067 w 34924"/>
              <a:gd name="connsiteY3" fmla="*/ 7239 h 35941"/>
              <a:gd name="connsiteX4" fmla="*/ 0 w 34924"/>
              <a:gd name="connsiteY4" fmla="*/ 0 h 35941"/>
              <a:gd name="connsiteX5" fmla="*/ 6858 w 34924"/>
              <a:gd name="connsiteY5" fmla="*/ 28067 h 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924" h="35941">
                <a:moveTo>
                  <a:pt x="6985" y="28067"/>
                </a:moveTo>
                <a:cubicBezTo>
                  <a:pt x="16510" y="30480"/>
                  <a:pt x="25781" y="33147"/>
                  <a:pt x="34925" y="35941"/>
                </a:cubicBezTo>
                <a:cubicBezTo>
                  <a:pt x="34544" y="34544"/>
                  <a:pt x="34290" y="33147"/>
                  <a:pt x="33909" y="31750"/>
                </a:cubicBezTo>
                <a:cubicBezTo>
                  <a:pt x="32004" y="23495"/>
                  <a:pt x="30099" y="15367"/>
                  <a:pt x="28067" y="7239"/>
                </a:cubicBezTo>
                <a:cubicBezTo>
                  <a:pt x="18796" y="4699"/>
                  <a:pt x="9525" y="2286"/>
                  <a:pt x="0" y="0"/>
                </a:cubicBezTo>
                <a:cubicBezTo>
                  <a:pt x="2413" y="9271"/>
                  <a:pt x="4699" y="18669"/>
                  <a:pt x="6858" y="28067"/>
                </a:cubicBezTo>
                <a:close/>
              </a:path>
            </a:pathLst>
          </a:custGeom>
          <a:solidFill>
            <a:schemeClr val="accent4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7" name="Forma Livre: Forma 46">
            <a:extLst>
              <a:ext uri="{FF2B5EF4-FFF2-40B4-BE49-F238E27FC236}">
                <a16:creationId xmlns:a16="http://schemas.microsoft.com/office/drawing/2014/main" id="{2F1F8689-6926-09D1-6FEB-112C587E9E2C}"/>
              </a:ext>
            </a:extLst>
          </p:cNvPr>
          <p:cNvSpPr/>
          <p:nvPr/>
        </p:nvSpPr>
        <p:spPr>
          <a:xfrm>
            <a:off x="5060823" y="5686042"/>
            <a:ext cx="34924" cy="35940"/>
          </a:xfrm>
          <a:custGeom>
            <a:avLst/>
            <a:gdLst>
              <a:gd name="connsiteX0" fmla="*/ 34798 w 34924"/>
              <a:gd name="connsiteY0" fmla="*/ 0 h 35940"/>
              <a:gd name="connsiteX1" fmla="*/ 6858 w 34924"/>
              <a:gd name="connsiteY1" fmla="*/ 7874 h 35940"/>
              <a:gd name="connsiteX2" fmla="*/ 0 w 34924"/>
              <a:gd name="connsiteY2" fmla="*/ 35941 h 35940"/>
              <a:gd name="connsiteX3" fmla="*/ 28067 w 34924"/>
              <a:gd name="connsiteY3" fmla="*/ 28702 h 35940"/>
              <a:gd name="connsiteX4" fmla="*/ 33909 w 34924"/>
              <a:gd name="connsiteY4" fmla="*/ 4191 h 35940"/>
              <a:gd name="connsiteX5" fmla="*/ 34925 w 34924"/>
              <a:gd name="connsiteY5" fmla="*/ 0 h 35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924" h="35940">
                <a:moveTo>
                  <a:pt x="34798" y="0"/>
                </a:moveTo>
                <a:cubicBezTo>
                  <a:pt x="25654" y="2794"/>
                  <a:pt x="16383" y="5461"/>
                  <a:pt x="6858" y="7874"/>
                </a:cubicBezTo>
                <a:cubicBezTo>
                  <a:pt x="4699" y="17399"/>
                  <a:pt x="2413" y="26797"/>
                  <a:pt x="0" y="35941"/>
                </a:cubicBezTo>
                <a:cubicBezTo>
                  <a:pt x="9525" y="33655"/>
                  <a:pt x="18796" y="31242"/>
                  <a:pt x="28067" y="28702"/>
                </a:cubicBezTo>
                <a:cubicBezTo>
                  <a:pt x="30099" y="20574"/>
                  <a:pt x="32004" y="12446"/>
                  <a:pt x="33909" y="4191"/>
                </a:cubicBezTo>
                <a:cubicBezTo>
                  <a:pt x="34290" y="2794"/>
                  <a:pt x="34544" y="1397"/>
                  <a:pt x="34925" y="0"/>
                </a:cubicBezTo>
                <a:close/>
              </a:path>
            </a:pathLst>
          </a:custGeom>
          <a:solidFill>
            <a:schemeClr val="accent4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2" name="Espaço Reservado para Texto 19">
            <a:extLst>
              <a:ext uri="{FF2B5EF4-FFF2-40B4-BE49-F238E27FC236}">
                <a16:creationId xmlns:a16="http://schemas.microsoft.com/office/drawing/2014/main" id="{1E66B6DA-C360-636F-8BDA-8DDFAF09F6D2}"/>
              </a:ext>
            </a:extLst>
          </p:cNvPr>
          <p:cNvSpPr>
            <a:spLocks noGrp="1"/>
          </p:cNvSpPr>
          <p:nvPr userDrawn="1">
            <p:ph type="body" sz="quarter" idx="63" hasCustomPrompt="1"/>
          </p:nvPr>
        </p:nvSpPr>
        <p:spPr>
          <a:xfrm>
            <a:off x="1630304" y="4170347"/>
            <a:ext cx="3233796" cy="86491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6600" spc="-150">
                <a:solidFill>
                  <a:schemeClr val="accent4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Agenda</a:t>
            </a:r>
          </a:p>
        </p:txBody>
      </p:sp>
      <p:sp>
        <p:nvSpPr>
          <p:cNvPr id="3" name="Espaço Reservado para Texto 19">
            <a:extLst>
              <a:ext uri="{FF2B5EF4-FFF2-40B4-BE49-F238E27FC236}">
                <a16:creationId xmlns:a16="http://schemas.microsoft.com/office/drawing/2014/main" id="{59D79305-D589-FF55-13C5-37F50667BF18}"/>
              </a:ext>
            </a:extLst>
          </p:cNvPr>
          <p:cNvSpPr>
            <a:spLocks noGrp="1"/>
          </p:cNvSpPr>
          <p:nvPr userDrawn="1">
            <p:ph type="body" sz="quarter" idx="64" hasCustomPrompt="1"/>
          </p:nvPr>
        </p:nvSpPr>
        <p:spPr>
          <a:xfrm>
            <a:off x="7592954" y="1083118"/>
            <a:ext cx="589407" cy="44351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3000">
                <a:solidFill>
                  <a:schemeClr val="accent4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1.</a:t>
            </a:r>
          </a:p>
        </p:txBody>
      </p:sp>
      <p:sp>
        <p:nvSpPr>
          <p:cNvPr id="15" name="Espaço Reservado para Texto 19">
            <a:extLst>
              <a:ext uri="{FF2B5EF4-FFF2-40B4-BE49-F238E27FC236}">
                <a16:creationId xmlns:a16="http://schemas.microsoft.com/office/drawing/2014/main" id="{CC7CCFCF-7558-17C2-B455-D0E18DA3F56D}"/>
              </a:ext>
            </a:extLst>
          </p:cNvPr>
          <p:cNvSpPr>
            <a:spLocks noGrp="1"/>
          </p:cNvSpPr>
          <p:nvPr userDrawn="1">
            <p:ph type="body" sz="quarter" idx="66" hasCustomPrompt="1"/>
          </p:nvPr>
        </p:nvSpPr>
        <p:spPr>
          <a:xfrm>
            <a:off x="7592954" y="1970489"/>
            <a:ext cx="589407" cy="44351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3000">
                <a:solidFill>
                  <a:schemeClr val="accent4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2.</a:t>
            </a:r>
          </a:p>
        </p:txBody>
      </p:sp>
      <p:sp>
        <p:nvSpPr>
          <p:cNvPr id="17" name="Espaço Reservado para Texto 19">
            <a:extLst>
              <a:ext uri="{FF2B5EF4-FFF2-40B4-BE49-F238E27FC236}">
                <a16:creationId xmlns:a16="http://schemas.microsoft.com/office/drawing/2014/main" id="{0701F590-BC9F-D699-1BBF-B2678D757644}"/>
              </a:ext>
            </a:extLst>
          </p:cNvPr>
          <p:cNvSpPr>
            <a:spLocks noGrp="1"/>
          </p:cNvSpPr>
          <p:nvPr userDrawn="1">
            <p:ph type="body" sz="quarter" idx="68" hasCustomPrompt="1"/>
          </p:nvPr>
        </p:nvSpPr>
        <p:spPr>
          <a:xfrm>
            <a:off x="7592954" y="2857860"/>
            <a:ext cx="589407" cy="44351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3000">
                <a:solidFill>
                  <a:schemeClr val="accent4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3.</a:t>
            </a:r>
          </a:p>
        </p:txBody>
      </p:sp>
      <p:sp>
        <p:nvSpPr>
          <p:cNvPr id="19" name="Espaço Reservado para Texto 19">
            <a:extLst>
              <a:ext uri="{FF2B5EF4-FFF2-40B4-BE49-F238E27FC236}">
                <a16:creationId xmlns:a16="http://schemas.microsoft.com/office/drawing/2014/main" id="{3193CDF7-6AB1-6F5B-11FE-5539100E9BB4}"/>
              </a:ext>
            </a:extLst>
          </p:cNvPr>
          <p:cNvSpPr>
            <a:spLocks noGrp="1"/>
          </p:cNvSpPr>
          <p:nvPr userDrawn="1">
            <p:ph type="body" sz="quarter" idx="70" hasCustomPrompt="1"/>
          </p:nvPr>
        </p:nvSpPr>
        <p:spPr>
          <a:xfrm>
            <a:off x="7592954" y="3745231"/>
            <a:ext cx="589407" cy="44351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3000">
                <a:solidFill>
                  <a:schemeClr val="accent4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4.</a:t>
            </a:r>
          </a:p>
        </p:txBody>
      </p:sp>
      <p:sp>
        <p:nvSpPr>
          <p:cNvPr id="21" name="Espaço Reservado para Texto 19">
            <a:extLst>
              <a:ext uri="{FF2B5EF4-FFF2-40B4-BE49-F238E27FC236}">
                <a16:creationId xmlns:a16="http://schemas.microsoft.com/office/drawing/2014/main" id="{EF35324C-E9BB-6C7C-CD01-734E492AF4D0}"/>
              </a:ext>
            </a:extLst>
          </p:cNvPr>
          <p:cNvSpPr>
            <a:spLocks noGrp="1"/>
          </p:cNvSpPr>
          <p:nvPr userDrawn="1">
            <p:ph type="body" sz="quarter" idx="72" hasCustomPrompt="1"/>
          </p:nvPr>
        </p:nvSpPr>
        <p:spPr>
          <a:xfrm>
            <a:off x="7592954" y="4632602"/>
            <a:ext cx="589407" cy="44351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3000">
                <a:solidFill>
                  <a:schemeClr val="accent4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5.</a:t>
            </a:r>
          </a:p>
        </p:txBody>
      </p:sp>
      <p:sp>
        <p:nvSpPr>
          <p:cNvPr id="23" name="Espaço Reservado para Texto 19">
            <a:extLst>
              <a:ext uri="{FF2B5EF4-FFF2-40B4-BE49-F238E27FC236}">
                <a16:creationId xmlns:a16="http://schemas.microsoft.com/office/drawing/2014/main" id="{B7AEF682-B72E-A995-68DF-2742F0AA17EA}"/>
              </a:ext>
            </a:extLst>
          </p:cNvPr>
          <p:cNvSpPr>
            <a:spLocks noGrp="1"/>
          </p:cNvSpPr>
          <p:nvPr userDrawn="1">
            <p:ph type="body" sz="quarter" idx="74" hasCustomPrompt="1"/>
          </p:nvPr>
        </p:nvSpPr>
        <p:spPr>
          <a:xfrm>
            <a:off x="7592954" y="5519975"/>
            <a:ext cx="589407" cy="44351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3000">
                <a:solidFill>
                  <a:schemeClr val="accent4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6.</a:t>
            </a:r>
          </a:p>
        </p:txBody>
      </p:sp>
      <p:sp>
        <p:nvSpPr>
          <p:cNvPr id="6" name="Espaço Reservado para Texto 19">
            <a:extLst>
              <a:ext uri="{FF2B5EF4-FFF2-40B4-BE49-F238E27FC236}">
                <a16:creationId xmlns:a16="http://schemas.microsoft.com/office/drawing/2014/main" id="{259C3BCB-173E-4DEC-DE1D-D66E8AC8EA4A}"/>
              </a:ext>
            </a:extLst>
          </p:cNvPr>
          <p:cNvSpPr>
            <a:spLocks noGrp="1"/>
          </p:cNvSpPr>
          <p:nvPr userDrawn="1">
            <p:ph type="body" sz="quarter" idx="65" hasCustomPrompt="1"/>
          </p:nvPr>
        </p:nvSpPr>
        <p:spPr>
          <a:xfrm>
            <a:off x="8085136" y="1197986"/>
            <a:ext cx="3172143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</a:p>
        </p:txBody>
      </p:sp>
      <p:sp>
        <p:nvSpPr>
          <p:cNvPr id="8" name="Espaço Reservado para Texto 19">
            <a:extLst>
              <a:ext uri="{FF2B5EF4-FFF2-40B4-BE49-F238E27FC236}">
                <a16:creationId xmlns:a16="http://schemas.microsoft.com/office/drawing/2014/main" id="{D3A13CF9-2FD9-7B35-9739-44146FE5E85B}"/>
              </a:ext>
            </a:extLst>
          </p:cNvPr>
          <p:cNvSpPr>
            <a:spLocks noGrp="1"/>
          </p:cNvSpPr>
          <p:nvPr userDrawn="1">
            <p:ph type="body" sz="quarter" idx="67" hasCustomPrompt="1"/>
          </p:nvPr>
        </p:nvSpPr>
        <p:spPr>
          <a:xfrm>
            <a:off x="8085136" y="2090529"/>
            <a:ext cx="3172143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</a:p>
        </p:txBody>
      </p:sp>
      <p:sp>
        <p:nvSpPr>
          <p:cNvPr id="9" name="Espaço Reservado para Texto 19">
            <a:extLst>
              <a:ext uri="{FF2B5EF4-FFF2-40B4-BE49-F238E27FC236}">
                <a16:creationId xmlns:a16="http://schemas.microsoft.com/office/drawing/2014/main" id="{1AF6B70F-ACC3-6F49-B11A-D3B212FF04F3}"/>
              </a:ext>
            </a:extLst>
          </p:cNvPr>
          <p:cNvSpPr>
            <a:spLocks noGrp="1"/>
          </p:cNvSpPr>
          <p:nvPr userDrawn="1">
            <p:ph type="body" sz="quarter" idx="69" hasCustomPrompt="1"/>
          </p:nvPr>
        </p:nvSpPr>
        <p:spPr>
          <a:xfrm>
            <a:off x="8085136" y="2978314"/>
            <a:ext cx="3172143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</a:p>
        </p:txBody>
      </p:sp>
      <p:sp>
        <p:nvSpPr>
          <p:cNvPr id="10" name="Espaço Reservado para Texto 19">
            <a:extLst>
              <a:ext uri="{FF2B5EF4-FFF2-40B4-BE49-F238E27FC236}">
                <a16:creationId xmlns:a16="http://schemas.microsoft.com/office/drawing/2014/main" id="{CA0079DB-4E75-77AE-946E-7967C6BAEA3C}"/>
              </a:ext>
            </a:extLst>
          </p:cNvPr>
          <p:cNvSpPr>
            <a:spLocks noGrp="1"/>
          </p:cNvSpPr>
          <p:nvPr userDrawn="1">
            <p:ph type="body" sz="quarter" idx="71" hasCustomPrompt="1"/>
          </p:nvPr>
        </p:nvSpPr>
        <p:spPr>
          <a:xfrm>
            <a:off x="8085136" y="3864189"/>
            <a:ext cx="3172143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</a:p>
        </p:txBody>
      </p:sp>
      <p:sp>
        <p:nvSpPr>
          <p:cNvPr id="11" name="Espaço Reservado para Texto 19">
            <a:extLst>
              <a:ext uri="{FF2B5EF4-FFF2-40B4-BE49-F238E27FC236}">
                <a16:creationId xmlns:a16="http://schemas.microsoft.com/office/drawing/2014/main" id="{FC07C4B9-FD29-A2A5-8108-A934060998D8}"/>
              </a:ext>
            </a:extLst>
          </p:cNvPr>
          <p:cNvSpPr>
            <a:spLocks noGrp="1"/>
          </p:cNvSpPr>
          <p:nvPr userDrawn="1">
            <p:ph type="body" sz="quarter" idx="73" hasCustomPrompt="1"/>
          </p:nvPr>
        </p:nvSpPr>
        <p:spPr>
          <a:xfrm>
            <a:off x="8085136" y="4749114"/>
            <a:ext cx="3172143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</a:p>
        </p:txBody>
      </p:sp>
      <p:sp>
        <p:nvSpPr>
          <p:cNvPr id="13" name="Espaço Reservado para Texto 19">
            <a:extLst>
              <a:ext uri="{FF2B5EF4-FFF2-40B4-BE49-F238E27FC236}">
                <a16:creationId xmlns:a16="http://schemas.microsoft.com/office/drawing/2014/main" id="{BD0228E5-7186-A7C0-E00B-A8C8F9F7D0F1}"/>
              </a:ext>
            </a:extLst>
          </p:cNvPr>
          <p:cNvSpPr>
            <a:spLocks noGrp="1"/>
          </p:cNvSpPr>
          <p:nvPr userDrawn="1">
            <p:ph type="body" sz="quarter" idx="75" hasCustomPrompt="1"/>
          </p:nvPr>
        </p:nvSpPr>
        <p:spPr>
          <a:xfrm>
            <a:off x="8085136" y="5634843"/>
            <a:ext cx="3172143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B1B1160E-600A-A6D5-CE44-90FC521DD700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322A3AD8-CB96-BAEE-AAF3-557B4EA915B5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64CD6F8A-AF3C-D9E9-A6AA-D9ABD8A02132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354D952B-47C5-D461-239F-7D3C87745AB8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B506E35-FF6C-94FF-8EF8-C8FFB1CBC5EB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4AEC5526-3A94-1658-7E22-CBA0ABE66CE3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9C23F28E-78A0-7272-D903-182C76BDF9AA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721F323A-FA6B-73A2-1B9F-C5574DDBD0FB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23A79A53-90BA-814B-EB51-D48794CE011C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6BC2FAA8-22D3-C209-2A79-93690B37DD5D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B1785284-07E4-4046-BDC7-8315955C33D9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33" name="Retângulo: Cantos Arredondados 32">
              <a:extLst>
                <a:ext uri="{FF2B5EF4-FFF2-40B4-BE49-F238E27FC236}">
                  <a16:creationId xmlns:a16="http://schemas.microsoft.com/office/drawing/2014/main" id="{43FCE42D-29C8-64D9-6EC4-DAD7CC472DE8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9F1B2E19-5F4F-5323-87EC-BF91358DD1C9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BE01D667-9ABD-A550-BFFD-67EA315A240F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1979C584-78B5-8334-7075-DBFA3772EF13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37" name="Retângulo: Cantos Arredondados 36">
              <a:extLst>
                <a:ext uri="{FF2B5EF4-FFF2-40B4-BE49-F238E27FC236}">
                  <a16:creationId xmlns:a16="http://schemas.microsoft.com/office/drawing/2014/main" id="{2F4EBB63-349C-6E90-E006-388DE3451868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8" name="Retângulo: Cantos Arredondados 37">
              <a:extLst>
                <a:ext uri="{FF2B5EF4-FFF2-40B4-BE49-F238E27FC236}">
                  <a16:creationId xmlns:a16="http://schemas.microsoft.com/office/drawing/2014/main" id="{12775698-CA60-823F-6936-752E0DC1A745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43" name="Retângulo: Cantos Arredondados 42">
              <a:extLst>
                <a:ext uri="{FF2B5EF4-FFF2-40B4-BE49-F238E27FC236}">
                  <a16:creationId xmlns:a16="http://schemas.microsoft.com/office/drawing/2014/main" id="{0662F76F-1E87-E7BE-7C82-3C05C36E2528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48" name="Retângulo: Cantos Arredondados 47">
              <a:extLst>
                <a:ext uri="{FF2B5EF4-FFF2-40B4-BE49-F238E27FC236}">
                  <a16:creationId xmlns:a16="http://schemas.microsoft.com/office/drawing/2014/main" id="{43E19288-9DA6-B45F-6F21-C1BCE6B29B95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49" name="CaixaDeTexto 48">
              <a:extLst>
                <a:ext uri="{FF2B5EF4-FFF2-40B4-BE49-F238E27FC236}">
                  <a16:creationId xmlns:a16="http://schemas.microsoft.com/office/drawing/2014/main" id="{2948865A-89F0-E268-3619-306DA8534D7A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51" name="CaixaDeTexto 50">
              <a:extLst>
                <a:ext uri="{FF2B5EF4-FFF2-40B4-BE49-F238E27FC236}">
                  <a16:creationId xmlns:a16="http://schemas.microsoft.com/office/drawing/2014/main" id="{EBA623E2-FAF4-A221-6017-5039EB9DC6C2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52" name="CaixaDeTexto 51">
              <a:extLst>
                <a:ext uri="{FF2B5EF4-FFF2-40B4-BE49-F238E27FC236}">
                  <a16:creationId xmlns:a16="http://schemas.microsoft.com/office/drawing/2014/main" id="{B5FA9863-7E30-1157-E9F7-0CBBA9BDB64D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53" name="CaixaDeTexto 52">
              <a:extLst>
                <a:ext uri="{FF2B5EF4-FFF2-40B4-BE49-F238E27FC236}">
                  <a16:creationId xmlns:a16="http://schemas.microsoft.com/office/drawing/2014/main" id="{617751CB-F6D4-E697-2C4F-F080BE0AAEB8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BFAD88FC-CFE0-8A13-B6F9-F2136E90ABE3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55" name="Retângulo: Cantos Arredondados 54">
              <a:extLst>
                <a:ext uri="{FF2B5EF4-FFF2-40B4-BE49-F238E27FC236}">
                  <a16:creationId xmlns:a16="http://schemas.microsoft.com/office/drawing/2014/main" id="{4D833E05-B6F6-B12B-8035-1E7F58BD3C72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56" name="Retângulo: Cantos Arredondados 55">
              <a:extLst>
                <a:ext uri="{FF2B5EF4-FFF2-40B4-BE49-F238E27FC236}">
                  <a16:creationId xmlns:a16="http://schemas.microsoft.com/office/drawing/2014/main" id="{01DE24EC-B65D-5CFC-0AA1-435B036C0F34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57" name="CaixaDeTexto 56">
              <a:extLst>
                <a:ext uri="{FF2B5EF4-FFF2-40B4-BE49-F238E27FC236}">
                  <a16:creationId xmlns:a16="http://schemas.microsoft.com/office/drawing/2014/main" id="{801E2EF9-71CD-66B0-D35B-054D4B0172DD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58" name="CaixaDeTexto 57">
              <a:extLst>
                <a:ext uri="{FF2B5EF4-FFF2-40B4-BE49-F238E27FC236}">
                  <a16:creationId xmlns:a16="http://schemas.microsoft.com/office/drawing/2014/main" id="{B95AF033-0492-2DAD-40E2-590A693343AF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0952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 5 fundo escur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E49240BA-366F-8CC7-83DD-CB205B374A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2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Texto 23">
            <a:extLst>
              <a:ext uri="{FF2B5EF4-FFF2-40B4-BE49-F238E27FC236}">
                <a16:creationId xmlns:a16="http://schemas.microsoft.com/office/drawing/2014/main" id="{153AF9A8-2CFF-217E-D4D8-B7A719DCF64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96911" y="905138"/>
            <a:ext cx="346623" cy="346623"/>
          </a:xfrm>
          <a:custGeom>
            <a:avLst/>
            <a:gdLst>
              <a:gd name="csX0" fmla="*/ 114502 w 229004"/>
              <a:gd name="csY0" fmla="*/ 0 h 229004"/>
              <a:gd name="csX1" fmla="*/ 199323 w 229004"/>
              <a:gd name="csY1" fmla="*/ 8010 h 229004"/>
              <a:gd name="csX2" fmla="*/ 220995 w 229004"/>
              <a:gd name="csY2" fmla="*/ 29681 h 229004"/>
              <a:gd name="csX3" fmla="*/ 229004 w 229004"/>
              <a:gd name="csY3" fmla="*/ 114502 h 229004"/>
              <a:gd name="csX4" fmla="*/ 220995 w 229004"/>
              <a:gd name="csY4" fmla="*/ 199323 h 229004"/>
              <a:gd name="csX5" fmla="*/ 199323 w 229004"/>
              <a:gd name="csY5" fmla="*/ 220995 h 229004"/>
              <a:gd name="csX6" fmla="*/ 114502 w 229004"/>
              <a:gd name="csY6" fmla="*/ 229004 h 229004"/>
              <a:gd name="csX7" fmla="*/ 29681 w 229004"/>
              <a:gd name="csY7" fmla="*/ 220995 h 229004"/>
              <a:gd name="csX8" fmla="*/ 8010 w 229004"/>
              <a:gd name="csY8" fmla="*/ 199323 h 229004"/>
              <a:gd name="csX9" fmla="*/ 0 w 229004"/>
              <a:gd name="csY9" fmla="*/ 114502 h 229004"/>
              <a:gd name="csX10" fmla="*/ 8010 w 229004"/>
              <a:gd name="csY10" fmla="*/ 29681 h 229004"/>
              <a:gd name="csX11" fmla="*/ 29681 w 229004"/>
              <a:gd name="csY11" fmla="*/ 8010 h 229004"/>
              <a:gd name="csX12" fmla="*/ 114502 w 229004"/>
              <a:gd name="csY12" fmla="*/ 0 h 2290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004" h="229004">
                <a:moveTo>
                  <a:pt x="114502" y="0"/>
                </a:moveTo>
                <a:cubicBezTo>
                  <a:pt x="147959" y="0"/>
                  <a:pt x="178590" y="2826"/>
                  <a:pt x="199323" y="8010"/>
                </a:cubicBezTo>
                <a:cubicBezTo>
                  <a:pt x="212047" y="10836"/>
                  <a:pt x="218638" y="18376"/>
                  <a:pt x="220995" y="29681"/>
                </a:cubicBezTo>
                <a:cubicBezTo>
                  <a:pt x="225709" y="49476"/>
                  <a:pt x="229004" y="81045"/>
                  <a:pt x="229004" y="114502"/>
                </a:cubicBezTo>
                <a:cubicBezTo>
                  <a:pt x="229004" y="147959"/>
                  <a:pt x="225709" y="179528"/>
                  <a:pt x="220995" y="199323"/>
                </a:cubicBezTo>
                <a:cubicBezTo>
                  <a:pt x="218638" y="210628"/>
                  <a:pt x="212047" y="218168"/>
                  <a:pt x="199323" y="220995"/>
                </a:cubicBezTo>
                <a:cubicBezTo>
                  <a:pt x="178590" y="226178"/>
                  <a:pt x="147959" y="229004"/>
                  <a:pt x="114502" y="229004"/>
                </a:cubicBezTo>
                <a:cubicBezTo>
                  <a:pt x="81045" y="229004"/>
                  <a:pt x="50415" y="226178"/>
                  <a:pt x="29681" y="220995"/>
                </a:cubicBezTo>
                <a:cubicBezTo>
                  <a:pt x="16958" y="218168"/>
                  <a:pt x="10367" y="210628"/>
                  <a:pt x="8010" y="199323"/>
                </a:cubicBezTo>
                <a:cubicBezTo>
                  <a:pt x="3296" y="179528"/>
                  <a:pt x="0" y="147959"/>
                  <a:pt x="0" y="114502"/>
                </a:cubicBezTo>
                <a:cubicBezTo>
                  <a:pt x="0" y="81045"/>
                  <a:pt x="3296" y="49476"/>
                  <a:pt x="8010" y="29681"/>
                </a:cubicBezTo>
                <a:cubicBezTo>
                  <a:pt x="10367" y="18376"/>
                  <a:pt x="16958" y="10836"/>
                  <a:pt x="29681" y="8010"/>
                </a:cubicBezTo>
                <a:cubicBezTo>
                  <a:pt x="50415" y="2826"/>
                  <a:pt x="81045" y="0"/>
                  <a:pt x="114502" y="0"/>
                </a:cubicBezTo>
                <a:close/>
              </a:path>
            </a:pathLst>
          </a:custGeom>
          <a:solidFill>
            <a:schemeClr val="bg1">
              <a:alpha val="8000"/>
            </a:schemeClr>
          </a:solidFill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buNone/>
              <a:defRPr sz="100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8" name="Espaço Reservado para Texto 40">
            <a:extLst>
              <a:ext uri="{FF2B5EF4-FFF2-40B4-BE49-F238E27FC236}">
                <a16:creationId xmlns:a16="http://schemas.microsoft.com/office/drawing/2014/main" id="{AA5494C6-F764-C609-6DE1-2055113F2D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96911" y="5365278"/>
            <a:ext cx="346623" cy="346623"/>
          </a:xfrm>
          <a:custGeom>
            <a:avLst/>
            <a:gdLst>
              <a:gd name="csX0" fmla="*/ 114502 w 229004"/>
              <a:gd name="csY0" fmla="*/ 0 h 229004"/>
              <a:gd name="csX1" fmla="*/ 199323 w 229004"/>
              <a:gd name="csY1" fmla="*/ 8010 h 229004"/>
              <a:gd name="csX2" fmla="*/ 220995 w 229004"/>
              <a:gd name="csY2" fmla="*/ 29681 h 229004"/>
              <a:gd name="csX3" fmla="*/ 229004 w 229004"/>
              <a:gd name="csY3" fmla="*/ 114502 h 229004"/>
              <a:gd name="csX4" fmla="*/ 220995 w 229004"/>
              <a:gd name="csY4" fmla="*/ 199323 h 229004"/>
              <a:gd name="csX5" fmla="*/ 199323 w 229004"/>
              <a:gd name="csY5" fmla="*/ 220995 h 229004"/>
              <a:gd name="csX6" fmla="*/ 114502 w 229004"/>
              <a:gd name="csY6" fmla="*/ 229004 h 229004"/>
              <a:gd name="csX7" fmla="*/ 29681 w 229004"/>
              <a:gd name="csY7" fmla="*/ 220995 h 229004"/>
              <a:gd name="csX8" fmla="*/ 8010 w 229004"/>
              <a:gd name="csY8" fmla="*/ 199323 h 229004"/>
              <a:gd name="csX9" fmla="*/ 0 w 229004"/>
              <a:gd name="csY9" fmla="*/ 114502 h 229004"/>
              <a:gd name="csX10" fmla="*/ 8010 w 229004"/>
              <a:gd name="csY10" fmla="*/ 29681 h 229004"/>
              <a:gd name="csX11" fmla="*/ 29681 w 229004"/>
              <a:gd name="csY11" fmla="*/ 8010 h 229004"/>
              <a:gd name="csX12" fmla="*/ 114502 w 229004"/>
              <a:gd name="csY12" fmla="*/ 0 h 2290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004" h="229004">
                <a:moveTo>
                  <a:pt x="114502" y="0"/>
                </a:moveTo>
                <a:cubicBezTo>
                  <a:pt x="147959" y="0"/>
                  <a:pt x="178590" y="2826"/>
                  <a:pt x="199323" y="8010"/>
                </a:cubicBezTo>
                <a:cubicBezTo>
                  <a:pt x="212047" y="10836"/>
                  <a:pt x="218638" y="18376"/>
                  <a:pt x="220995" y="29681"/>
                </a:cubicBezTo>
                <a:cubicBezTo>
                  <a:pt x="225709" y="49476"/>
                  <a:pt x="229004" y="81045"/>
                  <a:pt x="229004" y="114502"/>
                </a:cubicBezTo>
                <a:cubicBezTo>
                  <a:pt x="229004" y="147959"/>
                  <a:pt x="225709" y="179528"/>
                  <a:pt x="220995" y="199323"/>
                </a:cubicBezTo>
                <a:cubicBezTo>
                  <a:pt x="218638" y="210628"/>
                  <a:pt x="212047" y="218168"/>
                  <a:pt x="199323" y="220995"/>
                </a:cubicBezTo>
                <a:cubicBezTo>
                  <a:pt x="178590" y="226178"/>
                  <a:pt x="147959" y="229004"/>
                  <a:pt x="114502" y="229004"/>
                </a:cubicBezTo>
                <a:cubicBezTo>
                  <a:pt x="81045" y="229004"/>
                  <a:pt x="50415" y="226178"/>
                  <a:pt x="29681" y="220995"/>
                </a:cubicBezTo>
                <a:cubicBezTo>
                  <a:pt x="16958" y="218168"/>
                  <a:pt x="10367" y="210628"/>
                  <a:pt x="8010" y="199323"/>
                </a:cubicBezTo>
                <a:cubicBezTo>
                  <a:pt x="3296" y="179528"/>
                  <a:pt x="0" y="147959"/>
                  <a:pt x="0" y="114502"/>
                </a:cubicBezTo>
                <a:cubicBezTo>
                  <a:pt x="0" y="81045"/>
                  <a:pt x="3296" y="49476"/>
                  <a:pt x="8010" y="29681"/>
                </a:cubicBezTo>
                <a:cubicBezTo>
                  <a:pt x="10367" y="18376"/>
                  <a:pt x="16958" y="10836"/>
                  <a:pt x="29681" y="8010"/>
                </a:cubicBezTo>
                <a:cubicBezTo>
                  <a:pt x="50415" y="2826"/>
                  <a:pt x="81045" y="0"/>
                  <a:pt x="114502" y="0"/>
                </a:cubicBezTo>
                <a:close/>
              </a:path>
            </a:pathLst>
          </a:custGeom>
          <a:solidFill>
            <a:schemeClr val="bg1">
              <a:alpha val="8000"/>
            </a:schemeClr>
          </a:solidFill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buNone/>
              <a:defRPr sz="100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9" name="Espaço Reservado para Texto 28">
            <a:extLst>
              <a:ext uri="{FF2B5EF4-FFF2-40B4-BE49-F238E27FC236}">
                <a16:creationId xmlns:a16="http://schemas.microsoft.com/office/drawing/2014/main" id="{40316BA6-55C1-A8A6-4E32-CBE03C26BF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96911" y="1797166"/>
            <a:ext cx="346623" cy="346623"/>
          </a:xfrm>
          <a:custGeom>
            <a:avLst/>
            <a:gdLst>
              <a:gd name="csX0" fmla="*/ 114502 w 229004"/>
              <a:gd name="csY0" fmla="*/ 0 h 229004"/>
              <a:gd name="csX1" fmla="*/ 199323 w 229004"/>
              <a:gd name="csY1" fmla="*/ 8010 h 229004"/>
              <a:gd name="csX2" fmla="*/ 220995 w 229004"/>
              <a:gd name="csY2" fmla="*/ 29681 h 229004"/>
              <a:gd name="csX3" fmla="*/ 229004 w 229004"/>
              <a:gd name="csY3" fmla="*/ 114502 h 229004"/>
              <a:gd name="csX4" fmla="*/ 220995 w 229004"/>
              <a:gd name="csY4" fmla="*/ 199323 h 229004"/>
              <a:gd name="csX5" fmla="*/ 199323 w 229004"/>
              <a:gd name="csY5" fmla="*/ 220995 h 229004"/>
              <a:gd name="csX6" fmla="*/ 114502 w 229004"/>
              <a:gd name="csY6" fmla="*/ 229004 h 229004"/>
              <a:gd name="csX7" fmla="*/ 29681 w 229004"/>
              <a:gd name="csY7" fmla="*/ 220995 h 229004"/>
              <a:gd name="csX8" fmla="*/ 8010 w 229004"/>
              <a:gd name="csY8" fmla="*/ 199323 h 229004"/>
              <a:gd name="csX9" fmla="*/ 0 w 229004"/>
              <a:gd name="csY9" fmla="*/ 114502 h 229004"/>
              <a:gd name="csX10" fmla="*/ 8010 w 229004"/>
              <a:gd name="csY10" fmla="*/ 29681 h 229004"/>
              <a:gd name="csX11" fmla="*/ 29681 w 229004"/>
              <a:gd name="csY11" fmla="*/ 8010 h 229004"/>
              <a:gd name="csX12" fmla="*/ 114502 w 229004"/>
              <a:gd name="csY12" fmla="*/ 0 h 2290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004" h="229004">
                <a:moveTo>
                  <a:pt x="114502" y="0"/>
                </a:moveTo>
                <a:cubicBezTo>
                  <a:pt x="147959" y="0"/>
                  <a:pt x="178590" y="2826"/>
                  <a:pt x="199323" y="8010"/>
                </a:cubicBezTo>
                <a:cubicBezTo>
                  <a:pt x="212047" y="10836"/>
                  <a:pt x="218638" y="18376"/>
                  <a:pt x="220995" y="29681"/>
                </a:cubicBezTo>
                <a:cubicBezTo>
                  <a:pt x="225709" y="49476"/>
                  <a:pt x="229004" y="81045"/>
                  <a:pt x="229004" y="114502"/>
                </a:cubicBezTo>
                <a:cubicBezTo>
                  <a:pt x="229004" y="147959"/>
                  <a:pt x="225709" y="179528"/>
                  <a:pt x="220995" y="199323"/>
                </a:cubicBezTo>
                <a:cubicBezTo>
                  <a:pt x="218638" y="210628"/>
                  <a:pt x="212047" y="218168"/>
                  <a:pt x="199323" y="220995"/>
                </a:cubicBezTo>
                <a:cubicBezTo>
                  <a:pt x="178590" y="226178"/>
                  <a:pt x="147959" y="229004"/>
                  <a:pt x="114502" y="229004"/>
                </a:cubicBezTo>
                <a:cubicBezTo>
                  <a:pt x="81045" y="229004"/>
                  <a:pt x="50415" y="226178"/>
                  <a:pt x="29681" y="220995"/>
                </a:cubicBezTo>
                <a:cubicBezTo>
                  <a:pt x="16958" y="218168"/>
                  <a:pt x="10367" y="210628"/>
                  <a:pt x="8010" y="199323"/>
                </a:cubicBezTo>
                <a:cubicBezTo>
                  <a:pt x="3296" y="179528"/>
                  <a:pt x="0" y="147959"/>
                  <a:pt x="0" y="114502"/>
                </a:cubicBezTo>
                <a:cubicBezTo>
                  <a:pt x="0" y="81045"/>
                  <a:pt x="3296" y="49476"/>
                  <a:pt x="8010" y="29681"/>
                </a:cubicBezTo>
                <a:cubicBezTo>
                  <a:pt x="10367" y="18376"/>
                  <a:pt x="16958" y="10836"/>
                  <a:pt x="29681" y="8010"/>
                </a:cubicBezTo>
                <a:cubicBezTo>
                  <a:pt x="50415" y="2826"/>
                  <a:pt x="81045" y="0"/>
                  <a:pt x="114502" y="0"/>
                </a:cubicBezTo>
                <a:close/>
              </a:path>
            </a:pathLst>
          </a:custGeom>
          <a:solidFill>
            <a:schemeClr val="bg1">
              <a:alpha val="8000"/>
            </a:schemeClr>
          </a:solidFill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buNone/>
              <a:defRPr sz="100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10" name="Espaço Reservado para Texto 31">
            <a:extLst>
              <a:ext uri="{FF2B5EF4-FFF2-40B4-BE49-F238E27FC236}">
                <a16:creationId xmlns:a16="http://schemas.microsoft.com/office/drawing/2014/main" id="{2BE6E081-A1D6-8E0D-A69F-6F26C35A16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96911" y="2689194"/>
            <a:ext cx="346623" cy="346623"/>
          </a:xfrm>
          <a:custGeom>
            <a:avLst/>
            <a:gdLst>
              <a:gd name="csX0" fmla="*/ 114502 w 229004"/>
              <a:gd name="csY0" fmla="*/ 0 h 229004"/>
              <a:gd name="csX1" fmla="*/ 199323 w 229004"/>
              <a:gd name="csY1" fmla="*/ 8010 h 229004"/>
              <a:gd name="csX2" fmla="*/ 220995 w 229004"/>
              <a:gd name="csY2" fmla="*/ 29681 h 229004"/>
              <a:gd name="csX3" fmla="*/ 229004 w 229004"/>
              <a:gd name="csY3" fmla="*/ 114502 h 229004"/>
              <a:gd name="csX4" fmla="*/ 220995 w 229004"/>
              <a:gd name="csY4" fmla="*/ 199323 h 229004"/>
              <a:gd name="csX5" fmla="*/ 199323 w 229004"/>
              <a:gd name="csY5" fmla="*/ 220995 h 229004"/>
              <a:gd name="csX6" fmla="*/ 114502 w 229004"/>
              <a:gd name="csY6" fmla="*/ 229004 h 229004"/>
              <a:gd name="csX7" fmla="*/ 29681 w 229004"/>
              <a:gd name="csY7" fmla="*/ 220995 h 229004"/>
              <a:gd name="csX8" fmla="*/ 8010 w 229004"/>
              <a:gd name="csY8" fmla="*/ 199323 h 229004"/>
              <a:gd name="csX9" fmla="*/ 0 w 229004"/>
              <a:gd name="csY9" fmla="*/ 114502 h 229004"/>
              <a:gd name="csX10" fmla="*/ 8010 w 229004"/>
              <a:gd name="csY10" fmla="*/ 29681 h 229004"/>
              <a:gd name="csX11" fmla="*/ 29681 w 229004"/>
              <a:gd name="csY11" fmla="*/ 8010 h 229004"/>
              <a:gd name="csX12" fmla="*/ 114502 w 229004"/>
              <a:gd name="csY12" fmla="*/ 0 h 2290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004" h="229004">
                <a:moveTo>
                  <a:pt x="114502" y="0"/>
                </a:moveTo>
                <a:cubicBezTo>
                  <a:pt x="147959" y="0"/>
                  <a:pt x="178590" y="2826"/>
                  <a:pt x="199323" y="8010"/>
                </a:cubicBezTo>
                <a:cubicBezTo>
                  <a:pt x="212047" y="10836"/>
                  <a:pt x="218638" y="18376"/>
                  <a:pt x="220995" y="29681"/>
                </a:cubicBezTo>
                <a:cubicBezTo>
                  <a:pt x="225709" y="49476"/>
                  <a:pt x="229004" y="81045"/>
                  <a:pt x="229004" y="114502"/>
                </a:cubicBezTo>
                <a:cubicBezTo>
                  <a:pt x="229004" y="147959"/>
                  <a:pt x="225709" y="179528"/>
                  <a:pt x="220995" y="199323"/>
                </a:cubicBezTo>
                <a:cubicBezTo>
                  <a:pt x="218638" y="210628"/>
                  <a:pt x="212047" y="218168"/>
                  <a:pt x="199323" y="220995"/>
                </a:cubicBezTo>
                <a:cubicBezTo>
                  <a:pt x="178590" y="226178"/>
                  <a:pt x="147959" y="229004"/>
                  <a:pt x="114502" y="229004"/>
                </a:cubicBezTo>
                <a:cubicBezTo>
                  <a:pt x="81045" y="229004"/>
                  <a:pt x="50415" y="226178"/>
                  <a:pt x="29681" y="220995"/>
                </a:cubicBezTo>
                <a:cubicBezTo>
                  <a:pt x="16958" y="218168"/>
                  <a:pt x="10367" y="210628"/>
                  <a:pt x="8010" y="199323"/>
                </a:cubicBezTo>
                <a:cubicBezTo>
                  <a:pt x="3296" y="179528"/>
                  <a:pt x="0" y="147959"/>
                  <a:pt x="0" y="114502"/>
                </a:cubicBezTo>
                <a:cubicBezTo>
                  <a:pt x="0" y="81045"/>
                  <a:pt x="3296" y="49476"/>
                  <a:pt x="8010" y="29681"/>
                </a:cubicBezTo>
                <a:cubicBezTo>
                  <a:pt x="10367" y="18376"/>
                  <a:pt x="16958" y="10836"/>
                  <a:pt x="29681" y="8010"/>
                </a:cubicBezTo>
                <a:cubicBezTo>
                  <a:pt x="50415" y="2826"/>
                  <a:pt x="81045" y="0"/>
                  <a:pt x="114502" y="0"/>
                </a:cubicBezTo>
                <a:close/>
              </a:path>
            </a:pathLst>
          </a:custGeom>
          <a:solidFill>
            <a:schemeClr val="bg1">
              <a:alpha val="8000"/>
            </a:schemeClr>
          </a:solidFill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buNone/>
              <a:defRPr sz="100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11" name="Espaço Reservado para Texto 34">
            <a:extLst>
              <a:ext uri="{FF2B5EF4-FFF2-40B4-BE49-F238E27FC236}">
                <a16:creationId xmlns:a16="http://schemas.microsoft.com/office/drawing/2014/main" id="{26BAC07D-2666-514C-66CA-FCEEE4118D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96911" y="3581222"/>
            <a:ext cx="346623" cy="346623"/>
          </a:xfrm>
          <a:custGeom>
            <a:avLst/>
            <a:gdLst>
              <a:gd name="csX0" fmla="*/ 114502 w 229004"/>
              <a:gd name="csY0" fmla="*/ 0 h 229004"/>
              <a:gd name="csX1" fmla="*/ 199323 w 229004"/>
              <a:gd name="csY1" fmla="*/ 8010 h 229004"/>
              <a:gd name="csX2" fmla="*/ 220995 w 229004"/>
              <a:gd name="csY2" fmla="*/ 29681 h 229004"/>
              <a:gd name="csX3" fmla="*/ 229004 w 229004"/>
              <a:gd name="csY3" fmla="*/ 114502 h 229004"/>
              <a:gd name="csX4" fmla="*/ 220995 w 229004"/>
              <a:gd name="csY4" fmla="*/ 199323 h 229004"/>
              <a:gd name="csX5" fmla="*/ 199323 w 229004"/>
              <a:gd name="csY5" fmla="*/ 220995 h 229004"/>
              <a:gd name="csX6" fmla="*/ 114502 w 229004"/>
              <a:gd name="csY6" fmla="*/ 229004 h 229004"/>
              <a:gd name="csX7" fmla="*/ 29681 w 229004"/>
              <a:gd name="csY7" fmla="*/ 220995 h 229004"/>
              <a:gd name="csX8" fmla="*/ 8010 w 229004"/>
              <a:gd name="csY8" fmla="*/ 199323 h 229004"/>
              <a:gd name="csX9" fmla="*/ 0 w 229004"/>
              <a:gd name="csY9" fmla="*/ 114502 h 229004"/>
              <a:gd name="csX10" fmla="*/ 8010 w 229004"/>
              <a:gd name="csY10" fmla="*/ 29681 h 229004"/>
              <a:gd name="csX11" fmla="*/ 29681 w 229004"/>
              <a:gd name="csY11" fmla="*/ 8010 h 229004"/>
              <a:gd name="csX12" fmla="*/ 114502 w 229004"/>
              <a:gd name="csY12" fmla="*/ 0 h 2290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004" h="229004">
                <a:moveTo>
                  <a:pt x="114502" y="0"/>
                </a:moveTo>
                <a:cubicBezTo>
                  <a:pt x="147959" y="0"/>
                  <a:pt x="178590" y="2826"/>
                  <a:pt x="199323" y="8010"/>
                </a:cubicBezTo>
                <a:cubicBezTo>
                  <a:pt x="212047" y="10836"/>
                  <a:pt x="218638" y="18376"/>
                  <a:pt x="220995" y="29681"/>
                </a:cubicBezTo>
                <a:cubicBezTo>
                  <a:pt x="225709" y="49476"/>
                  <a:pt x="229004" y="81045"/>
                  <a:pt x="229004" y="114502"/>
                </a:cubicBezTo>
                <a:cubicBezTo>
                  <a:pt x="229004" y="147959"/>
                  <a:pt x="225709" y="179528"/>
                  <a:pt x="220995" y="199323"/>
                </a:cubicBezTo>
                <a:cubicBezTo>
                  <a:pt x="218638" y="210628"/>
                  <a:pt x="212047" y="218168"/>
                  <a:pt x="199323" y="220995"/>
                </a:cubicBezTo>
                <a:cubicBezTo>
                  <a:pt x="178590" y="226178"/>
                  <a:pt x="147959" y="229004"/>
                  <a:pt x="114502" y="229004"/>
                </a:cubicBezTo>
                <a:cubicBezTo>
                  <a:pt x="81045" y="229004"/>
                  <a:pt x="50415" y="226178"/>
                  <a:pt x="29681" y="220995"/>
                </a:cubicBezTo>
                <a:cubicBezTo>
                  <a:pt x="16958" y="218168"/>
                  <a:pt x="10367" y="210628"/>
                  <a:pt x="8010" y="199323"/>
                </a:cubicBezTo>
                <a:cubicBezTo>
                  <a:pt x="3296" y="179528"/>
                  <a:pt x="0" y="147959"/>
                  <a:pt x="0" y="114502"/>
                </a:cubicBezTo>
                <a:cubicBezTo>
                  <a:pt x="0" y="81045"/>
                  <a:pt x="3296" y="49476"/>
                  <a:pt x="8010" y="29681"/>
                </a:cubicBezTo>
                <a:cubicBezTo>
                  <a:pt x="10367" y="18376"/>
                  <a:pt x="16958" y="10836"/>
                  <a:pt x="29681" y="8010"/>
                </a:cubicBezTo>
                <a:cubicBezTo>
                  <a:pt x="50415" y="2826"/>
                  <a:pt x="81045" y="0"/>
                  <a:pt x="114502" y="0"/>
                </a:cubicBezTo>
                <a:close/>
              </a:path>
            </a:pathLst>
          </a:custGeom>
          <a:solidFill>
            <a:schemeClr val="bg1">
              <a:alpha val="8000"/>
            </a:schemeClr>
          </a:solidFill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buNone/>
              <a:defRPr sz="100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13" name="Espaço Reservado para Texto 37">
            <a:extLst>
              <a:ext uri="{FF2B5EF4-FFF2-40B4-BE49-F238E27FC236}">
                <a16:creationId xmlns:a16="http://schemas.microsoft.com/office/drawing/2014/main" id="{8A18BECE-97E0-C88D-51F7-9B4E361040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96911" y="4473250"/>
            <a:ext cx="346623" cy="346623"/>
          </a:xfrm>
          <a:custGeom>
            <a:avLst/>
            <a:gdLst>
              <a:gd name="csX0" fmla="*/ 114502 w 229004"/>
              <a:gd name="csY0" fmla="*/ 0 h 229004"/>
              <a:gd name="csX1" fmla="*/ 199323 w 229004"/>
              <a:gd name="csY1" fmla="*/ 8010 h 229004"/>
              <a:gd name="csX2" fmla="*/ 220995 w 229004"/>
              <a:gd name="csY2" fmla="*/ 29681 h 229004"/>
              <a:gd name="csX3" fmla="*/ 229004 w 229004"/>
              <a:gd name="csY3" fmla="*/ 114502 h 229004"/>
              <a:gd name="csX4" fmla="*/ 220995 w 229004"/>
              <a:gd name="csY4" fmla="*/ 199323 h 229004"/>
              <a:gd name="csX5" fmla="*/ 199323 w 229004"/>
              <a:gd name="csY5" fmla="*/ 220995 h 229004"/>
              <a:gd name="csX6" fmla="*/ 114502 w 229004"/>
              <a:gd name="csY6" fmla="*/ 229004 h 229004"/>
              <a:gd name="csX7" fmla="*/ 29681 w 229004"/>
              <a:gd name="csY7" fmla="*/ 220995 h 229004"/>
              <a:gd name="csX8" fmla="*/ 8010 w 229004"/>
              <a:gd name="csY8" fmla="*/ 199323 h 229004"/>
              <a:gd name="csX9" fmla="*/ 0 w 229004"/>
              <a:gd name="csY9" fmla="*/ 114502 h 229004"/>
              <a:gd name="csX10" fmla="*/ 8010 w 229004"/>
              <a:gd name="csY10" fmla="*/ 29681 h 229004"/>
              <a:gd name="csX11" fmla="*/ 29681 w 229004"/>
              <a:gd name="csY11" fmla="*/ 8010 h 229004"/>
              <a:gd name="csX12" fmla="*/ 114502 w 229004"/>
              <a:gd name="csY12" fmla="*/ 0 h 2290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29004" h="229004">
                <a:moveTo>
                  <a:pt x="114502" y="0"/>
                </a:moveTo>
                <a:cubicBezTo>
                  <a:pt x="147959" y="0"/>
                  <a:pt x="178590" y="2826"/>
                  <a:pt x="199323" y="8010"/>
                </a:cubicBezTo>
                <a:cubicBezTo>
                  <a:pt x="212047" y="10836"/>
                  <a:pt x="218638" y="18376"/>
                  <a:pt x="220995" y="29681"/>
                </a:cubicBezTo>
                <a:cubicBezTo>
                  <a:pt x="225709" y="49476"/>
                  <a:pt x="229004" y="81045"/>
                  <a:pt x="229004" y="114502"/>
                </a:cubicBezTo>
                <a:cubicBezTo>
                  <a:pt x="229004" y="147959"/>
                  <a:pt x="225709" y="179528"/>
                  <a:pt x="220995" y="199323"/>
                </a:cubicBezTo>
                <a:cubicBezTo>
                  <a:pt x="218638" y="210628"/>
                  <a:pt x="212047" y="218168"/>
                  <a:pt x="199323" y="220995"/>
                </a:cubicBezTo>
                <a:cubicBezTo>
                  <a:pt x="178590" y="226178"/>
                  <a:pt x="147959" y="229004"/>
                  <a:pt x="114502" y="229004"/>
                </a:cubicBezTo>
                <a:cubicBezTo>
                  <a:pt x="81045" y="229004"/>
                  <a:pt x="50415" y="226178"/>
                  <a:pt x="29681" y="220995"/>
                </a:cubicBezTo>
                <a:cubicBezTo>
                  <a:pt x="16958" y="218168"/>
                  <a:pt x="10367" y="210628"/>
                  <a:pt x="8010" y="199323"/>
                </a:cubicBezTo>
                <a:cubicBezTo>
                  <a:pt x="3296" y="179528"/>
                  <a:pt x="0" y="147959"/>
                  <a:pt x="0" y="114502"/>
                </a:cubicBezTo>
                <a:cubicBezTo>
                  <a:pt x="0" y="81045"/>
                  <a:pt x="3296" y="49476"/>
                  <a:pt x="8010" y="29681"/>
                </a:cubicBezTo>
                <a:cubicBezTo>
                  <a:pt x="10367" y="18376"/>
                  <a:pt x="16958" y="10836"/>
                  <a:pt x="29681" y="8010"/>
                </a:cubicBezTo>
                <a:cubicBezTo>
                  <a:pt x="50415" y="2826"/>
                  <a:pt x="81045" y="0"/>
                  <a:pt x="114502" y="0"/>
                </a:cubicBezTo>
                <a:close/>
              </a:path>
            </a:pathLst>
          </a:custGeom>
          <a:solidFill>
            <a:schemeClr val="bg1">
              <a:alpha val="8000"/>
            </a:schemeClr>
          </a:solidFill>
        </p:spPr>
        <p:txBody>
          <a:bodyPr wrap="square">
            <a:noAutofit/>
          </a:bodyPr>
          <a:lstStyle>
            <a:lvl1pPr>
              <a:buFont typeface="Arial" panose="020B0604020202020204" pitchFamily="34" charset="0"/>
              <a:buNone/>
              <a:defRPr sz="100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12" name="Espaço Reservado para Texto 19">
            <a:extLst>
              <a:ext uri="{FF2B5EF4-FFF2-40B4-BE49-F238E27FC236}">
                <a16:creationId xmlns:a16="http://schemas.microsoft.com/office/drawing/2014/main" id="{1E66B6DA-C360-636F-8BDA-8DDFAF09F6D2}"/>
              </a:ext>
            </a:extLst>
          </p:cNvPr>
          <p:cNvSpPr>
            <a:spLocks noGrp="1"/>
          </p:cNvSpPr>
          <p:nvPr userDrawn="1">
            <p:ph type="body" sz="quarter" idx="63" hasCustomPrompt="1"/>
          </p:nvPr>
        </p:nvSpPr>
        <p:spPr>
          <a:xfrm>
            <a:off x="1630304" y="4170347"/>
            <a:ext cx="3233796" cy="86491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6600" spc="-150">
                <a:solidFill>
                  <a:schemeClr val="bg1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Agenda</a:t>
            </a:r>
          </a:p>
        </p:txBody>
      </p:sp>
      <p:sp>
        <p:nvSpPr>
          <p:cNvPr id="3" name="Espaço Reservado para Texto 19">
            <a:extLst>
              <a:ext uri="{FF2B5EF4-FFF2-40B4-BE49-F238E27FC236}">
                <a16:creationId xmlns:a16="http://schemas.microsoft.com/office/drawing/2014/main" id="{59D79305-D589-FF55-13C5-37F50667BF18}"/>
              </a:ext>
            </a:extLst>
          </p:cNvPr>
          <p:cNvSpPr>
            <a:spLocks noGrp="1"/>
          </p:cNvSpPr>
          <p:nvPr userDrawn="1">
            <p:ph type="body" sz="quarter" idx="64" hasCustomPrompt="1"/>
          </p:nvPr>
        </p:nvSpPr>
        <p:spPr>
          <a:xfrm>
            <a:off x="7592954" y="1083118"/>
            <a:ext cx="589407" cy="44351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3000">
                <a:solidFill>
                  <a:schemeClr val="bg1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1.</a:t>
            </a:r>
          </a:p>
        </p:txBody>
      </p:sp>
      <p:sp>
        <p:nvSpPr>
          <p:cNvPr id="4" name="Espaço Reservado para Texto 19">
            <a:extLst>
              <a:ext uri="{FF2B5EF4-FFF2-40B4-BE49-F238E27FC236}">
                <a16:creationId xmlns:a16="http://schemas.microsoft.com/office/drawing/2014/main" id="{954F994B-1DB1-01A4-A409-DDCEADB37E18}"/>
              </a:ext>
            </a:extLst>
          </p:cNvPr>
          <p:cNvSpPr>
            <a:spLocks noGrp="1"/>
          </p:cNvSpPr>
          <p:nvPr userDrawn="1">
            <p:ph type="body" sz="quarter" idx="65" hasCustomPrompt="1"/>
          </p:nvPr>
        </p:nvSpPr>
        <p:spPr>
          <a:xfrm>
            <a:off x="8085136" y="1197986"/>
            <a:ext cx="3243263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</a:p>
        </p:txBody>
      </p:sp>
      <p:sp>
        <p:nvSpPr>
          <p:cNvPr id="15" name="Espaço Reservado para Texto 19">
            <a:extLst>
              <a:ext uri="{FF2B5EF4-FFF2-40B4-BE49-F238E27FC236}">
                <a16:creationId xmlns:a16="http://schemas.microsoft.com/office/drawing/2014/main" id="{CC7CCFCF-7558-17C2-B455-D0E18DA3F56D}"/>
              </a:ext>
            </a:extLst>
          </p:cNvPr>
          <p:cNvSpPr>
            <a:spLocks noGrp="1"/>
          </p:cNvSpPr>
          <p:nvPr userDrawn="1">
            <p:ph type="body" sz="quarter" idx="66" hasCustomPrompt="1"/>
          </p:nvPr>
        </p:nvSpPr>
        <p:spPr>
          <a:xfrm>
            <a:off x="7592954" y="1970489"/>
            <a:ext cx="589407" cy="44351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3000">
                <a:solidFill>
                  <a:schemeClr val="bg1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2.</a:t>
            </a:r>
          </a:p>
        </p:txBody>
      </p:sp>
      <p:sp>
        <p:nvSpPr>
          <p:cNvPr id="16" name="Espaço Reservado para Texto 19">
            <a:extLst>
              <a:ext uri="{FF2B5EF4-FFF2-40B4-BE49-F238E27FC236}">
                <a16:creationId xmlns:a16="http://schemas.microsoft.com/office/drawing/2014/main" id="{706570B9-0B21-A172-2F45-5D33BC051FC7}"/>
              </a:ext>
            </a:extLst>
          </p:cNvPr>
          <p:cNvSpPr>
            <a:spLocks noGrp="1"/>
          </p:cNvSpPr>
          <p:nvPr userDrawn="1">
            <p:ph type="body" sz="quarter" idx="67" hasCustomPrompt="1"/>
          </p:nvPr>
        </p:nvSpPr>
        <p:spPr>
          <a:xfrm>
            <a:off x="8085136" y="2090529"/>
            <a:ext cx="3243263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</a:p>
        </p:txBody>
      </p:sp>
      <p:sp>
        <p:nvSpPr>
          <p:cNvPr id="17" name="Espaço Reservado para Texto 19">
            <a:extLst>
              <a:ext uri="{FF2B5EF4-FFF2-40B4-BE49-F238E27FC236}">
                <a16:creationId xmlns:a16="http://schemas.microsoft.com/office/drawing/2014/main" id="{0701F590-BC9F-D699-1BBF-B2678D757644}"/>
              </a:ext>
            </a:extLst>
          </p:cNvPr>
          <p:cNvSpPr>
            <a:spLocks noGrp="1"/>
          </p:cNvSpPr>
          <p:nvPr userDrawn="1">
            <p:ph type="body" sz="quarter" idx="68" hasCustomPrompt="1"/>
          </p:nvPr>
        </p:nvSpPr>
        <p:spPr>
          <a:xfrm>
            <a:off x="7592954" y="2857860"/>
            <a:ext cx="589407" cy="44351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3000">
                <a:solidFill>
                  <a:schemeClr val="bg1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3.</a:t>
            </a:r>
          </a:p>
        </p:txBody>
      </p:sp>
      <p:sp>
        <p:nvSpPr>
          <p:cNvPr id="18" name="Espaço Reservado para Texto 19">
            <a:extLst>
              <a:ext uri="{FF2B5EF4-FFF2-40B4-BE49-F238E27FC236}">
                <a16:creationId xmlns:a16="http://schemas.microsoft.com/office/drawing/2014/main" id="{B3B78143-F387-3AD0-92F0-1DC16E99E24C}"/>
              </a:ext>
            </a:extLst>
          </p:cNvPr>
          <p:cNvSpPr>
            <a:spLocks noGrp="1"/>
          </p:cNvSpPr>
          <p:nvPr userDrawn="1">
            <p:ph type="body" sz="quarter" idx="69" hasCustomPrompt="1"/>
          </p:nvPr>
        </p:nvSpPr>
        <p:spPr>
          <a:xfrm>
            <a:off x="8085136" y="2978314"/>
            <a:ext cx="3243263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</a:p>
        </p:txBody>
      </p:sp>
      <p:sp>
        <p:nvSpPr>
          <p:cNvPr id="19" name="Espaço Reservado para Texto 19">
            <a:extLst>
              <a:ext uri="{FF2B5EF4-FFF2-40B4-BE49-F238E27FC236}">
                <a16:creationId xmlns:a16="http://schemas.microsoft.com/office/drawing/2014/main" id="{3193CDF7-6AB1-6F5B-11FE-5539100E9BB4}"/>
              </a:ext>
            </a:extLst>
          </p:cNvPr>
          <p:cNvSpPr>
            <a:spLocks noGrp="1"/>
          </p:cNvSpPr>
          <p:nvPr userDrawn="1">
            <p:ph type="body" sz="quarter" idx="70" hasCustomPrompt="1"/>
          </p:nvPr>
        </p:nvSpPr>
        <p:spPr>
          <a:xfrm>
            <a:off x="7592954" y="3745231"/>
            <a:ext cx="589407" cy="44351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3000">
                <a:solidFill>
                  <a:schemeClr val="bg1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4.</a:t>
            </a:r>
          </a:p>
        </p:txBody>
      </p:sp>
      <p:sp>
        <p:nvSpPr>
          <p:cNvPr id="20" name="Espaço Reservado para Texto 19">
            <a:extLst>
              <a:ext uri="{FF2B5EF4-FFF2-40B4-BE49-F238E27FC236}">
                <a16:creationId xmlns:a16="http://schemas.microsoft.com/office/drawing/2014/main" id="{3FCDD4A0-A41B-8AE2-BD6E-2F46EBE55A10}"/>
              </a:ext>
            </a:extLst>
          </p:cNvPr>
          <p:cNvSpPr>
            <a:spLocks noGrp="1"/>
          </p:cNvSpPr>
          <p:nvPr userDrawn="1">
            <p:ph type="body" sz="quarter" idx="71" hasCustomPrompt="1"/>
          </p:nvPr>
        </p:nvSpPr>
        <p:spPr>
          <a:xfrm>
            <a:off x="8085136" y="3864189"/>
            <a:ext cx="3243263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</a:p>
        </p:txBody>
      </p:sp>
      <p:sp>
        <p:nvSpPr>
          <p:cNvPr id="21" name="Espaço Reservado para Texto 19">
            <a:extLst>
              <a:ext uri="{FF2B5EF4-FFF2-40B4-BE49-F238E27FC236}">
                <a16:creationId xmlns:a16="http://schemas.microsoft.com/office/drawing/2014/main" id="{EF35324C-E9BB-6C7C-CD01-734E492AF4D0}"/>
              </a:ext>
            </a:extLst>
          </p:cNvPr>
          <p:cNvSpPr>
            <a:spLocks noGrp="1"/>
          </p:cNvSpPr>
          <p:nvPr userDrawn="1">
            <p:ph type="body" sz="quarter" idx="72" hasCustomPrompt="1"/>
          </p:nvPr>
        </p:nvSpPr>
        <p:spPr>
          <a:xfrm>
            <a:off x="7592954" y="4632602"/>
            <a:ext cx="589407" cy="44351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3000">
                <a:solidFill>
                  <a:schemeClr val="bg1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5.</a:t>
            </a:r>
          </a:p>
        </p:txBody>
      </p:sp>
      <p:sp>
        <p:nvSpPr>
          <p:cNvPr id="22" name="Espaço Reservado para Texto 19">
            <a:extLst>
              <a:ext uri="{FF2B5EF4-FFF2-40B4-BE49-F238E27FC236}">
                <a16:creationId xmlns:a16="http://schemas.microsoft.com/office/drawing/2014/main" id="{7C0415A4-3293-E8DE-5701-7B3BC828BC21}"/>
              </a:ext>
            </a:extLst>
          </p:cNvPr>
          <p:cNvSpPr>
            <a:spLocks noGrp="1"/>
          </p:cNvSpPr>
          <p:nvPr userDrawn="1">
            <p:ph type="body" sz="quarter" idx="73" hasCustomPrompt="1"/>
          </p:nvPr>
        </p:nvSpPr>
        <p:spPr>
          <a:xfrm>
            <a:off x="8085136" y="4749114"/>
            <a:ext cx="3243263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</a:p>
        </p:txBody>
      </p:sp>
      <p:sp>
        <p:nvSpPr>
          <p:cNvPr id="23" name="Espaço Reservado para Texto 19">
            <a:extLst>
              <a:ext uri="{FF2B5EF4-FFF2-40B4-BE49-F238E27FC236}">
                <a16:creationId xmlns:a16="http://schemas.microsoft.com/office/drawing/2014/main" id="{B7AEF682-B72E-A995-68DF-2742F0AA17EA}"/>
              </a:ext>
            </a:extLst>
          </p:cNvPr>
          <p:cNvSpPr>
            <a:spLocks noGrp="1"/>
          </p:cNvSpPr>
          <p:nvPr userDrawn="1">
            <p:ph type="body" sz="quarter" idx="74" hasCustomPrompt="1"/>
          </p:nvPr>
        </p:nvSpPr>
        <p:spPr>
          <a:xfrm>
            <a:off x="7592954" y="5519975"/>
            <a:ext cx="589407" cy="44351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3000">
                <a:solidFill>
                  <a:schemeClr val="bg1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6.</a:t>
            </a:r>
          </a:p>
        </p:txBody>
      </p:sp>
      <p:sp>
        <p:nvSpPr>
          <p:cNvPr id="24" name="Espaço Reservado para Texto 19">
            <a:extLst>
              <a:ext uri="{FF2B5EF4-FFF2-40B4-BE49-F238E27FC236}">
                <a16:creationId xmlns:a16="http://schemas.microsoft.com/office/drawing/2014/main" id="{848ACCCE-A46F-9B08-7025-6555EC4DDDA3}"/>
              </a:ext>
            </a:extLst>
          </p:cNvPr>
          <p:cNvSpPr>
            <a:spLocks noGrp="1"/>
          </p:cNvSpPr>
          <p:nvPr userDrawn="1">
            <p:ph type="body" sz="quarter" idx="75" hasCustomPrompt="1"/>
          </p:nvPr>
        </p:nvSpPr>
        <p:spPr>
          <a:xfrm>
            <a:off x="8085136" y="5634843"/>
            <a:ext cx="3243263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D9193F06-8480-309A-701E-3D35C8624384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29F3365B-F70F-6E37-2446-6C84456AAA78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A0604570-47BA-D5F1-5CE1-D447B5E37978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47505F08-7E24-0A9C-BA2D-FF4A06B1EA11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C8F3553C-788F-F434-9D06-286692DF1CC7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6A08EA05-B6BD-74A6-2DCA-013F0B19840F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EA3C3E4-29F7-48E9-F48C-6D4CF0018016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A3F77DF4-A3F5-2CE6-C0FB-782B819DFD35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7FB93AC9-649D-61FA-027F-A54176422B5C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2" name="Retângulo: Cantos Arredondados 31">
              <a:extLst>
                <a:ext uri="{FF2B5EF4-FFF2-40B4-BE49-F238E27FC236}">
                  <a16:creationId xmlns:a16="http://schemas.microsoft.com/office/drawing/2014/main" id="{578A955B-9536-60B1-9948-BAE621B8C641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98628946-FA40-3A97-2B1D-4A277E8E29DF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8822AD08-B6C3-6F25-E9BA-8D01363B3148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5" name="Retângulo: Cantos Arredondados 34">
              <a:extLst>
                <a:ext uri="{FF2B5EF4-FFF2-40B4-BE49-F238E27FC236}">
                  <a16:creationId xmlns:a16="http://schemas.microsoft.com/office/drawing/2014/main" id="{0E07483F-F4A0-4EFA-9DB3-E2295299D7B2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1096274B-DE21-FAF5-D907-2C289C74E873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E4C51B1B-646C-FC4F-481E-D8DB7E3D2C29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38" name="Retângulo: Cantos Arredondados 37">
              <a:extLst>
                <a:ext uri="{FF2B5EF4-FFF2-40B4-BE49-F238E27FC236}">
                  <a16:creationId xmlns:a16="http://schemas.microsoft.com/office/drawing/2014/main" id="{588ABDB0-E33B-E718-0541-DA6EC841C1A6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9" name="Retângulo: Cantos Arredondados 38">
              <a:extLst>
                <a:ext uri="{FF2B5EF4-FFF2-40B4-BE49-F238E27FC236}">
                  <a16:creationId xmlns:a16="http://schemas.microsoft.com/office/drawing/2014/main" id="{D0BAE436-B820-5CD9-B935-9008C566F38D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40" name="Retângulo: Cantos Arredondados 39">
              <a:extLst>
                <a:ext uri="{FF2B5EF4-FFF2-40B4-BE49-F238E27FC236}">
                  <a16:creationId xmlns:a16="http://schemas.microsoft.com/office/drawing/2014/main" id="{A210256E-A5BD-41C4-0C6B-FE0F09B17086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41" name="Retângulo: Cantos Arredondados 40">
              <a:extLst>
                <a:ext uri="{FF2B5EF4-FFF2-40B4-BE49-F238E27FC236}">
                  <a16:creationId xmlns:a16="http://schemas.microsoft.com/office/drawing/2014/main" id="{22D4B7E0-B529-9195-5A84-73540BEB17C8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B64AFDFB-2872-83FC-B4D2-8731CB34FBB5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C7B8FE08-34F6-F812-6E56-1EC72FBB0D2C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1E7FA271-21B0-AC07-5420-84600479BE8B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45" name="CaixaDeTexto 44">
              <a:extLst>
                <a:ext uri="{FF2B5EF4-FFF2-40B4-BE49-F238E27FC236}">
                  <a16:creationId xmlns:a16="http://schemas.microsoft.com/office/drawing/2014/main" id="{01AC6A02-8971-B7B4-1E3C-EB8D4B0B6E6E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90967A4E-1838-EF1F-0B98-CC3F2F271A11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47" name="Retângulo: Cantos Arredondados 46">
              <a:extLst>
                <a:ext uri="{FF2B5EF4-FFF2-40B4-BE49-F238E27FC236}">
                  <a16:creationId xmlns:a16="http://schemas.microsoft.com/office/drawing/2014/main" id="{F98DFBFB-54AD-E52A-5D67-6C483162F207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48" name="Retângulo: Cantos Arredondados 47">
              <a:extLst>
                <a:ext uri="{FF2B5EF4-FFF2-40B4-BE49-F238E27FC236}">
                  <a16:creationId xmlns:a16="http://schemas.microsoft.com/office/drawing/2014/main" id="{00533DCF-5C37-DD4F-4CBC-1793639B5DA6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49" name="CaixaDeTexto 48">
              <a:extLst>
                <a:ext uri="{FF2B5EF4-FFF2-40B4-BE49-F238E27FC236}">
                  <a16:creationId xmlns:a16="http://schemas.microsoft.com/office/drawing/2014/main" id="{6D18565A-3532-C007-4E0F-CEE162D36291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50" name="CaixaDeTexto 49">
              <a:extLst>
                <a:ext uri="{FF2B5EF4-FFF2-40B4-BE49-F238E27FC236}">
                  <a16:creationId xmlns:a16="http://schemas.microsoft.com/office/drawing/2014/main" id="{EE29B0F7-C715-9B53-03EA-49381BD30F7E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287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 6 fundo cla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F8F55FF4-0B31-59B5-C40C-88946D0A97FF}"/>
              </a:ext>
            </a:extLst>
          </p:cNvPr>
          <p:cNvSpPr/>
          <p:nvPr/>
        </p:nvSpPr>
        <p:spPr>
          <a:xfrm>
            <a:off x="761492" y="983359"/>
            <a:ext cx="4521199" cy="4891277"/>
          </a:xfrm>
          <a:custGeom>
            <a:avLst/>
            <a:gdLst>
              <a:gd name="connsiteX0" fmla="*/ 4308475 w 4521199"/>
              <a:gd name="connsiteY0" fmla="*/ 4700778 h 4891277"/>
              <a:gd name="connsiteX1" fmla="*/ 4521200 w 4521199"/>
              <a:gd name="connsiteY1" fmla="*/ 2445639 h 4891277"/>
              <a:gd name="connsiteX2" fmla="*/ 4308475 w 4521199"/>
              <a:gd name="connsiteY2" fmla="*/ 190500 h 4891277"/>
              <a:gd name="connsiteX3" fmla="*/ 4308348 w 4521199"/>
              <a:gd name="connsiteY3" fmla="*/ 189865 h 4891277"/>
              <a:gd name="connsiteX4" fmla="*/ 4306189 w 4521199"/>
              <a:gd name="connsiteY4" fmla="*/ 180721 h 4891277"/>
              <a:gd name="connsiteX5" fmla="*/ 4271010 w 4521199"/>
              <a:gd name="connsiteY5" fmla="*/ 172339 h 4891277"/>
              <a:gd name="connsiteX6" fmla="*/ 4270248 w 4521199"/>
              <a:gd name="connsiteY6" fmla="*/ 172212 h 4891277"/>
              <a:gd name="connsiteX7" fmla="*/ 2445639 w 4521199"/>
              <a:gd name="connsiteY7" fmla="*/ 0 h 4891277"/>
              <a:gd name="connsiteX8" fmla="*/ 621030 w 4521199"/>
              <a:gd name="connsiteY8" fmla="*/ 172212 h 4891277"/>
              <a:gd name="connsiteX9" fmla="*/ 620268 w 4521199"/>
              <a:gd name="connsiteY9" fmla="*/ 172339 h 4891277"/>
              <a:gd name="connsiteX10" fmla="*/ 172212 w 4521199"/>
              <a:gd name="connsiteY10" fmla="*/ 620649 h 4891277"/>
              <a:gd name="connsiteX11" fmla="*/ 172085 w 4521199"/>
              <a:gd name="connsiteY11" fmla="*/ 621284 h 4891277"/>
              <a:gd name="connsiteX12" fmla="*/ 0 w 4521199"/>
              <a:gd name="connsiteY12" fmla="*/ 2445639 h 4891277"/>
              <a:gd name="connsiteX13" fmla="*/ 172085 w 4521199"/>
              <a:gd name="connsiteY13" fmla="*/ 4269994 h 4891277"/>
              <a:gd name="connsiteX14" fmla="*/ 172212 w 4521199"/>
              <a:gd name="connsiteY14" fmla="*/ 4270629 h 4891277"/>
              <a:gd name="connsiteX15" fmla="*/ 620268 w 4521199"/>
              <a:gd name="connsiteY15" fmla="*/ 4718939 h 4891277"/>
              <a:gd name="connsiteX16" fmla="*/ 621030 w 4521199"/>
              <a:gd name="connsiteY16" fmla="*/ 4719066 h 4891277"/>
              <a:gd name="connsiteX17" fmla="*/ 2445639 w 4521199"/>
              <a:gd name="connsiteY17" fmla="*/ 4891278 h 4891277"/>
              <a:gd name="connsiteX18" fmla="*/ 4270248 w 4521199"/>
              <a:gd name="connsiteY18" fmla="*/ 4719066 h 4891277"/>
              <a:gd name="connsiteX19" fmla="*/ 4271010 w 4521199"/>
              <a:gd name="connsiteY19" fmla="*/ 4718939 h 4891277"/>
              <a:gd name="connsiteX20" fmla="*/ 4306189 w 4521199"/>
              <a:gd name="connsiteY20" fmla="*/ 4710557 h 4891277"/>
              <a:gd name="connsiteX21" fmla="*/ 4308348 w 4521199"/>
              <a:gd name="connsiteY21" fmla="*/ 4701412 h 4891277"/>
              <a:gd name="connsiteX22" fmla="*/ 4308475 w 4521199"/>
              <a:gd name="connsiteY22" fmla="*/ 4700778 h 4891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521199" h="4891277">
                <a:moveTo>
                  <a:pt x="4308475" y="4700778"/>
                </a:moveTo>
                <a:cubicBezTo>
                  <a:pt x="4445635" y="4151884"/>
                  <a:pt x="4521200" y="3351022"/>
                  <a:pt x="4521200" y="2445639"/>
                </a:cubicBezTo>
                <a:cubicBezTo>
                  <a:pt x="4521200" y="1540256"/>
                  <a:pt x="4445635" y="739394"/>
                  <a:pt x="4308475" y="190500"/>
                </a:cubicBezTo>
                <a:cubicBezTo>
                  <a:pt x="4308475" y="190246"/>
                  <a:pt x="4308475" y="190119"/>
                  <a:pt x="4308348" y="189865"/>
                </a:cubicBezTo>
                <a:cubicBezTo>
                  <a:pt x="4307713" y="186817"/>
                  <a:pt x="4306951" y="183769"/>
                  <a:pt x="4306189" y="180721"/>
                </a:cubicBezTo>
                <a:cubicBezTo>
                  <a:pt x="4294632" y="177800"/>
                  <a:pt x="4283075" y="174879"/>
                  <a:pt x="4271010" y="172339"/>
                </a:cubicBezTo>
                <a:cubicBezTo>
                  <a:pt x="4270756" y="172339"/>
                  <a:pt x="4270502" y="172339"/>
                  <a:pt x="4270248" y="172212"/>
                </a:cubicBezTo>
                <a:cubicBezTo>
                  <a:pt x="3824351" y="66040"/>
                  <a:pt x="3125216" y="0"/>
                  <a:pt x="2445639" y="0"/>
                </a:cubicBezTo>
                <a:cubicBezTo>
                  <a:pt x="1766062" y="0"/>
                  <a:pt x="1066927" y="65913"/>
                  <a:pt x="621030" y="172212"/>
                </a:cubicBezTo>
                <a:cubicBezTo>
                  <a:pt x="620776" y="172212"/>
                  <a:pt x="620522" y="172212"/>
                  <a:pt x="620268" y="172339"/>
                </a:cubicBezTo>
                <a:cubicBezTo>
                  <a:pt x="374396" y="223647"/>
                  <a:pt x="227838" y="370205"/>
                  <a:pt x="172212" y="620649"/>
                </a:cubicBezTo>
                <a:cubicBezTo>
                  <a:pt x="172212" y="620903"/>
                  <a:pt x="172212" y="621030"/>
                  <a:pt x="172085" y="621284"/>
                </a:cubicBezTo>
                <a:cubicBezTo>
                  <a:pt x="61087" y="1065149"/>
                  <a:pt x="0" y="1713103"/>
                  <a:pt x="0" y="2445639"/>
                </a:cubicBezTo>
                <a:cubicBezTo>
                  <a:pt x="0" y="3178175"/>
                  <a:pt x="61087" y="3826129"/>
                  <a:pt x="172085" y="4269994"/>
                </a:cubicBezTo>
                <a:cubicBezTo>
                  <a:pt x="172085" y="4270248"/>
                  <a:pt x="172085" y="4270375"/>
                  <a:pt x="172212" y="4270629"/>
                </a:cubicBezTo>
                <a:cubicBezTo>
                  <a:pt x="227838" y="4521073"/>
                  <a:pt x="374396" y="4667758"/>
                  <a:pt x="620268" y="4718939"/>
                </a:cubicBezTo>
                <a:cubicBezTo>
                  <a:pt x="620522" y="4718939"/>
                  <a:pt x="620776" y="4718939"/>
                  <a:pt x="621030" y="4719066"/>
                </a:cubicBezTo>
                <a:cubicBezTo>
                  <a:pt x="1066927" y="4825237"/>
                  <a:pt x="1766062" y="4891278"/>
                  <a:pt x="2445639" y="4891278"/>
                </a:cubicBezTo>
                <a:cubicBezTo>
                  <a:pt x="3125216" y="4891278"/>
                  <a:pt x="3824351" y="4825365"/>
                  <a:pt x="4270248" y="4719066"/>
                </a:cubicBezTo>
                <a:cubicBezTo>
                  <a:pt x="4270502" y="4719066"/>
                  <a:pt x="4270756" y="4719066"/>
                  <a:pt x="4271010" y="4718939"/>
                </a:cubicBezTo>
                <a:cubicBezTo>
                  <a:pt x="4283075" y="4716398"/>
                  <a:pt x="4294632" y="4713478"/>
                  <a:pt x="4306189" y="4710557"/>
                </a:cubicBezTo>
                <a:cubicBezTo>
                  <a:pt x="4306951" y="4707509"/>
                  <a:pt x="4307713" y="4704460"/>
                  <a:pt x="4308348" y="4701412"/>
                </a:cubicBezTo>
                <a:cubicBezTo>
                  <a:pt x="4308348" y="4701159"/>
                  <a:pt x="4308348" y="4701032"/>
                  <a:pt x="4308475" y="4700778"/>
                </a:cubicBezTo>
                <a:close/>
              </a:path>
            </a:pathLst>
          </a:custGeom>
          <a:noFill/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0" name="Forma Livre: Forma 39">
            <a:extLst>
              <a:ext uri="{FF2B5EF4-FFF2-40B4-BE49-F238E27FC236}">
                <a16:creationId xmlns:a16="http://schemas.microsoft.com/office/drawing/2014/main" id="{CE3F362A-28DC-344B-F921-66D340CEF90F}"/>
              </a:ext>
            </a:extLst>
          </p:cNvPr>
          <p:cNvSpPr/>
          <p:nvPr/>
        </p:nvSpPr>
        <p:spPr>
          <a:xfrm>
            <a:off x="5095621" y="1171954"/>
            <a:ext cx="557148" cy="4514087"/>
          </a:xfrm>
          <a:custGeom>
            <a:avLst/>
            <a:gdLst>
              <a:gd name="connsiteX0" fmla="*/ 0 w 557148"/>
              <a:gd name="connsiteY0" fmla="*/ 4514088 h 4514087"/>
              <a:gd name="connsiteX1" fmla="*/ 384937 w 557148"/>
              <a:gd name="connsiteY1" fmla="*/ 4082034 h 4514087"/>
              <a:gd name="connsiteX2" fmla="*/ 385064 w 557148"/>
              <a:gd name="connsiteY2" fmla="*/ 4081398 h 4514087"/>
              <a:gd name="connsiteX3" fmla="*/ 557149 w 557148"/>
              <a:gd name="connsiteY3" fmla="*/ 2257044 h 4514087"/>
              <a:gd name="connsiteX4" fmla="*/ 385064 w 557148"/>
              <a:gd name="connsiteY4" fmla="*/ 432689 h 4514087"/>
              <a:gd name="connsiteX5" fmla="*/ 384937 w 557148"/>
              <a:gd name="connsiteY5" fmla="*/ 432054 h 4514087"/>
              <a:gd name="connsiteX6" fmla="*/ 0 w 557148"/>
              <a:gd name="connsiteY6" fmla="*/ 0 h 4514087"/>
              <a:gd name="connsiteX7" fmla="*/ 212471 w 557148"/>
              <a:gd name="connsiteY7" fmla="*/ 2257044 h 4514087"/>
              <a:gd name="connsiteX8" fmla="*/ 0 w 557148"/>
              <a:gd name="connsiteY8" fmla="*/ 4514088 h 4514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7148" h="4514087">
                <a:moveTo>
                  <a:pt x="0" y="4514088"/>
                </a:moveTo>
                <a:cubicBezTo>
                  <a:pt x="207899" y="4451858"/>
                  <a:pt x="334264" y="4310126"/>
                  <a:pt x="384937" y="4082034"/>
                </a:cubicBezTo>
                <a:cubicBezTo>
                  <a:pt x="384937" y="4081779"/>
                  <a:pt x="384937" y="4081653"/>
                  <a:pt x="385064" y="4081398"/>
                </a:cubicBezTo>
                <a:cubicBezTo>
                  <a:pt x="496062" y="3637534"/>
                  <a:pt x="557149" y="2989580"/>
                  <a:pt x="557149" y="2257044"/>
                </a:cubicBezTo>
                <a:cubicBezTo>
                  <a:pt x="557149" y="1524508"/>
                  <a:pt x="496062" y="876554"/>
                  <a:pt x="385064" y="432689"/>
                </a:cubicBezTo>
                <a:cubicBezTo>
                  <a:pt x="385064" y="432435"/>
                  <a:pt x="385064" y="432308"/>
                  <a:pt x="384937" y="432054"/>
                </a:cubicBezTo>
                <a:cubicBezTo>
                  <a:pt x="334264" y="203962"/>
                  <a:pt x="207899" y="62230"/>
                  <a:pt x="0" y="0"/>
                </a:cubicBezTo>
                <a:cubicBezTo>
                  <a:pt x="137541" y="552704"/>
                  <a:pt x="212471" y="1367282"/>
                  <a:pt x="212471" y="2257044"/>
                </a:cubicBezTo>
                <a:cubicBezTo>
                  <a:pt x="212471" y="3146806"/>
                  <a:pt x="137541" y="3961384"/>
                  <a:pt x="0" y="4514088"/>
                </a:cubicBezTo>
                <a:close/>
              </a:path>
            </a:pathLst>
          </a:custGeom>
          <a:noFill/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1DF9F5C1-2C98-9471-5440-E9DF272CF2F8}"/>
              </a:ext>
            </a:extLst>
          </p:cNvPr>
          <p:cNvSpPr/>
          <p:nvPr/>
        </p:nvSpPr>
        <p:spPr>
          <a:xfrm>
            <a:off x="-771525" y="401953"/>
            <a:ext cx="5832347" cy="6054215"/>
          </a:xfrm>
          <a:custGeom>
            <a:avLst/>
            <a:gdLst>
              <a:gd name="connsiteX0" fmla="*/ 3978656 w 5832347"/>
              <a:gd name="connsiteY0" fmla="*/ 5498084 h 6054215"/>
              <a:gd name="connsiteX1" fmla="*/ 2148205 w 5832347"/>
              <a:gd name="connsiteY1" fmla="*/ 5325236 h 6054215"/>
              <a:gd name="connsiteX2" fmla="*/ 1680464 w 5832347"/>
              <a:gd name="connsiteY2" fmla="*/ 4857496 h 6054215"/>
              <a:gd name="connsiteX3" fmla="*/ 1507617 w 5832347"/>
              <a:gd name="connsiteY3" fmla="*/ 3027045 h 6054215"/>
              <a:gd name="connsiteX4" fmla="*/ 1680464 w 5832347"/>
              <a:gd name="connsiteY4" fmla="*/ 1196594 h 6054215"/>
              <a:gd name="connsiteX5" fmla="*/ 2148205 w 5832347"/>
              <a:gd name="connsiteY5" fmla="*/ 728853 h 6054215"/>
              <a:gd name="connsiteX6" fmla="*/ 3978656 w 5832347"/>
              <a:gd name="connsiteY6" fmla="*/ 556006 h 6054215"/>
              <a:gd name="connsiteX7" fmla="*/ 5809107 w 5832347"/>
              <a:gd name="connsiteY7" fmla="*/ 728853 h 6054215"/>
              <a:gd name="connsiteX8" fmla="*/ 5832221 w 5832347"/>
              <a:gd name="connsiteY8" fmla="*/ 734060 h 6054215"/>
              <a:gd name="connsiteX9" fmla="*/ 5283200 w 5832347"/>
              <a:gd name="connsiteY9" fmla="*/ 212979 h 6054215"/>
              <a:gd name="connsiteX10" fmla="*/ 5282438 w 5832347"/>
              <a:gd name="connsiteY10" fmla="*/ 212852 h 6054215"/>
              <a:gd name="connsiteX11" fmla="*/ 3027045 w 5832347"/>
              <a:gd name="connsiteY11" fmla="*/ 0 h 6054215"/>
              <a:gd name="connsiteX12" fmla="*/ 771652 w 5832347"/>
              <a:gd name="connsiteY12" fmla="*/ 212852 h 6054215"/>
              <a:gd name="connsiteX13" fmla="*/ 770890 w 5832347"/>
              <a:gd name="connsiteY13" fmla="*/ 212979 h 6054215"/>
              <a:gd name="connsiteX14" fmla="*/ 212725 w 5832347"/>
              <a:gd name="connsiteY14" fmla="*/ 771398 h 6054215"/>
              <a:gd name="connsiteX15" fmla="*/ 212598 w 5832347"/>
              <a:gd name="connsiteY15" fmla="*/ 772033 h 6054215"/>
              <a:gd name="connsiteX16" fmla="*/ 0 w 5832347"/>
              <a:gd name="connsiteY16" fmla="*/ 3027045 h 6054215"/>
              <a:gd name="connsiteX17" fmla="*/ 212725 w 5832347"/>
              <a:gd name="connsiteY17" fmla="*/ 5282184 h 6054215"/>
              <a:gd name="connsiteX18" fmla="*/ 212852 w 5832347"/>
              <a:gd name="connsiteY18" fmla="*/ 5282818 h 6054215"/>
              <a:gd name="connsiteX19" fmla="*/ 771017 w 5832347"/>
              <a:gd name="connsiteY19" fmla="*/ 5841237 h 6054215"/>
              <a:gd name="connsiteX20" fmla="*/ 771779 w 5832347"/>
              <a:gd name="connsiteY20" fmla="*/ 5841364 h 6054215"/>
              <a:gd name="connsiteX21" fmla="*/ 3027172 w 5832347"/>
              <a:gd name="connsiteY21" fmla="*/ 6054216 h 6054215"/>
              <a:gd name="connsiteX22" fmla="*/ 5282565 w 5832347"/>
              <a:gd name="connsiteY22" fmla="*/ 5841364 h 6054215"/>
              <a:gd name="connsiteX23" fmla="*/ 5283327 w 5832347"/>
              <a:gd name="connsiteY23" fmla="*/ 5841237 h 6054215"/>
              <a:gd name="connsiteX24" fmla="*/ 5832348 w 5832347"/>
              <a:gd name="connsiteY24" fmla="*/ 5320156 h 6054215"/>
              <a:gd name="connsiteX25" fmla="*/ 5809234 w 5832347"/>
              <a:gd name="connsiteY25" fmla="*/ 5325363 h 6054215"/>
              <a:gd name="connsiteX26" fmla="*/ 3978783 w 5832347"/>
              <a:gd name="connsiteY26" fmla="*/ 5498210 h 6054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832347" h="6054215">
                <a:moveTo>
                  <a:pt x="3978656" y="5498084"/>
                </a:moveTo>
                <a:cubicBezTo>
                  <a:pt x="3256661" y="5498084"/>
                  <a:pt x="2575306" y="5426963"/>
                  <a:pt x="2148205" y="5325236"/>
                </a:cubicBezTo>
                <a:cubicBezTo>
                  <a:pt x="1904238" y="5274310"/>
                  <a:pt x="1741551" y="5132070"/>
                  <a:pt x="1680464" y="4857496"/>
                </a:cubicBezTo>
                <a:cubicBezTo>
                  <a:pt x="1568577" y="4410075"/>
                  <a:pt x="1507617" y="3749040"/>
                  <a:pt x="1507617" y="3027045"/>
                </a:cubicBezTo>
                <a:cubicBezTo>
                  <a:pt x="1507617" y="2305050"/>
                  <a:pt x="1568577" y="1644015"/>
                  <a:pt x="1680464" y="1196594"/>
                </a:cubicBezTo>
                <a:cubicBezTo>
                  <a:pt x="1741424" y="922020"/>
                  <a:pt x="1904238" y="779780"/>
                  <a:pt x="2148205" y="728853"/>
                </a:cubicBezTo>
                <a:cubicBezTo>
                  <a:pt x="2575433" y="627126"/>
                  <a:pt x="3256661" y="556006"/>
                  <a:pt x="3978656" y="556006"/>
                </a:cubicBezTo>
                <a:cubicBezTo>
                  <a:pt x="4700651" y="556006"/>
                  <a:pt x="5382006" y="627126"/>
                  <a:pt x="5809107" y="728853"/>
                </a:cubicBezTo>
                <a:cubicBezTo>
                  <a:pt x="5816854" y="730504"/>
                  <a:pt x="5824601" y="732155"/>
                  <a:pt x="5832221" y="734060"/>
                </a:cubicBezTo>
                <a:cubicBezTo>
                  <a:pt x="5756910" y="444881"/>
                  <a:pt x="5576951" y="274193"/>
                  <a:pt x="5283200" y="212979"/>
                </a:cubicBezTo>
                <a:cubicBezTo>
                  <a:pt x="5282946" y="212979"/>
                  <a:pt x="5282692" y="212979"/>
                  <a:pt x="5282438" y="212852"/>
                </a:cubicBezTo>
                <a:cubicBezTo>
                  <a:pt x="4731131" y="81534"/>
                  <a:pt x="3867023" y="0"/>
                  <a:pt x="3027045" y="0"/>
                </a:cubicBezTo>
                <a:cubicBezTo>
                  <a:pt x="2187067" y="0"/>
                  <a:pt x="1322959" y="81534"/>
                  <a:pt x="771652" y="212852"/>
                </a:cubicBezTo>
                <a:cubicBezTo>
                  <a:pt x="771398" y="212852"/>
                  <a:pt x="771144" y="212852"/>
                  <a:pt x="770890" y="212979"/>
                </a:cubicBezTo>
                <a:cubicBezTo>
                  <a:pt x="464566" y="276860"/>
                  <a:pt x="282067" y="459486"/>
                  <a:pt x="212725" y="771398"/>
                </a:cubicBezTo>
                <a:cubicBezTo>
                  <a:pt x="212725" y="771652"/>
                  <a:pt x="212725" y="771779"/>
                  <a:pt x="212598" y="772033"/>
                </a:cubicBezTo>
                <a:cubicBezTo>
                  <a:pt x="75565" y="1320800"/>
                  <a:pt x="0" y="2121662"/>
                  <a:pt x="0" y="3027045"/>
                </a:cubicBezTo>
                <a:cubicBezTo>
                  <a:pt x="0" y="3932428"/>
                  <a:pt x="75565" y="4733290"/>
                  <a:pt x="212725" y="5282184"/>
                </a:cubicBezTo>
                <a:cubicBezTo>
                  <a:pt x="212725" y="5282437"/>
                  <a:pt x="212725" y="5282565"/>
                  <a:pt x="212852" y="5282818"/>
                </a:cubicBezTo>
                <a:cubicBezTo>
                  <a:pt x="282067" y="5594730"/>
                  <a:pt x="464693" y="5777356"/>
                  <a:pt x="771017" y="5841237"/>
                </a:cubicBezTo>
                <a:cubicBezTo>
                  <a:pt x="771271" y="5841237"/>
                  <a:pt x="771525" y="5841237"/>
                  <a:pt x="771779" y="5841364"/>
                </a:cubicBezTo>
                <a:cubicBezTo>
                  <a:pt x="1323086" y="5972682"/>
                  <a:pt x="2187321" y="6054216"/>
                  <a:pt x="3027172" y="6054216"/>
                </a:cubicBezTo>
                <a:cubicBezTo>
                  <a:pt x="3867023" y="6054216"/>
                  <a:pt x="4731258" y="5972682"/>
                  <a:pt x="5282565" y="5841364"/>
                </a:cubicBezTo>
                <a:cubicBezTo>
                  <a:pt x="5282819" y="5841364"/>
                  <a:pt x="5283073" y="5841364"/>
                  <a:pt x="5283327" y="5841237"/>
                </a:cubicBezTo>
                <a:cubicBezTo>
                  <a:pt x="5577205" y="5780023"/>
                  <a:pt x="5757037" y="5609335"/>
                  <a:pt x="5832348" y="5320156"/>
                </a:cubicBezTo>
                <a:cubicBezTo>
                  <a:pt x="5824728" y="5321935"/>
                  <a:pt x="5816981" y="5323712"/>
                  <a:pt x="5809234" y="5325363"/>
                </a:cubicBezTo>
                <a:cubicBezTo>
                  <a:pt x="5382006" y="5427091"/>
                  <a:pt x="4700778" y="5498210"/>
                  <a:pt x="3978783" y="5498210"/>
                </a:cubicBezTo>
                <a:close/>
              </a:path>
            </a:pathLst>
          </a:custGeom>
          <a:noFill/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2" name="Forma Livre: Forma 41">
            <a:extLst>
              <a:ext uri="{FF2B5EF4-FFF2-40B4-BE49-F238E27FC236}">
                <a16:creationId xmlns:a16="http://schemas.microsoft.com/office/drawing/2014/main" id="{89564399-E2AB-E60D-BFBF-710F96E759C7}"/>
              </a:ext>
            </a:extLst>
          </p:cNvPr>
          <p:cNvSpPr/>
          <p:nvPr/>
        </p:nvSpPr>
        <p:spPr>
          <a:xfrm>
            <a:off x="5067681" y="1164080"/>
            <a:ext cx="240410" cy="4529835"/>
          </a:xfrm>
          <a:custGeom>
            <a:avLst/>
            <a:gdLst>
              <a:gd name="connsiteX0" fmla="*/ 2159 w 240410"/>
              <a:gd name="connsiteY0" fmla="*/ 9144 h 4529835"/>
              <a:gd name="connsiteX1" fmla="*/ 2286 w 240410"/>
              <a:gd name="connsiteY1" fmla="*/ 9779 h 4529835"/>
              <a:gd name="connsiteX2" fmla="*/ 215011 w 240410"/>
              <a:gd name="connsiteY2" fmla="*/ 2264918 h 4529835"/>
              <a:gd name="connsiteX3" fmla="*/ 2286 w 240410"/>
              <a:gd name="connsiteY3" fmla="*/ 4520057 h 4529835"/>
              <a:gd name="connsiteX4" fmla="*/ 2159 w 240410"/>
              <a:gd name="connsiteY4" fmla="*/ 4520691 h 4529835"/>
              <a:gd name="connsiteX5" fmla="*/ 0 w 240410"/>
              <a:gd name="connsiteY5" fmla="*/ 4529835 h 4529835"/>
              <a:gd name="connsiteX6" fmla="*/ 27940 w 240410"/>
              <a:gd name="connsiteY6" fmla="*/ 4521962 h 4529835"/>
              <a:gd name="connsiteX7" fmla="*/ 240411 w 240410"/>
              <a:gd name="connsiteY7" fmla="*/ 2264918 h 4529835"/>
              <a:gd name="connsiteX8" fmla="*/ 27940 w 240410"/>
              <a:gd name="connsiteY8" fmla="*/ 7874 h 4529835"/>
              <a:gd name="connsiteX9" fmla="*/ 0 w 240410"/>
              <a:gd name="connsiteY9" fmla="*/ 0 h 4529835"/>
              <a:gd name="connsiteX10" fmla="*/ 2159 w 240410"/>
              <a:gd name="connsiteY10" fmla="*/ 9144 h 4529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0410" h="4529835">
                <a:moveTo>
                  <a:pt x="2159" y="9144"/>
                </a:moveTo>
                <a:cubicBezTo>
                  <a:pt x="2159" y="9144"/>
                  <a:pt x="2159" y="9525"/>
                  <a:pt x="2286" y="9779"/>
                </a:cubicBezTo>
                <a:cubicBezTo>
                  <a:pt x="139446" y="558673"/>
                  <a:pt x="215011" y="1359535"/>
                  <a:pt x="215011" y="2264918"/>
                </a:cubicBezTo>
                <a:cubicBezTo>
                  <a:pt x="215011" y="3170301"/>
                  <a:pt x="139446" y="3971163"/>
                  <a:pt x="2286" y="4520057"/>
                </a:cubicBezTo>
                <a:cubicBezTo>
                  <a:pt x="2286" y="4520310"/>
                  <a:pt x="2286" y="4520438"/>
                  <a:pt x="2159" y="4520691"/>
                </a:cubicBezTo>
                <a:cubicBezTo>
                  <a:pt x="1524" y="4523739"/>
                  <a:pt x="762" y="4526788"/>
                  <a:pt x="0" y="4529835"/>
                </a:cubicBezTo>
                <a:cubicBezTo>
                  <a:pt x="9525" y="4527422"/>
                  <a:pt x="18796" y="4524756"/>
                  <a:pt x="27940" y="4521962"/>
                </a:cubicBezTo>
                <a:cubicBezTo>
                  <a:pt x="165481" y="3969258"/>
                  <a:pt x="240411" y="3154552"/>
                  <a:pt x="240411" y="2264918"/>
                </a:cubicBezTo>
                <a:cubicBezTo>
                  <a:pt x="240411" y="1375283"/>
                  <a:pt x="165481" y="560578"/>
                  <a:pt x="27940" y="7874"/>
                </a:cubicBezTo>
                <a:cubicBezTo>
                  <a:pt x="18796" y="5080"/>
                  <a:pt x="9525" y="2413"/>
                  <a:pt x="0" y="0"/>
                </a:cubicBezTo>
                <a:cubicBezTo>
                  <a:pt x="762" y="3048"/>
                  <a:pt x="1524" y="6096"/>
                  <a:pt x="2159" y="9144"/>
                </a:cubicBezTo>
                <a:close/>
              </a:path>
            </a:pathLst>
          </a:custGeom>
          <a:solidFill>
            <a:schemeClr val="accent4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0" name="Forma Livre: Forma 49">
            <a:extLst>
              <a:ext uri="{FF2B5EF4-FFF2-40B4-BE49-F238E27FC236}">
                <a16:creationId xmlns:a16="http://schemas.microsoft.com/office/drawing/2014/main" id="{1E382CFA-9676-E224-3428-6C66417D9677}"/>
              </a:ext>
            </a:extLst>
          </p:cNvPr>
          <p:cNvSpPr/>
          <p:nvPr/>
        </p:nvSpPr>
        <p:spPr>
          <a:xfrm>
            <a:off x="3175" y="376426"/>
            <a:ext cx="5085716" cy="6105016"/>
          </a:xfrm>
          <a:custGeom>
            <a:avLst/>
            <a:gdLst>
              <a:gd name="connsiteX0" fmla="*/ 5085462 w 5085716"/>
              <a:gd name="connsiteY0" fmla="*/ 5338318 h 6105016"/>
              <a:gd name="connsiteX1" fmla="*/ 5057395 w 5085716"/>
              <a:gd name="connsiteY1" fmla="*/ 5345556 h 6105016"/>
              <a:gd name="connsiteX2" fmla="*/ 4508374 w 5085716"/>
              <a:gd name="connsiteY2" fmla="*/ 5866637 h 6105016"/>
              <a:gd name="connsiteX3" fmla="*/ 4508501 w 5085716"/>
              <a:gd name="connsiteY3" fmla="*/ 5866764 h 6105016"/>
              <a:gd name="connsiteX4" fmla="*/ 4507739 w 5085716"/>
              <a:gd name="connsiteY4" fmla="*/ 5866891 h 6105016"/>
              <a:gd name="connsiteX5" fmla="*/ 2252346 w 5085716"/>
              <a:gd name="connsiteY5" fmla="*/ 6079743 h 6105016"/>
              <a:gd name="connsiteX6" fmla="*/ 217703 w 5085716"/>
              <a:gd name="connsiteY6" fmla="*/ 5913740 h 6105016"/>
              <a:gd name="connsiteX7" fmla="*/ 0 w 5085716"/>
              <a:gd name="connsiteY7" fmla="*/ 5867538 h 6105016"/>
              <a:gd name="connsiteX8" fmla="*/ 0 w 5085716"/>
              <a:gd name="connsiteY8" fmla="*/ 5893428 h 6105016"/>
              <a:gd name="connsiteX9" fmla="*/ 203194 w 5085716"/>
              <a:gd name="connsiteY9" fmla="*/ 5936802 h 6105016"/>
              <a:gd name="connsiteX10" fmla="*/ 2252346 w 5085716"/>
              <a:gd name="connsiteY10" fmla="*/ 6105016 h 6105016"/>
              <a:gd name="connsiteX11" fmla="*/ 4513581 w 5085716"/>
              <a:gd name="connsiteY11" fmla="*/ 5891530 h 6105016"/>
              <a:gd name="connsiteX12" fmla="*/ 5085462 w 5085716"/>
              <a:gd name="connsiteY12" fmla="*/ 5338318 h 6105016"/>
              <a:gd name="connsiteX13" fmla="*/ 2252600 w 5085716"/>
              <a:gd name="connsiteY13" fmla="*/ 0 h 6105016"/>
              <a:gd name="connsiteX14" fmla="*/ 203448 w 5085716"/>
              <a:gd name="connsiteY14" fmla="*/ 168252 h 6105016"/>
              <a:gd name="connsiteX15" fmla="*/ 0 w 5085716"/>
              <a:gd name="connsiteY15" fmla="*/ 211645 h 6105016"/>
              <a:gd name="connsiteX16" fmla="*/ 0 w 5085716"/>
              <a:gd name="connsiteY16" fmla="*/ 237632 h 6105016"/>
              <a:gd name="connsiteX17" fmla="*/ 217825 w 5085716"/>
              <a:gd name="connsiteY17" fmla="*/ 191404 h 6105016"/>
              <a:gd name="connsiteX18" fmla="*/ 2252473 w 5085716"/>
              <a:gd name="connsiteY18" fmla="*/ 25400 h 6105016"/>
              <a:gd name="connsiteX19" fmla="*/ 4507866 w 5085716"/>
              <a:gd name="connsiteY19" fmla="*/ 238252 h 6105016"/>
              <a:gd name="connsiteX20" fmla="*/ 4508628 w 5085716"/>
              <a:gd name="connsiteY20" fmla="*/ 238379 h 6105016"/>
              <a:gd name="connsiteX21" fmla="*/ 5057649 w 5085716"/>
              <a:gd name="connsiteY21" fmla="*/ 759460 h 6105016"/>
              <a:gd name="connsiteX22" fmla="*/ 5085716 w 5085716"/>
              <a:gd name="connsiteY22" fmla="*/ 766699 h 6105016"/>
              <a:gd name="connsiteX23" fmla="*/ 4513835 w 5085716"/>
              <a:gd name="connsiteY23" fmla="*/ 213487 h 6105016"/>
              <a:gd name="connsiteX24" fmla="*/ 2252600 w 5085716"/>
              <a:gd name="connsiteY24" fmla="*/ 0 h 6105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085716" h="6105016">
                <a:moveTo>
                  <a:pt x="5085462" y="5338318"/>
                </a:moveTo>
                <a:cubicBezTo>
                  <a:pt x="5076191" y="5340857"/>
                  <a:pt x="5066920" y="5343270"/>
                  <a:pt x="5057395" y="5345556"/>
                </a:cubicBezTo>
                <a:cubicBezTo>
                  <a:pt x="4982084" y="5634736"/>
                  <a:pt x="4802125" y="5805424"/>
                  <a:pt x="4508374" y="5866637"/>
                </a:cubicBezTo>
                <a:lnTo>
                  <a:pt x="4508501" y="5866764"/>
                </a:lnTo>
                <a:cubicBezTo>
                  <a:pt x="4508501" y="5866764"/>
                  <a:pt x="4507993" y="5866764"/>
                  <a:pt x="4507739" y="5866891"/>
                </a:cubicBezTo>
                <a:cubicBezTo>
                  <a:pt x="3956432" y="5998209"/>
                  <a:pt x="3092197" y="6079743"/>
                  <a:pt x="2252346" y="6079743"/>
                </a:cubicBezTo>
                <a:cubicBezTo>
                  <a:pt x="1517476" y="6079743"/>
                  <a:pt x="763938" y="6017319"/>
                  <a:pt x="217703" y="5913740"/>
                </a:cubicBezTo>
                <a:lnTo>
                  <a:pt x="0" y="5867538"/>
                </a:lnTo>
                <a:lnTo>
                  <a:pt x="0" y="5893428"/>
                </a:lnTo>
                <a:lnTo>
                  <a:pt x="203194" y="5936802"/>
                </a:lnTo>
                <a:cubicBezTo>
                  <a:pt x="729989" y="6037827"/>
                  <a:pt x="1471915" y="6105016"/>
                  <a:pt x="2252346" y="6105016"/>
                </a:cubicBezTo>
                <a:cubicBezTo>
                  <a:pt x="3144267" y="6105016"/>
                  <a:pt x="3985896" y="6017132"/>
                  <a:pt x="4513581" y="5891530"/>
                </a:cubicBezTo>
                <a:cubicBezTo>
                  <a:pt x="4807586" y="5830188"/>
                  <a:pt x="5006087" y="5661406"/>
                  <a:pt x="5085462" y="5338318"/>
                </a:cubicBezTo>
                <a:close/>
                <a:moveTo>
                  <a:pt x="2252600" y="0"/>
                </a:moveTo>
                <a:cubicBezTo>
                  <a:pt x="1472169" y="0"/>
                  <a:pt x="730243" y="67286"/>
                  <a:pt x="203448" y="168252"/>
                </a:cubicBezTo>
                <a:lnTo>
                  <a:pt x="0" y="211645"/>
                </a:lnTo>
                <a:lnTo>
                  <a:pt x="0" y="237632"/>
                </a:lnTo>
                <a:lnTo>
                  <a:pt x="217825" y="191404"/>
                </a:lnTo>
                <a:cubicBezTo>
                  <a:pt x="764037" y="87825"/>
                  <a:pt x="1517492" y="25400"/>
                  <a:pt x="2252473" y="25400"/>
                </a:cubicBezTo>
                <a:cubicBezTo>
                  <a:pt x="3092451" y="25400"/>
                  <a:pt x="3956559" y="106934"/>
                  <a:pt x="4507866" y="238252"/>
                </a:cubicBezTo>
                <a:cubicBezTo>
                  <a:pt x="4508120" y="238252"/>
                  <a:pt x="4508374" y="238252"/>
                  <a:pt x="4508628" y="238379"/>
                </a:cubicBezTo>
                <a:cubicBezTo>
                  <a:pt x="4802506" y="299593"/>
                  <a:pt x="4982338" y="470281"/>
                  <a:pt x="5057649" y="759460"/>
                </a:cubicBezTo>
                <a:cubicBezTo>
                  <a:pt x="5067174" y="761746"/>
                  <a:pt x="5076445" y="764159"/>
                  <a:pt x="5085716" y="766699"/>
                </a:cubicBezTo>
                <a:cubicBezTo>
                  <a:pt x="5006214" y="443611"/>
                  <a:pt x="4807840" y="274828"/>
                  <a:pt x="4513835" y="213487"/>
                </a:cubicBezTo>
                <a:cubicBezTo>
                  <a:pt x="3986150" y="87757"/>
                  <a:pt x="3144521" y="0"/>
                  <a:pt x="2252600" y="0"/>
                </a:cubicBezTo>
                <a:close/>
              </a:path>
            </a:pathLst>
          </a:custGeom>
          <a:solidFill>
            <a:schemeClr val="accent4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4" name="Forma Livre: Forma 43">
            <a:extLst>
              <a:ext uri="{FF2B5EF4-FFF2-40B4-BE49-F238E27FC236}">
                <a16:creationId xmlns:a16="http://schemas.microsoft.com/office/drawing/2014/main" id="{2B00C027-B459-460E-56F8-8681983CF74F}"/>
              </a:ext>
            </a:extLst>
          </p:cNvPr>
          <p:cNvSpPr/>
          <p:nvPr/>
        </p:nvSpPr>
        <p:spPr>
          <a:xfrm>
            <a:off x="736219" y="958086"/>
            <a:ext cx="4331461" cy="4942077"/>
          </a:xfrm>
          <a:custGeom>
            <a:avLst/>
            <a:gdLst>
              <a:gd name="connsiteX0" fmla="*/ 4295521 w 4331461"/>
              <a:gd name="connsiteY0" fmla="*/ 4744465 h 4942077"/>
              <a:gd name="connsiteX1" fmla="*/ 2470912 w 4331461"/>
              <a:gd name="connsiteY1" fmla="*/ 4916677 h 4942077"/>
              <a:gd name="connsiteX2" fmla="*/ 646303 w 4331461"/>
              <a:gd name="connsiteY2" fmla="*/ 4744465 h 4942077"/>
              <a:gd name="connsiteX3" fmla="*/ 645541 w 4331461"/>
              <a:gd name="connsiteY3" fmla="*/ 4744339 h 4942077"/>
              <a:gd name="connsiteX4" fmla="*/ 197485 w 4331461"/>
              <a:gd name="connsiteY4" fmla="*/ 4296028 h 4942077"/>
              <a:gd name="connsiteX5" fmla="*/ 197358 w 4331461"/>
              <a:gd name="connsiteY5" fmla="*/ 4295394 h 4942077"/>
              <a:gd name="connsiteX6" fmla="*/ 25273 w 4331461"/>
              <a:gd name="connsiteY6" fmla="*/ 2471039 h 4942077"/>
              <a:gd name="connsiteX7" fmla="*/ 197358 w 4331461"/>
              <a:gd name="connsiteY7" fmla="*/ 646684 h 4942077"/>
              <a:gd name="connsiteX8" fmla="*/ 197485 w 4331461"/>
              <a:gd name="connsiteY8" fmla="*/ 646049 h 4942077"/>
              <a:gd name="connsiteX9" fmla="*/ 645541 w 4331461"/>
              <a:gd name="connsiteY9" fmla="*/ 197739 h 4942077"/>
              <a:gd name="connsiteX10" fmla="*/ 646303 w 4331461"/>
              <a:gd name="connsiteY10" fmla="*/ 197612 h 4942077"/>
              <a:gd name="connsiteX11" fmla="*/ 2470912 w 4331461"/>
              <a:gd name="connsiteY11" fmla="*/ 25400 h 4942077"/>
              <a:gd name="connsiteX12" fmla="*/ 4295521 w 4331461"/>
              <a:gd name="connsiteY12" fmla="*/ 197612 h 4942077"/>
              <a:gd name="connsiteX13" fmla="*/ 4296283 w 4331461"/>
              <a:gd name="connsiteY13" fmla="*/ 197739 h 4942077"/>
              <a:gd name="connsiteX14" fmla="*/ 4331462 w 4331461"/>
              <a:gd name="connsiteY14" fmla="*/ 206121 h 4942077"/>
              <a:gd name="connsiteX15" fmla="*/ 4324604 w 4331461"/>
              <a:gd name="connsiteY15" fmla="*/ 178054 h 4942077"/>
              <a:gd name="connsiteX16" fmla="*/ 4301490 w 4331461"/>
              <a:gd name="connsiteY16" fmla="*/ 172847 h 4942077"/>
              <a:gd name="connsiteX17" fmla="*/ 2471039 w 4331461"/>
              <a:gd name="connsiteY17" fmla="*/ 0 h 4942077"/>
              <a:gd name="connsiteX18" fmla="*/ 640588 w 4331461"/>
              <a:gd name="connsiteY18" fmla="*/ 172847 h 4942077"/>
              <a:gd name="connsiteX19" fmla="*/ 172847 w 4331461"/>
              <a:gd name="connsiteY19" fmla="*/ 640588 h 4942077"/>
              <a:gd name="connsiteX20" fmla="*/ 0 w 4331461"/>
              <a:gd name="connsiteY20" fmla="*/ 2471039 h 4942077"/>
              <a:gd name="connsiteX21" fmla="*/ 172847 w 4331461"/>
              <a:gd name="connsiteY21" fmla="*/ 4301490 h 4942077"/>
              <a:gd name="connsiteX22" fmla="*/ 640588 w 4331461"/>
              <a:gd name="connsiteY22" fmla="*/ 4769231 h 4942077"/>
              <a:gd name="connsiteX23" fmla="*/ 2471039 w 4331461"/>
              <a:gd name="connsiteY23" fmla="*/ 4942077 h 4942077"/>
              <a:gd name="connsiteX24" fmla="*/ 4301490 w 4331461"/>
              <a:gd name="connsiteY24" fmla="*/ 4769231 h 4942077"/>
              <a:gd name="connsiteX25" fmla="*/ 4324604 w 4331461"/>
              <a:gd name="connsiteY25" fmla="*/ 4764023 h 4942077"/>
              <a:gd name="connsiteX26" fmla="*/ 4331462 w 4331461"/>
              <a:gd name="connsiteY26" fmla="*/ 4735957 h 4942077"/>
              <a:gd name="connsiteX27" fmla="*/ 4296283 w 4331461"/>
              <a:gd name="connsiteY27" fmla="*/ 4744339 h 4942077"/>
              <a:gd name="connsiteX28" fmla="*/ 4295521 w 4331461"/>
              <a:gd name="connsiteY28" fmla="*/ 4744465 h 4942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331461" h="4942077">
                <a:moveTo>
                  <a:pt x="4295521" y="4744465"/>
                </a:moveTo>
                <a:cubicBezTo>
                  <a:pt x="3849624" y="4850638"/>
                  <a:pt x="3150489" y="4916677"/>
                  <a:pt x="2470912" y="4916677"/>
                </a:cubicBezTo>
                <a:cubicBezTo>
                  <a:pt x="1791335" y="4916677"/>
                  <a:pt x="1092200" y="4850765"/>
                  <a:pt x="646303" y="4744465"/>
                </a:cubicBezTo>
                <a:cubicBezTo>
                  <a:pt x="646049" y="4744465"/>
                  <a:pt x="645795" y="4744465"/>
                  <a:pt x="645541" y="4744339"/>
                </a:cubicBezTo>
                <a:cubicBezTo>
                  <a:pt x="399669" y="4693031"/>
                  <a:pt x="253111" y="4546472"/>
                  <a:pt x="197485" y="4296028"/>
                </a:cubicBezTo>
                <a:cubicBezTo>
                  <a:pt x="197485" y="4295775"/>
                  <a:pt x="197485" y="4295647"/>
                  <a:pt x="197358" y="4295394"/>
                </a:cubicBezTo>
                <a:cubicBezTo>
                  <a:pt x="86360" y="3851528"/>
                  <a:pt x="25273" y="3203575"/>
                  <a:pt x="25273" y="2471039"/>
                </a:cubicBezTo>
                <a:cubicBezTo>
                  <a:pt x="25273" y="1738503"/>
                  <a:pt x="86360" y="1090549"/>
                  <a:pt x="197358" y="646684"/>
                </a:cubicBezTo>
                <a:cubicBezTo>
                  <a:pt x="197358" y="646430"/>
                  <a:pt x="197358" y="646303"/>
                  <a:pt x="197485" y="646049"/>
                </a:cubicBezTo>
                <a:cubicBezTo>
                  <a:pt x="253111" y="395605"/>
                  <a:pt x="399669" y="248920"/>
                  <a:pt x="645541" y="197739"/>
                </a:cubicBezTo>
                <a:cubicBezTo>
                  <a:pt x="645795" y="197739"/>
                  <a:pt x="646049" y="197739"/>
                  <a:pt x="646303" y="197612"/>
                </a:cubicBezTo>
                <a:cubicBezTo>
                  <a:pt x="1092200" y="91440"/>
                  <a:pt x="1791335" y="25400"/>
                  <a:pt x="2470912" y="25400"/>
                </a:cubicBezTo>
                <a:cubicBezTo>
                  <a:pt x="3150489" y="25400"/>
                  <a:pt x="3849624" y="91313"/>
                  <a:pt x="4295521" y="197612"/>
                </a:cubicBezTo>
                <a:cubicBezTo>
                  <a:pt x="4295775" y="197612"/>
                  <a:pt x="4296029" y="197612"/>
                  <a:pt x="4296283" y="197739"/>
                </a:cubicBezTo>
                <a:cubicBezTo>
                  <a:pt x="4308348" y="200279"/>
                  <a:pt x="4319905" y="203200"/>
                  <a:pt x="4331462" y="206121"/>
                </a:cubicBezTo>
                <a:cubicBezTo>
                  <a:pt x="4329303" y="196596"/>
                  <a:pt x="4327017" y="187198"/>
                  <a:pt x="4324604" y="178054"/>
                </a:cubicBezTo>
                <a:cubicBezTo>
                  <a:pt x="4316984" y="176276"/>
                  <a:pt x="4309237" y="174498"/>
                  <a:pt x="4301490" y="172847"/>
                </a:cubicBezTo>
                <a:cubicBezTo>
                  <a:pt x="3874262" y="71120"/>
                  <a:pt x="3193034" y="0"/>
                  <a:pt x="2471039" y="0"/>
                </a:cubicBezTo>
                <a:cubicBezTo>
                  <a:pt x="1749044" y="0"/>
                  <a:pt x="1067689" y="71120"/>
                  <a:pt x="640588" y="172847"/>
                </a:cubicBezTo>
                <a:cubicBezTo>
                  <a:pt x="396621" y="223774"/>
                  <a:pt x="233934" y="366014"/>
                  <a:pt x="172847" y="640588"/>
                </a:cubicBezTo>
                <a:cubicBezTo>
                  <a:pt x="60960" y="1088009"/>
                  <a:pt x="0" y="1749044"/>
                  <a:pt x="0" y="2471039"/>
                </a:cubicBezTo>
                <a:cubicBezTo>
                  <a:pt x="0" y="3193033"/>
                  <a:pt x="60960" y="3854069"/>
                  <a:pt x="172847" y="4301490"/>
                </a:cubicBezTo>
                <a:cubicBezTo>
                  <a:pt x="233807" y="4576064"/>
                  <a:pt x="396621" y="4718303"/>
                  <a:pt x="640588" y="4769231"/>
                </a:cubicBezTo>
                <a:cubicBezTo>
                  <a:pt x="1067816" y="4870958"/>
                  <a:pt x="1749044" y="4942077"/>
                  <a:pt x="2471039" y="4942077"/>
                </a:cubicBezTo>
                <a:cubicBezTo>
                  <a:pt x="3193034" y="4942077"/>
                  <a:pt x="3874389" y="4870958"/>
                  <a:pt x="4301490" y="4769231"/>
                </a:cubicBezTo>
                <a:cubicBezTo>
                  <a:pt x="4309237" y="4767579"/>
                  <a:pt x="4316984" y="4765928"/>
                  <a:pt x="4324604" y="4764023"/>
                </a:cubicBezTo>
                <a:cubicBezTo>
                  <a:pt x="4327017" y="4754752"/>
                  <a:pt x="4329303" y="4745354"/>
                  <a:pt x="4331462" y="4735957"/>
                </a:cubicBezTo>
                <a:cubicBezTo>
                  <a:pt x="4319905" y="4738877"/>
                  <a:pt x="4308348" y="4741798"/>
                  <a:pt x="4296283" y="4744339"/>
                </a:cubicBezTo>
                <a:cubicBezTo>
                  <a:pt x="4296029" y="4744339"/>
                  <a:pt x="4295775" y="4744339"/>
                  <a:pt x="4295521" y="4744465"/>
                </a:cubicBezTo>
                <a:close/>
              </a:path>
            </a:pathLst>
          </a:custGeom>
          <a:solidFill>
            <a:schemeClr val="accent6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5" name="Forma Livre: Forma 44">
            <a:extLst>
              <a:ext uri="{FF2B5EF4-FFF2-40B4-BE49-F238E27FC236}">
                <a16:creationId xmlns:a16="http://schemas.microsoft.com/office/drawing/2014/main" id="{46821465-FC52-4EC5-1FA5-1701237FDA8B}"/>
              </a:ext>
            </a:extLst>
          </p:cNvPr>
          <p:cNvSpPr/>
          <p:nvPr/>
        </p:nvSpPr>
        <p:spPr>
          <a:xfrm>
            <a:off x="5088763" y="1143252"/>
            <a:ext cx="589407" cy="4571491"/>
          </a:xfrm>
          <a:custGeom>
            <a:avLst/>
            <a:gdLst>
              <a:gd name="connsiteX0" fmla="*/ 416560 w 589407"/>
              <a:gd name="connsiteY0" fmla="*/ 455295 h 4571491"/>
              <a:gd name="connsiteX1" fmla="*/ 0 w 589407"/>
              <a:gd name="connsiteY1" fmla="*/ 0 h 4571491"/>
              <a:gd name="connsiteX2" fmla="*/ 5842 w 589407"/>
              <a:gd name="connsiteY2" fmla="*/ 24511 h 4571491"/>
              <a:gd name="connsiteX3" fmla="*/ 6858 w 589407"/>
              <a:gd name="connsiteY3" fmla="*/ 28702 h 4571491"/>
              <a:gd name="connsiteX4" fmla="*/ 391795 w 589407"/>
              <a:gd name="connsiteY4" fmla="*/ 460756 h 4571491"/>
              <a:gd name="connsiteX5" fmla="*/ 391922 w 589407"/>
              <a:gd name="connsiteY5" fmla="*/ 461391 h 4571491"/>
              <a:gd name="connsiteX6" fmla="*/ 564007 w 589407"/>
              <a:gd name="connsiteY6" fmla="*/ 2285746 h 4571491"/>
              <a:gd name="connsiteX7" fmla="*/ 391922 w 589407"/>
              <a:gd name="connsiteY7" fmla="*/ 4110100 h 4571491"/>
              <a:gd name="connsiteX8" fmla="*/ 391795 w 589407"/>
              <a:gd name="connsiteY8" fmla="*/ 4110736 h 4571491"/>
              <a:gd name="connsiteX9" fmla="*/ 6858 w 589407"/>
              <a:gd name="connsiteY9" fmla="*/ 4542790 h 4571491"/>
              <a:gd name="connsiteX10" fmla="*/ 5842 w 589407"/>
              <a:gd name="connsiteY10" fmla="*/ 4546980 h 4571491"/>
              <a:gd name="connsiteX11" fmla="*/ 0 w 589407"/>
              <a:gd name="connsiteY11" fmla="*/ 4571492 h 4571491"/>
              <a:gd name="connsiteX12" fmla="*/ 416560 w 589407"/>
              <a:gd name="connsiteY12" fmla="*/ 4116197 h 4571491"/>
              <a:gd name="connsiteX13" fmla="*/ 589407 w 589407"/>
              <a:gd name="connsiteY13" fmla="*/ 2285746 h 4571491"/>
              <a:gd name="connsiteX14" fmla="*/ 416560 w 589407"/>
              <a:gd name="connsiteY14" fmla="*/ 455295 h 4571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89407" h="4571491">
                <a:moveTo>
                  <a:pt x="416560" y="455295"/>
                </a:moveTo>
                <a:cubicBezTo>
                  <a:pt x="359918" y="200406"/>
                  <a:pt x="215646" y="59563"/>
                  <a:pt x="0" y="0"/>
                </a:cubicBezTo>
                <a:cubicBezTo>
                  <a:pt x="2032" y="8128"/>
                  <a:pt x="3937" y="16256"/>
                  <a:pt x="5842" y="24511"/>
                </a:cubicBezTo>
                <a:cubicBezTo>
                  <a:pt x="6223" y="25908"/>
                  <a:pt x="6477" y="27305"/>
                  <a:pt x="6858" y="28702"/>
                </a:cubicBezTo>
                <a:cubicBezTo>
                  <a:pt x="214757" y="90932"/>
                  <a:pt x="341122" y="232664"/>
                  <a:pt x="391795" y="460756"/>
                </a:cubicBezTo>
                <a:cubicBezTo>
                  <a:pt x="391795" y="461010"/>
                  <a:pt x="391795" y="461137"/>
                  <a:pt x="391922" y="461391"/>
                </a:cubicBezTo>
                <a:cubicBezTo>
                  <a:pt x="502920" y="905256"/>
                  <a:pt x="564007" y="1553210"/>
                  <a:pt x="564007" y="2285746"/>
                </a:cubicBezTo>
                <a:cubicBezTo>
                  <a:pt x="564007" y="3018282"/>
                  <a:pt x="502920" y="3666236"/>
                  <a:pt x="391922" y="4110100"/>
                </a:cubicBezTo>
                <a:cubicBezTo>
                  <a:pt x="391922" y="4110355"/>
                  <a:pt x="391922" y="4110481"/>
                  <a:pt x="391795" y="4110736"/>
                </a:cubicBezTo>
                <a:cubicBezTo>
                  <a:pt x="341122" y="4338828"/>
                  <a:pt x="214757" y="4480560"/>
                  <a:pt x="6858" y="4542790"/>
                </a:cubicBezTo>
                <a:cubicBezTo>
                  <a:pt x="6477" y="4544186"/>
                  <a:pt x="6223" y="4545584"/>
                  <a:pt x="5842" y="4546980"/>
                </a:cubicBezTo>
                <a:cubicBezTo>
                  <a:pt x="3937" y="4555236"/>
                  <a:pt x="2032" y="4563364"/>
                  <a:pt x="0" y="4571492"/>
                </a:cubicBezTo>
                <a:cubicBezTo>
                  <a:pt x="215519" y="4511929"/>
                  <a:pt x="359918" y="4371086"/>
                  <a:pt x="416560" y="4116197"/>
                </a:cubicBezTo>
                <a:cubicBezTo>
                  <a:pt x="528447" y="3668776"/>
                  <a:pt x="589407" y="3007741"/>
                  <a:pt x="589407" y="2285746"/>
                </a:cubicBezTo>
                <a:cubicBezTo>
                  <a:pt x="589407" y="1563751"/>
                  <a:pt x="528447" y="902716"/>
                  <a:pt x="416560" y="455295"/>
                </a:cubicBezTo>
                <a:close/>
              </a:path>
            </a:pathLst>
          </a:custGeom>
          <a:solidFill>
            <a:schemeClr val="accent3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6" name="Forma Livre: Forma 45">
            <a:extLst>
              <a:ext uri="{FF2B5EF4-FFF2-40B4-BE49-F238E27FC236}">
                <a16:creationId xmlns:a16="http://schemas.microsoft.com/office/drawing/2014/main" id="{F8E7B4DD-FEA2-3E77-2DEC-1800908B7DF9}"/>
              </a:ext>
            </a:extLst>
          </p:cNvPr>
          <p:cNvSpPr/>
          <p:nvPr/>
        </p:nvSpPr>
        <p:spPr>
          <a:xfrm>
            <a:off x="5060696" y="1136013"/>
            <a:ext cx="34924" cy="35941"/>
          </a:xfrm>
          <a:custGeom>
            <a:avLst/>
            <a:gdLst>
              <a:gd name="connsiteX0" fmla="*/ 6985 w 34924"/>
              <a:gd name="connsiteY0" fmla="*/ 28067 h 35941"/>
              <a:gd name="connsiteX1" fmla="*/ 34925 w 34924"/>
              <a:gd name="connsiteY1" fmla="*/ 35941 h 35941"/>
              <a:gd name="connsiteX2" fmla="*/ 33909 w 34924"/>
              <a:gd name="connsiteY2" fmla="*/ 31750 h 35941"/>
              <a:gd name="connsiteX3" fmla="*/ 28067 w 34924"/>
              <a:gd name="connsiteY3" fmla="*/ 7239 h 35941"/>
              <a:gd name="connsiteX4" fmla="*/ 0 w 34924"/>
              <a:gd name="connsiteY4" fmla="*/ 0 h 35941"/>
              <a:gd name="connsiteX5" fmla="*/ 6858 w 34924"/>
              <a:gd name="connsiteY5" fmla="*/ 28067 h 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924" h="35941">
                <a:moveTo>
                  <a:pt x="6985" y="28067"/>
                </a:moveTo>
                <a:cubicBezTo>
                  <a:pt x="16510" y="30480"/>
                  <a:pt x="25781" y="33147"/>
                  <a:pt x="34925" y="35941"/>
                </a:cubicBezTo>
                <a:cubicBezTo>
                  <a:pt x="34544" y="34544"/>
                  <a:pt x="34290" y="33147"/>
                  <a:pt x="33909" y="31750"/>
                </a:cubicBezTo>
                <a:cubicBezTo>
                  <a:pt x="32004" y="23495"/>
                  <a:pt x="30099" y="15367"/>
                  <a:pt x="28067" y="7239"/>
                </a:cubicBezTo>
                <a:cubicBezTo>
                  <a:pt x="18796" y="4699"/>
                  <a:pt x="9525" y="2286"/>
                  <a:pt x="0" y="0"/>
                </a:cubicBezTo>
                <a:cubicBezTo>
                  <a:pt x="2413" y="9271"/>
                  <a:pt x="4699" y="18669"/>
                  <a:pt x="6858" y="28067"/>
                </a:cubicBezTo>
                <a:close/>
              </a:path>
            </a:pathLst>
          </a:custGeom>
          <a:solidFill>
            <a:schemeClr val="accent4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7" name="Forma Livre: Forma 46">
            <a:extLst>
              <a:ext uri="{FF2B5EF4-FFF2-40B4-BE49-F238E27FC236}">
                <a16:creationId xmlns:a16="http://schemas.microsoft.com/office/drawing/2014/main" id="{2F1F8689-6926-09D1-6FEB-112C587E9E2C}"/>
              </a:ext>
            </a:extLst>
          </p:cNvPr>
          <p:cNvSpPr/>
          <p:nvPr/>
        </p:nvSpPr>
        <p:spPr>
          <a:xfrm>
            <a:off x="5060823" y="5686042"/>
            <a:ext cx="34924" cy="35940"/>
          </a:xfrm>
          <a:custGeom>
            <a:avLst/>
            <a:gdLst>
              <a:gd name="connsiteX0" fmla="*/ 34798 w 34924"/>
              <a:gd name="connsiteY0" fmla="*/ 0 h 35940"/>
              <a:gd name="connsiteX1" fmla="*/ 6858 w 34924"/>
              <a:gd name="connsiteY1" fmla="*/ 7874 h 35940"/>
              <a:gd name="connsiteX2" fmla="*/ 0 w 34924"/>
              <a:gd name="connsiteY2" fmla="*/ 35941 h 35940"/>
              <a:gd name="connsiteX3" fmla="*/ 28067 w 34924"/>
              <a:gd name="connsiteY3" fmla="*/ 28702 h 35940"/>
              <a:gd name="connsiteX4" fmla="*/ 33909 w 34924"/>
              <a:gd name="connsiteY4" fmla="*/ 4191 h 35940"/>
              <a:gd name="connsiteX5" fmla="*/ 34925 w 34924"/>
              <a:gd name="connsiteY5" fmla="*/ 0 h 35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924" h="35940">
                <a:moveTo>
                  <a:pt x="34798" y="0"/>
                </a:moveTo>
                <a:cubicBezTo>
                  <a:pt x="25654" y="2794"/>
                  <a:pt x="16383" y="5461"/>
                  <a:pt x="6858" y="7874"/>
                </a:cubicBezTo>
                <a:cubicBezTo>
                  <a:pt x="4699" y="17399"/>
                  <a:pt x="2413" y="26797"/>
                  <a:pt x="0" y="35941"/>
                </a:cubicBezTo>
                <a:cubicBezTo>
                  <a:pt x="9525" y="33655"/>
                  <a:pt x="18796" y="31242"/>
                  <a:pt x="28067" y="28702"/>
                </a:cubicBezTo>
                <a:cubicBezTo>
                  <a:pt x="30099" y="20574"/>
                  <a:pt x="32004" y="12446"/>
                  <a:pt x="33909" y="4191"/>
                </a:cubicBezTo>
                <a:cubicBezTo>
                  <a:pt x="34290" y="2794"/>
                  <a:pt x="34544" y="1397"/>
                  <a:pt x="34925" y="0"/>
                </a:cubicBezTo>
                <a:close/>
              </a:path>
            </a:pathLst>
          </a:custGeom>
          <a:solidFill>
            <a:schemeClr val="accent4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2" name="Espaço Reservado para Texto 19">
            <a:extLst>
              <a:ext uri="{FF2B5EF4-FFF2-40B4-BE49-F238E27FC236}">
                <a16:creationId xmlns:a16="http://schemas.microsoft.com/office/drawing/2014/main" id="{1E66B6DA-C360-636F-8BDA-8DDFAF09F6D2}"/>
              </a:ext>
            </a:extLst>
          </p:cNvPr>
          <p:cNvSpPr>
            <a:spLocks noGrp="1"/>
          </p:cNvSpPr>
          <p:nvPr userDrawn="1">
            <p:ph type="body" sz="quarter" idx="63" hasCustomPrompt="1"/>
          </p:nvPr>
        </p:nvSpPr>
        <p:spPr>
          <a:xfrm>
            <a:off x="1630304" y="4170347"/>
            <a:ext cx="3233796" cy="86491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6600" spc="-150">
                <a:solidFill>
                  <a:schemeClr val="accent4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Agenda</a:t>
            </a:r>
          </a:p>
        </p:txBody>
      </p:sp>
      <p:sp>
        <p:nvSpPr>
          <p:cNvPr id="3" name="Espaço Reservado para Texto 19">
            <a:extLst>
              <a:ext uri="{FF2B5EF4-FFF2-40B4-BE49-F238E27FC236}">
                <a16:creationId xmlns:a16="http://schemas.microsoft.com/office/drawing/2014/main" id="{59D79305-D589-FF55-13C5-37F50667BF18}"/>
              </a:ext>
            </a:extLst>
          </p:cNvPr>
          <p:cNvSpPr>
            <a:spLocks noGrp="1"/>
          </p:cNvSpPr>
          <p:nvPr userDrawn="1">
            <p:ph type="body" sz="quarter" idx="64" hasCustomPrompt="1"/>
          </p:nvPr>
        </p:nvSpPr>
        <p:spPr>
          <a:xfrm>
            <a:off x="7592954" y="909864"/>
            <a:ext cx="589407" cy="44351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3000">
                <a:solidFill>
                  <a:schemeClr val="accent4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1.</a:t>
            </a:r>
          </a:p>
        </p:txBody>
      </p:sp>
      <p:sp>
        <p:nvSpPr>
          <p:cNvPr id="15" name="Espaço Reservado para Texto 19">
            <a:extLst>
              <a:ext uri="{FF2B5EF4-FFF2-40B4-BE49-F238E27FC236}">
                <a16:creationId xmlns:a16="http://schemas.microsoft.com/office/drawing/2014/main" id="{CC7CCFCF-7558-17C2-B455-D0E18DA3F56D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592954" y="1586956"/>
            <a:ext cx="589407" cy="44351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3000">
                <a:solidFill>
                  <a:schemeClr val="accent4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2.</a:t>
            </a:r>
          </a:p>
        </p:txBody>
      </p:sp>
      <p:sp>
        <p:nvSpPr>
          <p:cNvPr id="17" name="Espaço Reservado para Texto 19">
            <a:extLst>
              <a:ext uri="{FF2B5EF4-FFF2-40B4-BE49-F238E27FC236}">
                <a16:creationId xmlns:a16="http://schemas.microsoft.com/office/drawing/2014/main" id="{0701F590-BC9F-D699-1BBF-B2678D757644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7592954" y="2264048"/>
            <a:ext cx="589407" cy="44351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3000">
                <a:solidFill>
                  <a:schemeClr val="accent4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3.</a:t>
            </a:r>
          </a:p>
        </p:txBody>
      </p:sp>
      <p:sp>
        <p:nvSpPr>
          <p:cNvPr id="19" name="Espaço Reservado para Texto 19">
            <a:extLst>
              <a:ext uri="{FF2B5EF4-FFF2-40B4-BE49-F238E27FC236}">
                <a16:creationId xmlns:a16="http://schemas.microsoft.com/office/drawing/2014/main" id="{3193CDF7-6AB1-6F5B-11FE-5539100E9BB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7592954" y="2941140"/>
            <a:ext cx="589407" cy="44351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3000">
                <a:solidFill>
                  <a:schemeClr val="accent4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4.</a:t>
            </a:r>
          </a:p>
        </p:txBody>
      </p:sp>
      <p:sp>
        <p:nvSpPr>
          <p:cNvPr id="21" name="Espaço Reservado para Texto 19">
            <a:extLst>
              <a:ext uri="{FF2B5EF4-FFF2-40B4-BE49-F238E27FC236}">
                <a16:creationId xmlns:a16="http://schemas.microsoft.com/office/drawing/2014/main" id="{EF35324C-E9BB-6C7C-CD01-734E492AF4D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7592954" y="3618232"/>
            <a:ext cx="589407" cy="44351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3000">
                <a:solidFill>
                  <a:schemeClr val="accent4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5.</a:t>
            </a:r>
          </a:p>
        </p:txBody>
      </p:sp>
      <p:sp>
        <p:nvSpPr>
          <p:cNvPr id="23" name="Espaço Reservado para Texto 19">
            <a:extLst>
              <a:ext uri="{FF2B5EF4-FFF2-40B4-BE49-F238E27FC236}">
                <a16:creationId xmlns:a16="http://schemas.microsoft.com/office/drawing/2014/main" id="{B7AEF682-B72E-A995-68DF-2742F0AA17EA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7592954" y="4295324"/>
            <a:ext cx="589407" cy="44351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3000">
                <a:solidFill>
                  <a:schemeClr val="accent4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6.</a:t>
            </a:r>
          </a:p>
        </p:txBody>
      </p:sp>
      <p:sp>
        <p:nvSpPr>
          <p:cNvPr id="6" name="Espaço Reservado para Texto 19">
            <a:extLst>
              <a:ext uri="{FF2B5EF4-FFF2-40B4-BE49-F238E27FC236}">
                <a16:creationId xmlns:a16="http://schemas.microsoft.com/office/drawing/2014/main" id="{259C3BCB-173E-4DEC-DE1D-D66E8AC8EA4A}"/>
              </a:ext>
            </a:extLst>
          </p:cNvPr>
          <p:cNvSpPr>
            <a:spLocks noGrp="1"/>
          </p:cNvSpPr>
          <p:nvPr userDrawn="1">
            <p:ph type="body" sz="quarter" idx="65" hasCustomPrompt="1"/>
          </p:nvPr>
        </p:nvSpPr>
        <p:spPr>
          <a:xfrm>
            <a:off x="8085136" y="1024732"/>
            <a:ext cx="3172143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</a:p>
        </p:txBody>
      </p:sp>
      <p:sp>
        <p:nvSpPr>
          <p:cNvPr id="8" name="Espaço Reservado para Texto 19">
            <a:extLst>
              <a:ext uri="{FF2B5EF4-FFF2-40B4-BE49-F238E27FC236}">
                <a16:creationId xmlns:a16="http://schemas.microsoft.com/office/drawing/2014/main" id="{D3A13CF9-2FD9-7B35-9739-44146FE5E85B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085136" y="1686268"/>
            <a:ext cx="3172143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</a:p>
        </p:txBody>
      </p:sp>
      <p:sp>
        <p:nvSpPr>
          <p:cNvPr id="9" name="Espaço Reservado para Texto 19">
            <a:extLst>
              <a:ext uri="{FF2B5EF4-FFF2-40B4-BE49-F238E27FC236}">
                <a16:creationId xmlns:a16="http://schemas.microsoft.com/office/drawing/2014/main" id="{1AF6B70F-ACC3-6F49-B11A-D3B212FF04F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8085136" y="2368247"/>
            <a:ext cx="3172143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</a:p>
        </p:txBody>
      </p:sp>
      <p:sp>
        <p:nvSpPr>
          <p:cNvPr id="10" name="Espaço Reservado para Texto 19">
            <a:extLst>
              <a:ext uri="{FF2B5EF4-FFF2-40B4-BE49-F238E27FC236}">
                <a16:creationId xmlns:a16="http://schemas.microsoft.com/office/drawing/2014/main" id="{CA0079DB-4E75-77AE-946E-7967C6BAEA3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085136" y="3042922"/>
            <a:ext cx="3172143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</a:p>
        </p:txBody>
      </p:sp>
      <p:sp>
        <p:nvSpPr>
          <p:cNvPr id="11" name="Espaço Reservado para Texto 19">
            <a:extLst>
              <a:ext uri="{FF2B5EF4-FFF2-40B4-BE49-F238E27FC236}">
                <a16:creationId xmlns:a16="http://schemas.microsoft.com/office/drawing/2014/main" id="{FC07C4B9-FD29-A2A5-8108-A934060998D8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8085136" y="3717806"/>
            <a:ext cx="3172143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</a:p>
        </p:txBody>
      </p:sp>
      <p:sp>
        <p:nvSpPr>
          <p:cNvPr id="13" name="Espaço Reservado para Texto 19">
            <a:extLst>
              <a:ext uri="{FF2B5EF4-FFF2-40B4-BE49-F238E27FC236}">
                <a16:creationId xmlns:a16="http://schemas.microsoft.com/office/drawing/2014/main" id="{BD0228E5-7186-A7C0-E00B-A8C8F9F7D0F1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8085136" y="4396570"/>
            <a:ext cx="3172143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B1B1160E-600A-A6D5-CE44-90FC521DD700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322A3AD8-CB96-BAEE-AAF3-557B4EA915B5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64CD6F8A-AF3C-D9E9-A6AA-D9ABD8A02132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354D952B-47C5-D461-239F-7D3C87745AB8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B506E35-FF6C-94FF-8EF8-C8FFB1CBC5EB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4AEC5526-3A94-1658-7E22-CBA0ABE66CE3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9C23F28E-78A0-7272-D903-182C76BDF9AA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721F323A-FA6B-73A2-1B9F-C5574DDBD0FB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23A79A53-90BA-814B-EB51-D48794CE011C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6BC2FAA8-22D3-C209-2A79-93690B37DD5D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B1785284-07E4-4046-BDC7-8315955C33D9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33" name="Retângulo: Cantos Arredondados 32">
              <a:extLst>
                <a:ext uri="{FF2B5EF4-FFF2-40B4-BE49-F238E27FC236}">
                  <a16:creationId xmlns:a16="http://schemas.microsoft.com/office/drawing/2014/main" id="{43FCE42D-29C8-64D9-6EC4-DAD7CC472DE8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9F1B2E19-5F4F-5323-87EC-BF91358DD1C9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BE01D667-9ABD-A550-BFFD-67EA315A240F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1979C584-78B5-8334-7075-DBFA3772EF13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37" name="Retângulo: Cantos Arredondados 36">
              <a:extLst>
                <a:ext uri="{FF2B5EF4-FFF2-40B4-BE49-F238E27FC236}">
                  <a16:creationId xmlns:a16="http://schemas.microsoft.com/office/drawing/2014/main" id="{2F4EBB63-349C-6E90-E006-388DE3451868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8" name="Retângulo: Cantos Arredondados 37">
              <a:extLst>
                <a:ext uri="{FF2B5EF4-FFF2-40B4-BE49-F238E27FC236}">
                  <a16:creationId xmlns:a16="http://schemas.microsoft.com/office/drawing/2014/main" id="{12775698-CA60-823F-6936-752E0DC1A745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43" name="Retângulo: Cantos Arredondados 42">
              <a:extLst>
                <a:ext uri="{FF2B5EF4-FFF2-40B4-BE49-F238E27FC236}">
                  <a16:creationId xmlns:a16="http://schemas.microsoft.com/office/drawing/2014/main" id="{0662F76F-1E87-E7BE-7C82-3C05C36E2528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48" name="Retângulo: Cantos Arredondados 47">
              <a:extLst>
                <a:ext uri="{FF2B5EF4-FFF2-40B4-BE49-F238E27FC236}">
                  <a16:creationId xmlns:a16="http://schemas.microsoft.com/office/drawing/2014/main" id="{43E19288-9DA6-B45F-6F21-C1BCE6B29B95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49" name="CaixaDeTexto 48">
              <a:extLst>
                <a:ext uri="{FF2B5EF4-FFF2-40B4-BE49-F238E27FC236}">
                  <a16:creationId xmlns:a16="http://schemas.microsoft.com/office/drawing/2014/main" id="{2948865A-89F0-E268-3619-306DA8534D7A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51" name="CaixaDeTexto 50">
              <a:extLst>
                <a:ext uri="{FF2B5EF4-FFF2-40B4-BE49-F238E27FC236}">
                  <a16:creationId xmlns:a16="http://schemas.microsoft.com/office/drawing/2014/main" id="{EBA623E2-FAF4-A221-6017-5039EB9DC6C2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52" name="CaixaDeTexto 51">
              <a:extLst>
                <a:ext uri="{FF2B5EF4-FFF2-40B4-BE49-F238E27FC236}">
                  <a16:creationId xmlns:a16="http://schemas.microsoft.com/office/drawing/2014/main" id="{B5FA9863-7E30-1157-E9F7-0CBBA9BDB64D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53" name="CaixaDeTexto 52">
              <a:extLst>
                <a:ext uri="{FF2B5EF4-FFF2-40B4-BE49-F238E27FC236}">
                  <a16:creationId xmlns:a16="http://schemas.microsoft.com/office/drawing/2014/main" id="{617751CB-F6D4-E697-2C4F-F080BE0AAEB8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BFAD88FC-CFE0-8A13-B6F9-F2136E90ABE3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55" name="Retângulo: Cantos Arredondados 54">
              <a:extLst>
                <a:ext uri="{FF2B5EF4-FFF2-40B4-BE49-F238E27FC236}">
                  <a16:creationId xmlns:a16="http://schemas.microsoft.com/office/drawing/2014/main" id="{4D833E05-B6F6-B12B-8035-1E7F58BD3C72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56" name="Retângulo: Cantos Arredondados 55">
              <a:extLst>
                <a:ext uri="{FF2B5EF4-FFF2-40B4-BE49-F238E27FC236}">
                  <a16:creationId xmlns:a16="http://schemas.microsoft.com/office/drawing/2014/main" id="{01DE24EC-B65D-5CFC-0AA1-435B036C0F34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57" name="CaixaDeTexto 56">
              <a:extLst>
                <a:ext uri="{FF2B5EF4-FFF2-40B4-BE49-F238E27FC236}">
                  <a16:creationId xmlns:a16="http://schemas.microsoft.com/office/drawing/2014/main" id="{801E2EF9-71CD-66B0-D35B-054D4B0172DD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58" name="CaixaDeTexto 57">
              <a:extLst>
                <a:ext uri="{FF2B5EF4-FFF2-40B4-BE49-F238E27FC236}">
                  <a16:creationId xmlns:a16="http://schemas.microsoft.com/office/drawing/2014/main" id="{B95AF033-0492-2DAD-40E2-590A693343AF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  <p:sp>
        <p:nvSpPr>
          <p:cNvPr id="72" name="Espaço Reservado para Texto 19">
            <a:extLst>
              <a:ext uri="{FF2B5EF4-FFF2-40B4-BE49-F238E27FC236}">
                <a16:creationId xmlns:a16="http://schemas.microsoft.com/office/drawing/2014/main" id="{A3A633BE-2746-A6D0-F2BF-91DC4146F69A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7592954" y="4972416"/>
            <a:ext cx="589407" cy="44351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3000">
                <a:solidFill>
                  <a:schemeClr val="accent4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7.</a:t>
            </a:r>
          </a:p>
        </p:txBody>
      </p:sp>
      <p:sp>
        <p:nvSpPr>
          <p:cNvPr id="73" name="Espaço Reservado para Texto 19">
            <a:extLst>
              <a:ext uri="{FF2B5EF4-FFF2-40B4-BE49-F238E27FC236}">
                <a16:creationId xmlns:a16="http://schemas.microsoft.com/office/drawing/2014/main" id="{0F7C4A7D-C0E5-FA29-0A81-0F27767F1E11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8085136" y="5076827"/>
            <a:ext cx="3172143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</a:p>
        </p:txBody>
      </p:sp>
      <p:sp>
        <p:nvSpPr>
          <p:cNvPr id="74" name="Espaço Reservado para Texto 19">
            <a:extLst>
              <a:ext uri="{FF2B5EF4-FFF2-40B4-BE49-F238E27FC236}">
                <a16:creationId xmlns:a16="http://schemas.microsoft.com/office/drawing/2014/main" id="{723E75D1-A91B-EFD0-4B34-6862F34572BF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7592954" y="5649510"/>
            <a:ext cx="589407" cy="44351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3000">
                <a:solidFill>
                  <a:schemeClr val="accent4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8.</a:t>
            </a:r>
          </a:p>
        </p:txBody>
      </p:sp>
      <p:sp>
        <p:nvSpPr>
          <p:cNvPr id="75" name="Espaço Reservado para Texto 19">
            <a:extLst>
              <a:ext uri="{FF2B5EF4-FFF2-40B4-BE49-F238E27FC236}">
                <a16:creationId xmlns:a16="http://schemas.microsoft.com/office/drawing/2014/main" id="{76349C1A-BA82-B6D3-ECC1-9E37AEC7E50F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8085136" y="5751678"/>
            <a:ext cx="3172143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</a:p>
        </p:txBody>
      </p:sp>
    </p:spTree>
    <p:extLst>
      <p:ext uri="{BB962C8B-B14F-4D97-AF65-F5344CB8AC3E}">
        <p14:creationId xmlns:p14="http://schemas.microsoft.com/office/powerpoint/2010/main" val="3669124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 6 fundo escur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E49240BA-366F-8CC7-83DD-CB205B374A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2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Espaço Reservado para Texto 19">
            <a:extLst>
              <a:ext uri="{FF2B5EF4-FFF2-40B4-BE49-F238E27FC236}">
                <a16:creationId xmlns:a16="http://schemas.microsoft.com/office/drawing/2014/main" id="{1E66B6DA-C360-636F-8BDA-8DDFAF09F6D2}"/>
              </a:ext>
            </a:extLst>
          </p:cNvPr>
          <p:cNvSpPr>
            <a:spLocks noGrp="1"/>
          </p:cNvSpPr>
          <p:nvPr userDrawn="1">
            <p:ph type="body" sz="quarter" idx="63" hasCustomPrompt="1"/>
          </p:nvPr>
        </p:nvSpPr>
        <p:spPr>
          <a:xfrm>
            <a:off x="1630304" y="4170347"/>
            <a:ext cx="3233796" cy="86491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6600" spc="-150">
                <a:solidFill>
                  <a:schemeClr val="bg1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Agenda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D9193F06-8480-309A-701E-3D35C8624384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29F3365B-F70F-6E37-2446-6C84456AAA78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A0604570-47BA-D5F1-5CE1-D447B5E37978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47505F08-7E24-0A9C-BA2D-FF4A06B1EA11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C8F3553C-788F-F434-9D06-286692DF1CC7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6A08EA05-B6BD-74A6-2DCA-013F0B19840F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EA3C3E4-29F7-48E9-F48C-6D4CF0018016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A3F77DF4-A3F5-2CE6-C0FB-782B819DFD35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7FB93AC9-649D-61FA-027F-A54176422B5C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2" name="Retângulo: Cantos Arredondados 31">
              <a:extLst>
                <a:ext uri="{FF2B5EF4-FFF2-40B4-BE49-F238E27FC236}">
                  <a16:creationId xmlns:a16="http://schemas.microsoft.com/office/drawing/2014/main" id="{578A955B-9536-60B1-9948-BAE621B8C641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98628946-FA40-3A97-2B1D-4A277E8E29DF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8822AD08-B6C3-6F25-E9BA-8D01363B3148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5" name="Retângulo: Cantos Arredondados 34">
              <a:extLst>
                <a:ext uri="{FF2B5EF4-FFF2-40B4-BE49-F238E27FC236}">
                  <a16:creationId xmlns:a16="http://schemas.microsoft.com/office/drawing/2014/main" id="{0E07483F-F4A0-4EFA-9DB3-E2295299D7B2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1096274B-DE21-FAF5-D907-2C289C74E873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E4C51B1B-646C-FC4F-481E-D8DB7E3D2C29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38" name="Retângulo: Cantos Arredondados 37">
              <a:extLst>
                <a:ext uri="{FF2B5EF4-FFF2-40B4-BE49-F238E27FC236}">
                  <a16:creationId xmlns:a16="http://schemas.microsoft.com/office/drawing/2014/main" id="{588ABDB0-E33B-E718-0541-DA6EC841C1A6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9" name="Retângulo: Cantos Arredondados 38">
              <a:extLst>
                <a:ext uri="{FF2B5EF4-FFF2-40B4-BE49-F238E27FC236}">
                  <a16:creationId xmlns:a16="http://schemas.microsoft.com/office/drawing/2014/main" id="{D0BAE436-B820-5CD9-B935-9008C566F38D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40" name="Retângulo: Cantos Arredondados 39">
              <a:extLst>
                <a:ext uri="{FF2B5EF4-FFF2-40B4-BE49-F238E27FC236}">
                  <a16:creationId xmlns:a16="http://schemas.microsoft.com/office/drawing/2014/main" id="{A210256E-A5BD-41C4-0C6B-FE0F09B17086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41" name="Retângulo: Cantos Arredondados 40">
              <a:extLst>
                <a:ext uri="{FF2B5EF4-FFF2-40B4-BE49-F238E27FC236}">
                  <a16:creationId xmlns:a16="http://schemas.microsoft.com/office/drawing/2014/main" id="{22D4B7E0-B529-9195-5A84-73540BEB17C8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B64AFDFB-2872-83FC-B4D2-8731CB34FBB5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C7B8FE08-34F6-F812-6E56-1EC72FBB0D2C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1E7FA271-21B0-AC07-5420-84600479BE8B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45" name="CaixaDeTexto 44">
              <a:extLst>
                <a:ext uri="{FF2B5EF4-FFF2-40B4-BE49-F238E27FC236}">
                  <a16:creationId xmlns:a16="http://schemas.microsoft.com/office/drawing/2014/main" id="{01AC6A02-8971-B7B4-1E3C-EB8D4B0B6E6E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90967A4E-1838-EF1F-0B98-CC3F2F271A11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47" name="Retângulo: Cantos Arredondados 46">
              <a:extLst>
                <a:ext uri="{FF2B5EF4-FFF2-40B4-BE49-F238E27FC236}">
                  <a16:creationId xmlns:a16="http://schemas.microsoft.com/office/drawing/2014/main" id="{F98DFBFB-54AD-E52A-5D67-6C483162F207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48" name="Retângulo: Cantos Arredondados 47">
              <a:extLst>
                <a:ext uri="{FF2B5EF4-FFF2-40B4-BE49-F238E27FC236}">
                  <a16:creationId xmlns:a16="http://schemas.microsoft.com/office/drawing/2014/main" id="{00533DCF-5C37-DD4F-4CBC-1793639B5DA6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49" name="CaixaDeTexto 48">
              <a:extLst>
                <a:ext uri="{FF2B5EF4-FFF2-40B4-BE49-F238E27FC236}">
                  <a16:creationId xmlns:a16="http://schemas.microsoft.com/office/drawing/2014/main" id="{6D18565A-3532-C007-4E0F-CEE162D36291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50" name="CaixaDeTexto 49">
              <a:extLst>
                <a:ext uri="{FF2B5EF4-FFF2-40B4-BE49-F238E27FC236}">
                  <a16:creationId xmlns:a16="http://schemas.microsoft.com/office/drawing/2014/main" id="{EE29B0F7-C715-9B53-03EA-49381BD30F7E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  <p:sp>
        <p:nvSpPr>
          <p:cNvPr id="51" name="Espaço Reservado para Texto 19">
            <a:extLst>
              <a:ext uri="{FF2B5EF4-FFF2-40B4-BE49-F238E27FC236}">
                <a16:creationId xmlns:a16="http://schemas.microsoft.com/office/drawing/2014/main" id="{5D50EE6C-795F-46B2-7562-E2A98D9AEAD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592954" y="909864"/>
            <a:ext cx="589407" cy="44351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3000">
                <a:solidFill>
                  <a:schemeClr val="accent6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1.</a:t>
            </a:r>
          </a:p>
        </p:txBody>
      </p:sp>
      <p:sp>
        <p:nvSpPr>
          <p:cNvPr id="52" name="Espaço Reservado para Texto 19">
            <a:extLst>
              <a:ext uri="{FF2B5EF4-FFF2-40B4-BE49-F238E27FC236}">
                <a16:creationId xmlns:a16="http://schemas.microsoft.com/office/drawing/2014/main" id="{6382E8E7-923C-65BC-580B-C9CC65E801FB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592954" y="1586956"/>
            <a:ext cx="589407" cy="44351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3000">
                <a:solidFill>
                  <a:schemeClr val="accent6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2.</a:t>
            </a:r>
          </a:p>
        </p:txBody>
      </p:sp>
      <p:sp>
        <p:nvSpPr>
          <p:cNvPr id="53" name="Espaço Reservado para Texto 19">
            <a:extLst>
              <a:ext uri="{FF2B5EF4-FFF2-40B4-BE49-F238E27FC236}">
                <a16:creationId xmlns:a16="http://schemas.microsoft.com/office/drawing/2014/main" id="{AA314FD1-356A-CA2B-77D5-18B23CA5A2CF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7592954" y="2264048"/>
            <a:ext cx="589407" cy="44351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3000">
                <a:solidFill>
                  <a:schemeClr val="accent6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3.</a:t>
            </a:r>
          </a:p>
        </p:txBody>
      </p:sp>
      <p:sp>
        <p:nvSpPr>
          <p:cNvPr id="54" name="Espaço Reservado para Texto 19">
            <a:extLst>
              <a:ext uri="{FF2B5EF4-FFF2-40B4-BE49-F238E27FC236}">
                <a16:creationId xmlns:a16="http://schemas.microsoft.com/office/drawing/2014/main" id="{342B0153-D33F-11B2-5900-53963D503749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7592954" y="2941140"/>
            <a:ext cx="589407" cy="44351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3000">
                <a:solidFill>
                  <a:schemeClr val="accent6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4.</a:t>
            </a:r>
          </a:p>
        </p:txBody>
      </p:sp>
      <p:sp>
        <p:nvSpPr>
          <p:cNvPr id="55" name="Espaço Reservado para Texto 19">
            <a:extLst>
              <a:ext uri="{FF2B5EF4-FFF2-40B4-BE49-F238E27FC236}">
                <a16:creationId xmlns:a16="http://schemas.microsoft.com/office/drawing/2014/main" id="{28E3C707-781A-C3D8-3ABF-F9271B9D7292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7592954" y="3618232"/>
            <a:ext cx="589407" cy="44351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3000">
                <a:solidFill>
                  <a:schemeClr val="accent6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5.</a:t>
            </a:r>
          </a:p>
        </p:txBody>
      </p:sp>
      <p:sp>
        <p:nvSpPr>
          <p:cNvPr id="56" name="Espaço Reservado para Texto 19">
            <a:extLst>
              <a:ext uri="{FF2B5EF4-FFF2-40B4-BE49-F238E27FC236}">
                <a16:creationId xmlns:a16="http://schemas.microsoft.com/office/drawing/2014/main" id="{64A3BBA8-883D-B7EA-5894-E7B2C0CA57E5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7592954" y="4295324"/>
            <a:ext cx="589407" cy="44351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3000">
                <a:solidFill>
                  <a:schemeClr val="accent6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6.</a:t>
            </a:r>
          </a:p>
        </p:txBody>
      </p:sp>
      <p:sp>
        <p:nvSpPr>
          <p:cNvPr id="57" name="Espaço Reservado para Texto 19">
            <a:extLst>
              <a:ext uri="{FF2B5EF4-FFF2-40B4-BE49-F238E27FC236}">
                <a16:creationId xmlns:a16="http://schemas.microsoft.com/office/drawing/2014/main" id="{CEE91C36-E312-0683-0F41-B6D22FC04EA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085136" y="1024732"/>
            <a:ext cx="3172143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</a:p>
        </p:txBody>
      </p:sp>
      <p:sp>
        <p:nvSpPr>
          <p:cNvPr id="58" name="Espaço Reservado para Texto 19">
            <a:extLst>
              <a:ext uri="{FF2B5EF4-FFF2-40B4-BE49-F238E27FC236}">
                <a16:creationId xmlns:a16="http://schemas.microsoft.com/office/drawing/2014/main" id="{AF0A7062-E2FE-06A0-BCA9-4EE306B176A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085136" y="1686268"/>
            <a:ext cx="3172143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</a:p>
        </p:txBody>
      </p:sp>
      <p:sp>
        <p:nvSpPr>
          <p:cNvPr id="59" name="Espaço Reservado para Texto 19">
            <a:extLst>
              <a:ext uri="{FF2B5EF4-FFF2-40B4-BE49-F238E27FC236}">
                <a16:creationId xmlns:a16="http://schemas.microsoft.com/office/drawing/2014/main" id="{67CA9803-031B-5DF6-8760-6E0AE0A493F9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8085136" y="2368247"/>
            <a:ext cx="3172143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</a:p>
        </p:txBody>
      </p:sp>
      <p:sp>
        <p:nvSpPr>
          <p:cNvPr id="60" name="Espaço Reservado para Texto 19">
            <a:extLst>
              <a:ext uri="{FF2B5EF4-FFF2-40B4-BE49-F238E27FC236}">
                <a16:creationId xmlns:a16="http://schemas.microsoft.com/office/drawing/2014/main" id="{BDFEF21F-C41F-C04D-F495-C75FAEF28CC4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085136" y="3042922"/>
            <a:ext cx="3172143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</a:p>
        </p:txBody>
      </p:sp>
      <p:sp>
        <p:nvSpPr>
          <p:cNvPr id="61" name="Espaço Reservado para Texto 19">
            <a:extLst>
              <a:ext uri="{FF2B5EF4-FFF2-40B4-BE49-F238E27FC236}">
                <a16:creationId xmlns:a16="http://schemas.microsoft.com/office/drawing/2014/main" id="{175A05CE-16E9-3E07-7CB8-247D55440562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8085136" y="3717806"/>
            <a:ext cx="3172143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</a:p>
        </p:txBody>
      </p:sp>
      <p:sp>
        <p:nvSpPr>
          <p:cNvPr id="62" name="Espaço Reservado para Texto 19">
            <a:extLst>
              <a:ext uri="{FF2B5EF4-FFF2-40B4-BE49-F238E27FC236}">
                <a16:creationId xmlns:a16="http://schemas.microsoft.com/office/drawing/2014/main" id="{8D98BFBD-743C-FA1A-40DD-3A42778263F6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8085136" y="4396570"/>
            <a:ext cx="3172143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</a:p>
        </p:txBody>
      </p:sp>
      <p:sp>
        <p:nvSpPr>
          <p:cNvPr id="63" name="Espaço Reservado para Texto 19">
            <a:extLst>
              <a:ext uri="{FF2B5EF4-FFF2-40B4-BE49-F238E27FC236}">
                <a16:creationId xmlns:a16="http://schemas.microsoft.com/office/drawing/2014/main" id="{C1E219AC-C6E6-58A2-AE23-403F7404EB5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7592954" y="4972416"/>
            <a:ext cx="589407" cy="44351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3000">
                <a:solidFill>
                  <a:schemeClr val="accent6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7.</a:t>
            </a:r>
          </a:p>
        </p:txBody>
      </p:sp>
      <p:sp>
        <p:nvSpPr>
          <p:cNvPr id="64" name="Espaço Reservado para Texto 19">
            <a:extLst>
              <a:ext uri="{FF2B5EF4-FFF2-40B4-BE49-F238E27FC236}">
                <a16:creationId xmlns:a16="http://schemas.microsoft.com/office/drawing/2014/main" id="{8C8C8AE5-3CF2-C80A-4DAA-36458582C51D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8085136" y="5076827"/>
            <a:ext cx="3172143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</a:p>
        </p:txBody>
      </p:sp>
      <p:sp>
        <p:nvSpPr>
          <p:cNvPr id="65" name="Espaço Reservado para Texto 19">
            <a:extLst>
              <a:ext uri="{FF2B5EF4-FFF2-40B4-BE49-F238E27FC236}">
                <a16:creationId xmlns:a16="http://schemas.microsoft.com/office/drawing/2014/main" id="{9CD8AAB0-A889-F2C8-093D-439530949886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7592954" y="5649510"/>
            <a:ext cx="589407" cy="443519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3000">
                <a:solidFill>
                  <a:schemeClr val="accent6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8.</a:t>
            </a:r>
          </a:p>
        </p:txBody>
      </p:sp>
      <p:sp>
        <p:nvSpPr>
          <p:cNvPr id="66" name="Espaço Reservado para Texto 19">
            <a:extLst>
              <a:ext uri="{FF2B5EF4-FFF2-40B4-BE49-F238E27FC236}">
                <a16:creationId xmlns:a16="http://schemas.microsoft.com/office/drawing/2014/main" id="{1B1E1C51-AC19-BD7E-C307-13DC0ED38AC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8085136" y="5751678"/>
            <a:ext cx="3172143" cy="3030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</a:p>
        </p:txBody>
      </p:sp>
    </p:spTree>
    <p:extLst>
      <p:ext uri="{BB962C8B-B14F-4D97-AF65-F5344CB8AC3E}">
        <p14:creationId xmlns:p14="http://schemas.microsoft.com/office/powerpoint/2010/main" val="131851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ubcapa 1 fundo cla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Agrupar 9">
            <a:extLst>
              <a:ext uri="{FF2B5EF4-FFF2-40B4-BE49-F238E27FC236}">
                <a16:creationId xmlns:a16="http://schemas.microsoft.com/office/drawing/2014/main" id="{E721AEFB-B776-6373-F21E-14690D71E5AE}"/>
              </a:ext>
            </a:extLst>
          </p:cNvPr>
          <p:cNvGrpSpPr/>
          <p:nvPr userDrawn="1"/>
        </p:nvGrpSpPr>
        <p:grpSpPr>
          <a:xfrm flipH="1">
            <a:off x="-787078" y="381000"/>
            <a:ext cx="6512119" cy="6096000"/>
            <a:chOff x="6454581" y="381000"/>
            <a:chExt cx="6512119" cy="6096000"/>
          </a:xfrm>
        </p:grpSpPr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1DF9F5C1-2C98-9471-5440-E9DF272CF2F8}"/>
                </a:ext>
              </a:extLst>
            </p:cNvPr>
            <p:cNvSpPr/>
            <p:nvPr/>
          </p:nvSpPr>
          <p:spPr>
            <a:xfrm flipH="1">
              <a:off x="7134353" y="401953"/>
              <a:ext cx="5832347" cy="6054215"/>
            </a:xfrm>
            <a:custGeom>
              <a:avLst/>
              <a:gdLst>
                <a:gd name="connsiteX0" fmla="*/ 3978656 w 5832347"/>
                <a:gd name="connsiteY0" fmla="*/ 5498084 h 6054215"/>
                <a:gd name="connsiteX1" fmla="*/ 2148205 w 5832347"/>
                <a:gd name="connsiteY1" fmla="*/ 5325236 h 6054215"/>
                <a:gd name="connsiteX2" fmla="*/ 1680464 w 5832347"/>
                <a:gd name="connsiteY2" fmla="*/ 4857496 h 6054215"/>
                <a:gd name="connsiteX3" fmla="*/ 1507617 w 5832347"/>
                <a:gd name="connsiteY3" fmla="*/ 3027045 h 6054215"/>
                <a:gd name="connsiteX4" fmla="*/ 1680464 w 5832347"/>
                <a:gd name="connsiteY4" fmla="*/ 1196594 h 6054215"/>
                <a:gd name="connsiteX5" fmla="*/ 2148205 w 5832347"/>
                <a:gd name="connsiteY5" fmla="*/ 728853 h 6054215"/>
                <a:gd name="connsiteX6" fmla="*/ 3978656 w 5832347"/>
                <a:gd name="connsiteY6" fmla="*/ 556006 h 6054215"/>
                <a:gd name="connsiteX7" fmla="*/ 5809107 w 5832347"/>
                <a:gd name="connsiteY7" fmla="*/ 728853 h 6054215"/>
                <a:gd name="connsiteX8" fmla="*/ 5832221 w 5832347"/>
                <a:gd name="connsiteY8" fmla="*/ 734060 h 6054215"/>
                <a:gd name="connsiteX9" fmla="*/ 5283200 w 5832347"/>
                <a:gd name="connsiteY9" fmla="*/ 212979 h 6054215"/>
                <a:gd name="connsiteX10" fmla="*/ 5282438 w 5832347"/>
                <a:gd name="connsiteY10" fmla="*/ 212852 h 6054215"/>
                <a:gd name="connsiteX11" fmla="*/ 3027045 w 5832347"/>
                <a:gd name="connsiteY11" fmla="*/ 0 h 6054215"/>
                <a:gd name="connsiteX12" fmla="*/ 771652 w 5832347"/>
                <a:gd name="connsiteY12" fmla="*/ 212852 h 6054215"/>
                <a:gd name="connsiteX13" fmla="*/ 770890 w 5832347"/>
                <a:gd name="connsiteY13" fmla="*/ 212979 h 6054215"/>
                <a:gd name="connsiteX14" fmla="*/ 212725 w 5832347"/>
                <a:gd name="connsiteY14" fmla="*/ 771398 h 6054215"/>
                <a:gd name="connsiteX15" fmla="*/ 212598 w 5832347"/>
                <a:gd name="connsiteY15" fmla="*/ 772033 h 6054215"/>
                <a:gd name="connsiteX16" fmla="*/ 0 w 5832347"/>
                <a:gd name="connsiteY16" fmla="*/ 3027045 h 6054215"/>
                <a:gd name="connsiteX17" fmla="*/ 212725 w 5832347"/>
                <a:gd name="connsiteY17" fmla="*/ 5282184 h 6054215"/>
                <a:gd name="connsiteX18" fmla="*/ 212852 w 5832347"/>
                <a:gd name="connsiteY18" fmla="*/ 5282818 h 6054215"/>
                <a:gd name="connsiteX19" fmla="*/ 771017 w 5832347"/>
                <a:gd name="connsiteY19" fmla="*/ 5841237 h 6054215"/>
                <a:gd name="connsiteX20" fmla="*/ 771779 w 5832347"/>
                <a:gd name="connsiteY20" fmla="*/ 5841364 h 6054215"/>
                <a:gd name="connsiteX21" fmla="*/ 3027172 w 5832347"/>
                <a:gd name="connsiteY21" fmla="*/ 6054216 h 6054215"/>
                <a:gd name="connsiteX22" fmla="*/ 5282565 w 5832347"/>
                <a:gd name="connsiteY22" fmla="*/ 5841364 h 6054215"/>
                <a:gd name="connsiteX23" fmla="*/ 5283327 w 5832347"/>
                <a:gd name="connsiteY23" fmla="*/ 5841237 h 6054215"/>
                <a:gd name="connsiteX24" fmla="*/ 5832348 w 5832347"/>
                <a:gd name="connsiteY24" fmla="*/ 5320156 h 6054215"/>
                <a:gd name="connsiteX25" fmla="*/ 5809234 w 5832347"/>
                <a:gd name="connsiteY25" fmla="*/ 5325363 h 6054215"/>
                <a:gd name="connsiteX26" fmla="*/ 3978783 w 5832347"/>
                <a:gd name="connsiteY26" fmla="*/ 5498210 h 6054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832347" h="6054215">
                  <a:moveTo>
                    <a:pt x="3978656" y="5498084"/>
                  </a:moveTo>
                  <a:cubicBezTo>
                    <a:pt x="3256661" y="5498084"/>
                    <a:pt x="2575306" y="5426963"/>
                    <a:pt x="2148205" y="5325236"/>
                  </a:cubicBezTo>
                  <a:cubicBezTo>
                    <a:pt x="1904238" y="5274310"/>
                    <a:pt x="1741551" y="5132070"/>
                    <a:pt x="1680464" y="4857496"/>
                  </a:cubicBezTo>
                  <a:cubicBezTo>
                    <a:pt x="1568577" y="4410075"/>
                    <a:pt x="1507617" y="3749040"/>
                    <a:pt x="1507617" y="3027045"/>
                  </a:cubicBezTo>
                  <a:cubicBezTo>
                    <a:pt x="1507617" y="2305050"/>
                    <a:pt x="1568577" y="1644015"/>
                    <a:pt x="1680464" y="1196594"/>
                  </a:cubicBezTo>
                  <a:cubicBezTo>
                    <a:pt x="1741424" y="922020"/>
                    <a:pt x="1904238" y="779780"/>
                    <a:pt x="2148205" y="728853"/>
                  </a:cubicBezTo>
                  <a:cubicBezTo>
                    <a:pt x="2575433" y="627126"/>
                    <a:pt x="3256661" y="556006"/>
                    <a:pt x="3978656" y="556006"/>
                  </a:cubicBezTo>
                  <a:cubicBezTo>
                    <a:pt x="4700651" y="556006"/>
                    <a:pt x="5382006" y="627126"/>
                    <a:pt x="5809107" y="728853"/>
                  </a:cubicBezTo>
                  <a:cubicBezTo>
                    <a:pt x="5816854" y="730504"/>
                    <a:pt x="5824601" y="732155"/>
                    <a:pt x="5832221" y="734060"/>
                  </a:cubicBezTo>
                  <a:cubicBezTo>
                    <a:pt x="5756910" y="444881"/>
                    <a:pt x="5576951" y="274193"/>
                    <a:pt x="5283200" y="212979"/>
                  </a:cubicBezTo>
                  <a:cubicBezTo>
                    <a:pt x="5282946" y="212979"/>
                    <a:pt x="5282692" y="212979"/>
                    <a:pt x="5282438" y="212852"/>
                  </a:cubicBezTo>
                  <a:cubicBezTo>
                    <a:pt x="4731131" y="81534"/>
                    <a:pt x="3867023" y="0"/>
                    <a:pt x="3027045" y="0"/>
                  </a:cubicBezTo>
                  <a:cubicBezTo>
                    <a:pt x="2187067" y="0"/>
                    <a:pt x="1322959" y="81534"/>
                    <a:pt x="771652" y="212852"/>
                  </a:cubicBezTo>
                  <a:cubicBezTo>
                    <a:pt x="771398" y="212852"/>
                    <a:pt x="771144" y="212852"/>
                    <a:pt x="770890" y="212979"/>
                  </a:cubicBezTo>
                  <a:cubicBezTo>
                    <a:pt x="464566" y="276860"/>
                    <a:pt x="282067" y="459486"/>
                    <a:pt x="212725" y="771398"/>
                  </a:cubicBezTo>
                  <a:cubicBezTo>
                    <a:pt x="212725" y="771652"/>
                    <a:pt x="212725" y="771779"/>
                    <a:pt x="212598" y="772033"/>
                  </a:cubicBezTo>
                  <a:cubicBezTo>
                    <a:pt x="75565" y="1320800"/>
                    <a:pt x="0" y="2121662"/>
                    <a:pt x="0" y="3027045"/>
                  </a:cubicBezTo>
                  <a:cubicBezTo>
                    <a:pt x="0" y="3932428"/>
                    <a:pt x="75565" y="4733290"/>
                    <a:pt x="212725" y="5282184"/>
                  </a:cubicBezTo>
                  <a:cubicBezTo>
                    <a:pt x="212725" y="5282437"/>
                    <a:pt x="212725" y="5282565"/>
                    <a:pt x="212852" y="5282818"/>
                  </a:cubicBezTo>
                  <a:cubicBezTo>
                    <a:pt x="282067" y="5594730"/>
                    <a:pt x="464693" y="5777356"/>
                    <a:pt x="771017" y="5841237"/>
                  </a:cubicBezTo>
                  <a:cubicBezTo>
                    <a:pt x="771271" y="5841237"/>
                    <a:pt x="771525" y="5841237"/>
                    <a:pt x="771779" y="5841364"/>
                  </a:cubicBezTo>
                  <a:cubicBezTo>
                    <a:pt x="1323086" y="5972682"/>
                    <a:pt x="2187321" y="6054216"/>
                    <a:pt x="3027172" y="6054216"/>
                  </a:cubicBezTo>
                  <a:cubicBezTo>
                    <a:pt x="3867023" y="6054216"/>
                    <a:pt x="4731258" y="5972682"/>
                    <a:pt x="5282565" y="5841364"/>
                  </a:cubicBezTo>
                  <a:cubicBezTo>
                    <a:pt x="5282819" y="5841364"/>
                    <a:pt x="5283073" y="5841364"/>
                    <a:pt x="5283327" y="5841237"/>
                  </a:cubicBezTo>
                  <a:cubicBezTo>
                    <a:pt x="5577205" y="5780023"/>
                    <a:pt x="5757037" y="5609335"/>
                    <a:pt x="5832348" y="5320156"/>
                  </a:cubicBezTo>
                  <a:cubicBezTo>
                    <a:pt x="5824728" y="5321935"/>
                    <a:pt x="5816981" y="5323712"/>
                    <a:pt x="5809234" y="5325363"/>
                  </a:cubicBezTo>
                  <a:cubicBezTo>
                    <a:pt x="5382006" y="5427091"/>
                    <a:pt x="4700778" y="5498210"/>
                    <a:pt x="3978783" y="5498210"/>
                  </a:cubicBezTo>
                  <a:close/>
                </a:path>
              </a:pathLst>
            </a:custGeom>
            <a:noFill/>
            <a:ln w="12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718CE777-33E3-0DEC-3B8A-CAAD53EAA3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12127"/>
            <a:stretch>
              <a:fillRect/>
            </a:stretch>
          </p:blipFill>
          <p:spPr>
            <a:xfrm>
              <a:off x="6835239" y="381000"/>
              <a:ext cx="5356762" cy="6096000"/>
            </a:xfrm>
            <a:prstGeom prst="rect">
              <a:avLst/>
            </a:prstGeom>
          </p:spPr>
        </p:pic>
        <p:sp>
          <p:nvSpPr>
            <p:cNvPr id="4" name="Forma Livre: Forma 3">
              <a:extLst>
                <a:ext uri="{FF2B5EF4-FFF2-40B4-BE49-F238E27FC236}">
                  <a16:creationId xmlns:a16="http://schemas.microsoft.com/office/drawing/2014/main" id="{126AD3CE-D378-3892-7116-1B1FDB57CFBA}"/>
                </a:ext>
              </a:extLst>
            </p:cNvPr>
            <p:cNvSpPr/>
            <p:nvPr userDrawn="1"/>
          </p:nvSpPr>
          <p:spPr>
            <a:xfrm flipH="1">
              <a:off x="6912484" y="983359"/>
              <a:ext cx="4521199" cy="4891277"/>
            </a:xfrm>
            <a:custGeom>
              <a:avLst/>
              <a:gdLst>
                <a:gd name="connsiteX0" fmla="*/ 4308475 w 4521199"/>
                <a:gd name="connsiteY0" fmla="*/ 4700778 h 4891277"/>
                <a:gd name="connsiteX1" fmla="*/ 4521200 w 4521199"/>
                <a:gd name="connsiteY1" fmla="*/ 2445639 h 4891277"/>
                <a:gd name="connsiteX2" fmla="*/ 4308475 w 4521199"/>
                <a:gd name="connsiteY2" fmla="*/ 190500 h 4891277"/>
                <a:gd name="connsiteX3" fmla="*/ 4308348 w 4521199"/>
                <a:gd name="connsiteY3" fmla="*/ 189865 h 4891277"/>
                <a:gd name="connsiteX4" fmla="*/ 4306189 w 4521199"/>
                <a:gd name="connsiteY4" fmla="*/ 180721 h 4891277"/>
                <a:gd name="connsiteX5" fmla="*/ 4271010 w 4521199"/>
                <a:gd name="connsiteY5" fmla="*/ 172339 h 4891277"/>
                <a:gd name="connsiteX6" fmla="*/ 4270248 w 4521199"/>
                <a:gd name="connsiteY6" fmla="*/ 172212 h 4891277"/>
                <a:gd name="connsiteX7" fmla="*/ 2445639 w 4521199"/>
                <a:gd name="connsiteY7" fmla="*/ 0 h 4891277"/>
                <a:gd name="connsiteX8" fmla="*/ 621030 w 4521199"/>
                <a:gd name="connsiteY8" fmla="*/ 172212 h 4891277"/>
                <a:gd name="connsiteX9" fmla="*/ 620268 w 4521199"/>
                <a:gd name="connsiteY9" fmla="*/ 172339 h 4891277"/>
                <a:gd name="connsiteX10" fmla="*/ 172212 w 4521199"/>
                <a:gd name="connsiteY10" fmla="*/ 620649 h 4891277"/>
                <a:gd name="connsiteX11" fmla="*/ 172085 w 4521199"/>
                <a:gd name="connsiteY11" fmla="*/ 621284 h 4891277"/>
                <a:gd name="connsiteX12" fmla="*/ 0 w 4521199"/>
                <a:gd name="connsiteY12" fmla="*/ 2445639 h 4891277"/>
                <a:gd name="connsiteX13" fmla="*/ 172085 w 4521199"/>
                <a:gd name="connsiteY13" fmla="*/ 4269994 h 4891277"/>
                <a:gd name="connsiteX14" fmla="*/ 172212 w 4521199"/>
                <a:gd name="connsiteY14" fmla="*/ 4270629 h 4891277"/>
                <a:gd name="connsiteX15" fmla="*/ 620268 w 4521199"/>
                <a:gd name="connsiteY15" fmla="*/ 4718939 h 4891277"/>
                <a:gd name="connsiteX16" fmla="*/ 621030 w 4521199"/>
                <a:gd name="connsiteY16" fmla="*/ 4719066 h 4891277"/>
                <a:gd name="connsiteX17" fmla="*/ 2445639 w 4521199"/>
                <a:gd name="connsiteY17" fmla="*/ 4891278 h 4891277"/>
                <a:gd name="connsiteX18" fmla="*/ 4270248 w 4521199"/>
                <a:gd name="connsiteY18" fmla="*/ 4719066 h 4891277"/>
                <a:gd name="connsiteX19" fmla="*/ 4271010 w 4521199"/>
                <a:gd name="connsiteY19" fmla="*/ 4718939 h 4891277"/>
                <a:gd name="connsiteX20" fmla="*/ 4306189 w 4521199"/>
                <a:gd name="connsiteY20" fmla="*/ 4710557 h 4891277"/>
                <a:gd name="connsiteX21" fmla="*/ 4308348 w 4521199"/>
                <a:gd name="connsiteY21" fmla="*/ 4701412 h 4891277"/>
                <a:gd name="connsiteX22" fmla="*/ 4308475 w 4521199"/>
                <a:gd name="connsiteY22" fmla="*/ 4700778 h 489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521199" h="4891277">
                  <a:moveTo>
                    <a:pt x="4308475" y="4700778"/>
                  </a:moveTo>
                  <a:cubicBezTo>
                    <a:pt x="4445635" y="4151884"/>
                    <a:pt x="4521200" y="3351022"/>
                    <a:pt x="4521200" y="2445639"/>
                  </a:cubicBezTo>
                  <a:cubicBezTo>
                    <a:pt x="4521200" y="1540256"/>
                    <a:pt x="4445635" y="739394"/>
                    <a:pt x="4308475" y="190500"/>
                  </a:cubicBezTo>
                  <a:cubicBezTo>
                    <a:pt x="4308475" y="190246"/>
                    <a:pt x="4308475" y="190119"/>
                    <a:pt x="4308348" y="189865"/>
                  </a:cubicBezTo>
                  <a:cubicBezTo>
                    <a:pt x="4307713" y="186817"/>
                    <a:pt x="4306951" y="183769"/>
                    <a:pt x="4306189" y="180721"/>
                  </a:cubicBezTo>
                  <a:cubicBezTo>
                    <a:pt x="4294632" y="177800"/>
                    <a:pt x="4283075" y="174879"/>
                    <a:pt x="4271010" y="172339"/>
                  </a:cubicBezTo>
                  <a:cubicBezTo>
                    <a:pt x="4270756" y="172339"/>
                    <a:pt x="4270502" y="172339"/>
                    <a:pt x="4270248" y="172212"/>
                  </a:cubicBezTo>
                  <a:cubicBezTo>
                    <a:pt x="3824351" y="66040"/>
                    <a:pt x="3125216" y="0"/>
                    <a:pt x="2445639" y="0"/>
                  </a:cubicBezTo>
                  <a:cubicBezTo>
                    <a:pt x="1766062" y="0"/>
                    <a:pt x="1066927" y="65913"/>
                    <a:pt x="621030" y="172212"/>
                  </a:cubicBezTo>
                  <a:cubicBezTo>
                    <a:pt x="620776" y="172212"/>
                    <a:pt x="620522" y="172212"/>
                    <a:pt x="620268" y="172339"/>
                  </a:cubicBezTo>
                  <a:cubicBezTo>
                    <a:pt x="374396" y="223647"/>
                    <a:pt x="227838" y="370205"/>
                    <a:pt x="172212" y="620649"/>
                  </a:cubicBezTo>
                  <a:cubicBezTo>
                    <a:pt x="172212" y="620903"/>
                    <a:pt x="172212" y="621030"/>
                    <a:pt x="172085" y="621284"/>
                  </a:cubicBezTo>
                  <a:cubicBezTo>
                    <a:pt x="61087" y="1065149"/>
                    <a:pt x="0" y="1713103"/>
                    <a:pt x="0" y="2445639"/>
                  </a:cubicBezTo>
                  <a:cubicBezTo>
                    <a:pt x="0" y="3178175"/>
                    <a:pt x="61087" y="3826129"/>
                    <a:pt x="172085" y="4269994"/>
                  </a:cubicBezTo>
                  <a:cubicBezTo>
                    <a:pt x="172085" y="4270248"/>
                    <a:pt x="172085" y="4270375"/>
                    <a:pt x="172212" y="4270629"/>
                  </a:cubicBezTo>
                  <a:cubicBezTo>
                    <a:pt x="227838" y="4521073"/>
                    <a:pt x="374396" y="4667758"/>
                    <a:pt x="620268" y="4718939"/>
                  </a:cubicBezTo>
                  <a:cubicBezTo>
                    <a:pt x="620522" y="4718939"/>
                    <a:pt x="620776" y="4718939"/>
                    <a:pt x="621030" y="4719066"/>
                  </a:cubicBezTo>
                  <a:cubicBezTo>
                    <a:pt x="1066927" y="4825237"/>
                    <a:pt x="1766062" y="4891278"/>
                    <a:pt x="2445639" y="4891278"/>
                  </a:cubicBezTo>
                  <a:cubicBezTo>
                    <a:pt x="3125216" y="4891278"/>
                    <a:pt x="3824351" y="4825365"/>
                    <a:pt x="4270248" y="4719066"/>
                  </a:cubicBezTo>
                  <a:cubicBezTo>
                    <a:pt x="4270502" y="4719066"/>
                    <a:pt x="4270756" y="4719066"/>
                    <a:pt x="4271010" y="4718939"/>
                  </a:cubicBezTo>
                  <a:cubicBezTo>
                    <a:pt x="4283075" y="4716398"/>
                    <a:pt x="4294632" y="4713478"/>
                    <a:pt x="4306189" y="4710557"/>
                  </a:cubicBezTo>
                  <a:cubicBezTo>
                    <a:pt x="4306951" y="4707509"/>
                    <a:pt x="4307713" y="4704460"/>
                    <a:pt x="4308348" y="4701412"/>
                  </a:cubicBezTo>
                  <a:cubicBezTo>
                    <a:pt x="4308348" y="4701159"/>
                    <a:pt x="4308348" y="4701032"/>
                    <a:pt x="4308475" y="4700778"/>
                  </a:cubicBezTo>
                  <a:close/>
                </a:path>
              </a:pathLst>
            </a:custGeom>
            <a:noFill/>
            <a:ln w="12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" name="Forma Livre: Forma 4">
              <a:extLst>
                <a:ext uri="{FF2B5EF4-FFF2-40B4-BE49-F238E27FC236}">
                  <a16:creationId xmlns:a16="http://schemas.microsoft.com/office/drawing/2014/main" id="{728FD304-ACFB-B07B-3390-D7B484F8C78B}"/>
                </a:ext>
              </a:extLst>
            </p:cNvPr>
            <p:cNvSpPr/>
            <p:nvPr userDrawn="1"/>
          </p:nvSpPr>
          <p:spPr>
            <a:xfrm flipH="1">
              <a:off x="6542406" y="1171954"/>
              <a:ext cx="557148" cy="4514087"/>
            </a:xfrm>
            <a:custGeom>
              <a:avLst/>
              <a:gdLst>
                <a:gd name="connsiteX0" fmla="*/ 0 w 557148"/>
                <a:gd name="connsiteY0" fmla="*/ 4514088 h 4514087"/>
                <a:gd name="connsiteX1" fmla="*/ 384937 w 557148"/>
                <a:gd name="connsiteY1" fmla="*/ 4082034 h 4514087"/>
                <a:gd name="connsiteX2" fmla="*/ 385064 w 557148"/>
                <a:gd name="connsiteY2" fmla="*/ 4081398 h 4514087"/>
                <a:gd name="connsiteX3" fmla="*/ 557149 w 557148"/>
                <a:gd name="connsiteY3" fmla="*/ 2257044 h 4514087"/>
                <a:gd name="connsiteX4" fmla="*/ 385064 w 557148"/>
                <a:gd name="connsiteY4" fmla="*/ 432689 h 4514087"/>
                <a:gd name="connsiteX5" fmla="*/ 384937 w 557148"/>
                <a:gd name="connsiteY5" fmla="*/ 432054 h 4514087"/>
                <a:gd name="connsiteX6" fmla="*/ 0 w 557148"/>
                <a:gd name="connsiteY6" fmla="*/ 0 h 4514087"/>
                <a:gd name="connsiteX7" fmla="*/ 212471 w 557148"/>
                <a:gd name="connsiteY7" fmla="*/ 2257044 h 4514087"/>
                <a:gd name="connsiteX8" fmla="*/ 0 w 557148"/>
                <a:gd name="connsiteY8" fmla="*/ 4514088 h 451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7148" h="4514087">
                  <a:moveTo>
                    <a:pt x="0" y="4514088"/>
                  </a:moveTo>
                  <a:cubicBezTo>
                    <a:pt x="207899" y="4451858"/>
                    <a:pt x="334264" y="4310126"/>
                    <a:pt x="384937" y="4082034"/>
                  </a:cubicBezTo>
                  <a:cubicBezTo>
                    <a:pt x="384937" y="4081779"/>
                    <a:pt x="384937" y="4081653"/>
                    <a:pt x="385064" y="4081398"/>
                  </a:cubicBezTo>
                  <a:cubicBezTo>
                    <a:pt x="496062" y="3637534"/>
                    <a:pt x="557149" y="2989580"/>
                    <a:pt x="557149" y="2257044"/>
                  </a:cubicBezTo>
                  <a:cubicBezTo>
                    <a:pt x="557149" y="1524508"/>
                    <a:pt x="496062" y="876554"/>
                    <a:pt x="385064" y="432689"/>
                  </a:cubicBezTo>
                  <a:cubicBezTo>
                    <a:pt x="385064" y="432435"/>
                    <a:pt x="385064" y="432308"/>
                    <a:pt x="384937" y="432054"/>
                  </a:cubicBezTo>
                  <a:cubicBezTo>
                    <a:pt x="334264" y="203962"/>
                    <a:pt x="207899" y="62230"/>
                    <a:pt x="0" y="0"/>
                  </a:cubicBezTo>
                  <a:cubicBezTo>
                    <a:pt x="137541" y="552704"/>
                    <a:pt x="212471" y="1367282"/>
                    <a:pt x="212471" y="2257044"/>
                  </a:cubicBezTo>
                  <a:cubicBezTo>
                    <a:pt x="212471" y="3146806"/>
                    <a:pt x="137541" y="3961384"/>
                    <a:pt x="0" y="4514088"/>
                  </a:cubicBezTo>
                  <a:close/>
                </a:path>
              </a:pathLst>
            </a:custGeom>
            <a:noFill/>
            <a:ln w="12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837173AF-203D-9387-81BB-46A9B961CBA5}"/>
                </a:ext>
              </a:extLst>
            </p:cNvPr>
            <p:cNvGrpSpPr/>
            <p:nvPr userDrawn="1"/>
          </p:nvGrpSpPr>
          <p:grpSpPr>
            <a:xfrm flipH="1">
              <a:off x="6454581" y="951312"/>
              <a:ext cx="4957026" cy="4957150"/>
              <a:chOff x="6515329" y="951312"/>
              <a:chExt cx="4957026" cy="4957150"/>
            </a:xfrm>
          </p:grpSpPr>
          <p:sp>
            <p:nvSpPr>
              <p:cNvPr id="8" name="Forma Livre: Forma 7">
                <a:extLst>
                  <a:ext uri="{FF2B5EF4-FFF2-40B4-BE49-F238E27FC236}">
                    <a16:creationId xmlns:a16="http://schemas.microsoft.com/office/drawing/2014/main" id="{0A323D23-396B-BEE7-0230-4770BBB24CF7}"/>
                  </a:ext>
                </a:extLst>
              </p:cNvPr>
              <p:cNvSpPr/>
              <p:nvPr/>
            </p:nvSpPr>
            <p:spPr>
              <a:xfrm>
                <a:off x="10867824" y="1135079"/>
                <a:ext cx="604531" cy="4589996"/>
              </a:xfrm>
              <a:custGeom>
                <a:avLst/>
                <a:gdLst>
                  <a:gd name="csX0" fmla="*/ 431790 w 604531"/>
                  <a:gd name="csY0" fmla="*/ 465248 h 4589996"/>
                  <a:gd name="csX1" fmla="*/ 26868 w 604531"/>
                  <a:gd name="csY1" fmla="*/ 7351 h 4589996"/>
                  <a:gd name="csX2" fmla="*/ 12547 w 604531"/>
                  <a:gd name="csY2" fmla="*/ 3295 h 4589996"/>
                  <a:gd name="csX3" fmla="*/ 7224 w 604531"/>
                  <a:gd name="csY3" fmla="*/ 1901 h 4589996"/>
                  <a:gd name="csX4" fmla="*/ 127 w 604531"/>
                  <a:gd name="csY4" fmla="*/ 0 h 4589996"/>
                  <a:gd name="csX5" fmla="*/ 3802 w 604531"/>
                  <a:gd name="csY5" fmla="*/ 14194 h 4589996"/>
                  <a:gd name="csX6" fmla="*/ 7097 w 604531"/>
                  <a:gd name="csY6" fmla="*/ 28262 h 4589996"/>
                  <a:gd name="csX7" fmla="*/ 19391 w 604531"/>
                  <a:gd name="csY7" fmla="*/ 31684 h 4589996"/>
                  <a:gd name="csX8" fmla="*/ 407076 w 604531"/>
                  <a:gd name="csY8" fmla="*/ 471078 h 4589996"/>
                  <a:gd name="csX9" fmla="*/ 407076 w 604531"/>
                  <a:gd name="csY9" fmla="*/ 471458 h 4589996"/>
                  <a:gd name="csX10" fmla="*/ 579311 w 604531"/>
                  <a:gd name="csY10" fmla="*/ 2295062 h 4589996"/>
                  <a:gd name="csX11" fmla="*/ 407076 w 604531"/>
                  <a:gd name="csY11" fmla="*/ 4119046 h 4589996"/>
                  <a:gd name="csX12" fmla="*/ 7224 w 604531"/>
                  <a:gd name="csY12" fmla="*/ 4561481 h 4589996"/>
                  <a:gd name="csX13" fmla="*/ 3802 w 604531"/>
                  <a:gd name="csY13" fmla="*/ 4575802 h 4589996"/>
                  <a:gd name="csX14" fmla="*/ 0 w 604531"/>
                  <a:gd name="csY14" fmla="*/ 4589997 h 4589996"/>
                  <a:gd name="csX15" fmla="*/ 760 w 604531"/>
                  <a:gd name="csY15" fmla="*/ 4589743 h 4589996"/>
                  <a:gd name="csX16" fmla="*/ 7224 w 604531"/>
                  <a:gd name="csY16" fmla="*/ 4587969 h 4589996"/>
                  <a:gd name="csX17" fmla="*/ 431663 w 604531"/>
                  <a:gd name="csY17" fmla="*/ 4124875 h 4589996"/>
                  <a:gd name="csX18" fmla="*/ 604531 w 604531"/>
                  <a:gd name="csY18" fmla="*/ 2295062 h 4589996"/>
                  <a:gd name="csX19" fmla="*/ 431663 w 604531"/>
                  <a:gd name="csY19" fmla="*/ 465501 h 45899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604531" h="4589996">
                    <a:moveTo>
                      <a:pt x="431790" y="465248"/>
                    </a:moveTo>
                    <a:cubicBezTo>
                      <a:pt x="378180" y="223942"/>
                      <a:pt x="245615" y="74141"/>
                      <a:pt x="26868" y="7351"/>
                    </a:cubicBezTo>
                    <a:cubicBezTo>
                      <a:pt x="22179" y="5957"/>
                      <a:pt x="17363" y="4562"/>
                      <a:pt x="12547" y="3295"/>
                    </a:cubicBezTo>
                    <a:lnTo>
                      <a:pt x="7224" y="1901"/>
                    </a:lnTo>
                    <a:cubicBezTo>
                      <a:pt x="4816" y="1267"/>
                      <a:pt x="2535" y="634"/>
                      <a:pt x="127" y="0"/>
                    </a:cubicBezTo>
                    <a:cubicBezTo>
                      <a:pt x="1394" y="4689"/>
                      <a:pt x="2662" y="9378"/>
                      <a:pt x="3802" y="14194"/>
                    </a:cubicBezTo>
                    <a:cubicBezTo>
                      <a:pt x="4943" y="18884"/>
                      <a:pt x="6083" y="23573"/>
                      <a:pt x="7097" y="28262"/>
                    </a:cubicBezTo>
                    <a:cubicBezTo>
                      <a:pt x="11153" y="29403"/>
                      <a:pt x="15335" y="30543"/>
                      <a:pt x="19391" y="31684"/>
                    </a:cubicBezTo>
                    <a:cubicBezTo>
                      <a:pt x="228759" y="95686"/>
                      <a:pt x="355621" y="239404"/>
                      <a:pt x="407076" y="471078"/>
                    </a:cubicBezTo>
                    <a:lnTo>
                      <a:pt x="407076" y="471458"/>
                    </a:lnTo>
                    <a:cubicBezTo>
                      <a:pt x="518097" y="915414"/>
                      <a:pt x="579311" y="1563035"/>
                      <a:pt x="579311" y="2295062"/>
                    </a:cubicBezTo>
                    <a:cubicBezTo>
                      <a:pt x="579311" y="3027089"/>
                      <a:pt x="518224" y="3674709"/>
                      <a:pt x="407076" y="4119046"/>
                    </a:cubicBezTo>
                    <a:cubicBezTo>
                      <a:pt x="354734" y="4354648"/>
                      <a:pt x="223816" y="4499254"/>
                      <a:pt x="7224" y="4561481"/>
                    </a:cubicBezTo>
                    <a:cubicBezTo>
                      <a:pt x="6083" y="4566297"/>
                      <a:pt x="5069" y="4571113"/>
                      <a:pt x="3802" y="4575802"/>
                    </a:cubicBezTo>
                    <a:cubicBezTo>
                      <a:pt x="2662" y="4580618"/>
                      <a:pt x="1267" y="4585307"/>
                      <a:pt x="0" y="4589997"/>
                    </a:cubicBezTo>
                    <a:cubicBezTo>
                      <a:pt x="254" y="4589997"/>
                      <a:pt x="507" y="4589870"/>
                      <a:pt x="760" y="4589743"/>
                    </a:cubicBezTo>
                    <a:lnTo>
                      <a:pt x="7224" y="4587969"/>
                    </a:lnTo>
                    <a:cubicBezTo>
                      <a:pt x="237757" y="4524094"/>
                      <a:pt x="376660" y="4372518"/>
                      <a:pt x="431663" y="4124875"/>
                    </a:cubicBezTo>
                    <a:cubicBezTo>
                      <a:pt x="543191" y="3679018"/>
                      <a:pt x="604531" y="3029116"/>
                      <a:pt x="604531" y="2295062"/>
                    </a:cubicBezTo>
                    <a:cubicBezTo>
                      <a:pt x="604531" y="1561007"/>
                      <a:pt x="543191" y="911358"/>
                      <a:pt x="431663" y="465501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266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5E854457-34D0-1DC1-6BC0-237CA6277FBB}"/>
                  </a:ext>
                </a:extLst>
              </p:cNvPr>
              <p:cNvSpPr/>
              <p:nvPr/>
            </p:nvSpPr>
            <p:spPr>
              <a:xfrm>
                <a:off x="6515329" y="951312"/>
                <a:ext cx="4359972" cy="4957150"/>
              </a:xfrm>
              <a:custGeom>
                <a:avLst/>
                <a:gdLst>
                  <a:gd name="csX0" fmla="*/ 4359847 w 4359972"/>
                  <a:gd name="csY0" fmla="*/ 4744994 h 4957150"/>
                  <a:gd name="csX1" fmla="*/ 4353130 w 4359972"/>
                  <a:gd name="csY1" fmla="*/ 4747022 h 4957150"/>
                  <a:gd name="csX2" fmla="*/ 4346539 w 4359972"/>
                  <a:gd name="csY2" fmla="*/ 4748923 h 4957150"/>
                  <a:gd name="csX3" fmla="*/ 4329937 w 4359972"/>
                  <a:gd name="csY3" fmla="*/ 4753359 h 4957150"/>
                  <a:gd name="csX4" fmla="*/ 4302435 w 4359972"/>
                  <a:gd name="csY4" fmla="*/ 4759569 h 4957150"/>
                  <a:gd name="csX5" fmla="*/ 2478704 w 4359972"/>
                  <a:gd name="csY5" fmla="*/ 4931677 h 4957150"/>
                  <a:gd name="csX6" fmla="*/ 654592 w 4359972"/>
                  <a:gd name="csY6" fmla="*/ 4759443 h 4957150"/>
                  <a:gd name="csX7" fmla="*/ 197581 w 4359972"/>
                  <a:gd name="csY7" fmla="*/ 4302053 h 4957150"/>
                  <a:gd name="csX8" fmla="*/ 25347 w 4359972"/>
                  <a:gd name="csY8" fmla="*/ 2478575 h 4957150"/>
                  <a:gd name="csX9" fmla="*/ 197581 w 4359972"/>
                  <a:gd name="csY9" fmla="*/ 654591 h 4957150"/>
                  <a:gd name="csX10" fmla="*/ 654845 w 4359972"/>
                  <a:gd name="csY10" fmla="*/ 197455 h 4957150"/>
                  <a:gd name="csX11" fmla="*/ 2478577 w 4359972"/>
                  <a:gd name="csY11" fmla="*/ 25347 h 4957150"/>
                  <a:gd name="csX12" fmla="*/ 4302689 w 4359972"/>
                  <a:gd name="csY12" fmla="*/ 197581 h 4957150"/>
                  <a:gd name="csX13" fmla="*/ 4353003 w 4359972"/>
                  <a:gd name="csY13" fmla="*/ 210001 h 4957150"/>
                  <a:gd name="csX14" fmla="*/ 4358452 w 4359972"/>
                  <a:gd name="csY14" fmla="*/ 211522 h 4957150"/>
                  <a:gd name="csX15" fmla="*/ 4359720 w 4359972"/>
                  <a:gd name="csY15" fmla="*/ 211903 h 4957150"/>
                  <a:gd name="csX16" fmla="*/ 4356425 w 4359972"/>
                  <a:gd name="csY16" fmla="*/ 197835 h 4957150"/>
                  <a:gd name="csX17" fmla="*/ 4352750 w 4359972"/>
                  <a:gd name="csY17" fmla="*/ 183640 h 4957150"/>
                  <a:gd name="csX18" fmla="*/ 4308265 w 4359972"/>
                  <a:gd name="csY18" fmla="*/ 172868 h 4957150"/>
                  <a:gd name="csX19" fmla="*/ 2478577 w 4359972"/>
                  <a:gd name="csY19" fmla="*/ 0 h 4957150"/>
                  <a:gd name="csX20" fmla="*/ 649269 w 4359972"/>
                  <a:gd name="csY20" fmla="*/ 172741 h 4957150"/>
                  <a:gd name="csX21" fmla="*/ 172868 w 4359972"/>
                  <a:gd name="csY21" fmla="*/ 648761 h 4957150"/>
                  <a:gd name="csX22" fmla="*/ 0 w 4359972"/>
                  <a:gd name="csY22" fmla="*/ 2478575 h 4957150"/>
                  <a:gd name="csX23" fmla="*/ 172741 w 4359972"/>
                  <a:gd name="csY23" fmla="*/ 4308009 h 4957150"/>
                  <a:gd name="csX24" fmla="*/ 648889 w 4359972"/>
                  <a:gd name="csY24" fmla="*/ 4784283 h 4957150"/>
                  <a:gd name="csX25" fmla="*/ 2478577 w 4359972"/>
                  <a:gd name="csY25" fmla="*/ 4957151 h 4957150"/>
                  <a:gd name="csX26" fmla="*/ 4307885 w 4359972"/>
                  <a:gd name="csY26" fmla="*/ 4784410 h 4957150"/>
                  <a:gd name="csX27" fmla="*/ 4335893 w 4359972"/>
                  <a:gd name="csY27" fmla="*/ 4778073 h 4957150"/>
                  <a:gd name="csX28" fmla="*/ 4352750 w 4359972"/>
                  <a:gd name="csY28" fmla="*/ 4773510 h 4957150"/>
                  <a:gd name="csX29" fmla="*/ 4356551 w 4359972"/>
                  <a:gd name="csY29" fmla="*/ 4759316 h 4957150"/>
                  <a:gd name="csX30" fmla="*/ 4359973 w 4359972"/>
                  <a:gd name="csY30" fmla="*/ 4744994 h 49571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</a:cxnLst>
                <a:rect l="l" t="t" r="r" b="b"/>
                <a:pathLst>
                  <a:path w="4359972" h="4957150">
                    <a:moveTo>
                      <a:pt x="4359847" y="4744994"/>
                    </a:moveTo>
                    <a:cubicBezTo>
                      <a:pt x="4357565" y="4745628"/>
                      <a:pt x="4355411" y="4746389"/>
                      <a:pt x="4353130" y="4747022"/>
                    </a:cubicBezTo>
                    <a:lnTo>
                      <a:pt x="4346539" y="4748923"/>
                    </a:lnTo>
                    <a:cubicBezTo>
                      <a:pt x="4341090" y="4750444"/>
                      <a:pt x="4335513" y="4752092"/>
                      <a:pt x="4329937" y="4753359"/>
                    </a:cubicBezTo>
                    <a:cubicBezTo>
                      <a:pt x="4320939" y="4755514"/>
                      <a:pt x="4311941" y="4757668"/>
                      <a:pt x="4302435" y="4759569"/>
                    </a:cubicBezTo>
                    <a:cubicBezTo>
                      <a:pt x="3856578" y="4865774"/>
                      <a:pt x="3157755" y="4931677"/>
                      <a:pt x="2478704" y="4931677"/>
                    </a:cubicBezTo>
                    <a:cubicBezTo>
                      <a:pt x="1799652" y="4931677"/>
                      <a:pt x="1100829" y="4865647"/>
                      <a:pt x="654592" y="4759443"/>
                    </a:cubicBezTo>
                    <a:cubicBezTo>
                      <a:pt x="403781" y="4707227"/>
                      <a:pt x="254359" y="4557679"/>
                      <a:pt x="197581" y="4302053"/>
                    </a:cubicBezTo>
                    <a:cubicBezTo>
                      <a:pt x="86434" y="3858223"/>
                      <a:pt x="25347" y="3210602"/>
                      <a:pt x="25347" y="2478575"/>
                    </a:cubicBezTo>
                    <a:cubicBezTo>
                      <a:pt x="25347" y="1746548"/>
                      <a:pt x="86434" y="1098928"/>
                      <a:pt x="197581" y="654591"/>
                    </a:cubicBezTo>
                    <a:cubicBezTo>
                      <a:pt x="254232" y="399345"/>
                      <a:pt x="403781" y="249797"/>
                      <a:pt x="654845" y="197455"/>
                    </a:cubicBezTo>
                    <a:cubicBezTo>
                      <a:pt x="1100703" y="91377"/>
                      <a:pt x="1799525" y="25347"/>
                      <a:pt x="2478577" y="25347"/>
                    </a:cubicBezTo>
                    <a:cubicBezTo>
                      <a:pt x="3157628" y="25347"/>
                      <a:pt x="3856451" y="91377"/>
                      <a:pt x="4302689" y="197581"/>
                    </a:cubicBezTo>
                    <a:cubicBezTo>
                      <a:pt x="4318277" y="200877"/>
                      <a:pt x="4334246" y="204805"/>
                      <a:pt x="4353003" y="210001"/>
                    </a:cubicBezTo>
                    <a:lnTo>
                      <a:pt x="4358452" y="211522"/>
                    </a:lnTo>
                    <a:cubicBezTo>
                      <a:pt x="4358452" y="211522"/>
                      <a:pt x="4359340" y="211776"/>
                      <a:pt x="4359720" y="211903"/>
                    </a:cubicBezTo>
                    <a:cubicBezTo>
                      <a:pt x="4358579" y="207213"/>
                      <a:pt x="4357565" y="202524"/>
                      <a:pt x="4356425" y="197835"/>
                    </a:cubicBezTo>
                    <a:cubicBezTo>
                      <a:pt x="4355284" y="193019"/>
                      <a:pt x="4354017" y="188456"/>
                      <a:pt x="4352750" y="183640"/>
                    </a:cubicBezTo>
                    <a:cubicBezTo>
                      <a:pt x="4336527" y="179205"/>
                      <a:pt x="4322079" y="175783"/>
                      <a:pt x="4308265" y="172868"/>
                    </a:cubicBezTo>
                    <a:cubicBezTo>
                      <a:pt x="3853789" y="64635"/>
                      <a:pt x="3169795" y="0"/>
                      <a:pt x="2478577" y="0"/>
                    </a:cubicBezTo>
                    <a:cubicBezTo>
                      <a:pt x="1787358" y="0"/>
                      <a:pt x="1103364" y="64635"/>
                      <a:pt x="649269" y="172741"/>
                    </a:cubicBezTo>
                    <a:cubicBezTo>
                      <a:pt x="387812" y="227238"/>
                      <a:pt x="231927" y="383123"/>
                      <a:pt x="172868" y="648761"/>
                    </a:cubicBezTo>
                    <a:cubicBezTo>
                      <a:pt x="61340" y="1094745"/>
                      <a:pt x="0" y="1744520"/>
                      <a:pt x="0" y="2478575"/>
                    </a:cubicBezTo>
                    <a:cubicBezTo>
                      <a:pt x="0" y="3212630"/>
                      <a:pt x="61340" y="3862405"/>
                      <a:pt x="172741" y="4308009"/>
                    </a:cubicBezTo>
                    <a:cubicBezTo>
                      <a:pt x="231800" y="4574028"/>
                      <a:pt x="387686" y="4729913"/>
                      <a:pt x="648889" y="4784283"/>
                    </a:cubicBezTo>
                    <a:cubicBezTo>
                      <a:pt x="1103364" y="4892515"/>
                      <a:pt x="1787358" y="4957151"/>
                      <a:pt x="2478577" y="4957151"/>
                    </a:cubicBezTo>
                    <a:cubicBezTo>
                      <a:pt x="3169795" y="4957151"/>
                      <a:pt x="3853789" y="4892515"/>
                      <a:pt x="4307885" y="4784410"/>
                    </a:cubicBezTo>
                    <a:cubicBezTo>
                      <a:pt x="4317390" y="4782382"/>
                      <a:pt x="4326642" y="4780354"/>
                      <a:pt x="4335893" y="4778073"/>
                    </a:cubicBezTo>
                    <a:cubicBezTo>
                      <a:pt x="4341597" y="4776678"/>
                      <a:pt x="4347173" y="4775158"/>
                      <a:pt x="4352750" y="4773510"/>
                    </a:cubicBezTo>
                    <a:cubicBezTo>
                      <a:pt x="4354017" y="4768694"/>
                      <a:pt x="4355411" y="4764132"/>
                      <a:pt x="4356551" y="4759316"/>
                    </a:cubicBezTo>
                    <a:cubicBezTo>
                      <a:pt x="4357692" y="4754627"/>
                      <a:pt x="4358833" y="4749811"/>
                      <a:pt x="4359973" y="4744994"/>
                    </a:cubicBezTo>
                    <a:close/>
                  </a:path>
                </a:pathLst>
              </a:custGeom>
              <a:solidFill>
                <a:srgbClr val="FF6200"/>
              </a:solidFill>
              <a:ln w="1266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C7B15333-C08E-71CD-2C63-11C8091AB9F9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564C7C94-1445-E3B8-AE19-12D6558B3FB6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30C78A39-2DE4-00FD-2EB9-522C87D6D7D2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194AF63F-1C8D-4BE5-E095-1B078BD974EF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ECA423E7-AE8A-3BBE-A5ED-FF02CF5A3D57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946C5020-B3F3-E9C4-7928-F07643372918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4643B3E4-3522-8A27-E85E-CE7662988CAA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4DDAFD16-8A2E-68B8-4BB0-AF53171D30C0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0EFA2261-D3EC-6FED-9BEF-726D935844A5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F8D43374-C038-B4FD-6456-ED738C486F5D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9381D76D-F744-B254-7390-3A47A8796C2B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9AF2E465-7D73-8DB6-3331-D65A3134CE84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1BCFB3E7-EFB2-6B5B-DE91-B26EFDC3200B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7CA41CF-6D64-BE98-45C6-282DE05429FE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0D1A246-04ED-10EB-A962-6EC535D5DA07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7BDDE8D6-F65C-E5B0-C6B3-F3AE3E63560B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4E6EBBF3-5B83-F893-D37D-5F9EFD5C40C1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2235D5AA-8A31-0EB7-38C6-F904A3AC149A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AAEBD3AD-7F0D-5792-1E12-E2768B2B9A06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14323AB8-44D1-D1E6-CBAE-30FCE9453671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E7BF0532-CF25-65B2-FAD7-4DEED5D3C2DD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92797726-63A1-4FB7-9D26-8BFFE32B2C95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91A9E35A-ACFC-E5F9-A9AE-1DAAB5BB3D3F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E2FA3B21-3649-2823-2008-CE7583AE476D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39473ABA-0B30-2947-A69C-E7304660C2FA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5" name="Retângulo: Cantos Arredondados 34">
              <a:extLst>
                <a:ext uri="{FF2B5EF4-FFF2-40B4-BE49-F238E27FC236}">
                  <a16:creationId xmlns:a16="http://schemas.microsoft.com/office/drawing/2014/main" id="{BEDAA3D5-B3BA-49E3-4C6D-9808C27B5FE7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804B3FBF-7425-8446-257E-4DF1CB442652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0820F2AE-D278-92FE-3D41-36863559D41A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DBB10E52-F6F3-3201-6DCE-451246F5E311}"/>
              </a:ext>
            </a:extLst>
          </p:cNvPr>
          <p:cNvSpPr txBox="1">
            <a:spLocks/>
          </p:cNvSpPr>
          <p:nvPr userDrawn="1"/>
        </p:nvSpPr>
        <p:spPr>
          <a:xfrm>
            <a:off x="6635193" y="1469277"/>
            <a:ext cx="482538" cy="482538"/>
          </a:xfrm>
          <a:custGeom>
            <a:avLst/>
            <a:gdLst>
              <a:gd name="connsiteX0" fmla="*/ 489439 w 905044"/>
              <a:gd name="connsiteY0" fmla="*/ 629348 h 905044"/>
              <a:gd name="connsiteX1" fmla="*/ 506042 w 905044"/>
              <a:gd name="connsiteY1" fmla="*/ 630233 h 905044"/>
              <a:gd name="connsiteX2" fmla="*/ 506042 w 905044"/>
              <a:gd name="connsiteY2" fmla="*/ 648133 h 905044"/>
              <a:gd name="connsiteX3" fmla="*/ 466723 w 905044"/>
              <a:gd name="connsiteY3" fmla="*/ 688759 h 905044"/>
              <a:gd name="connsiteX4" fmla="*/ 433528 w 905044"/>
              <a:gd name="connsiteY4" fmla="*/ 661235 h 905044"/>
              <a:gd name="connsiteX5" fmla="*/ 489439 w 905044"/>
              <a:gd name="connsiteY5" fmla="*/ 629348 h 905044"/>
              <a:gd name="connsiteX6" fmla="*/ 602138 w 905044"/>
              <a:gd name="connsiteY6" fmla="*/ 503989 h 905044"/>
              <a:gd name="connsiteX7" fmla="*/ 602138 w 905044"/>
              <a:gd name="connsiteY7" fmla="*/ 651190 h 905044"/>
              <a:gd name="connsiteX8" fmla="*/ 678574 w 905044"/>
              <a:gd name="connsiteY8" fmla="*/ 736364 h 905044"/>
              <a:gd name="connsiteX9" fmla="*/ 739725 w 905044"/>
              <a:gd name="connsiteY9" fmla="*/ 706226 h 905044"/>
              <a:gd name="connsiteX10" fmla="*/ 740600 w 905044"/>
              <a:gd name="connsiteY10" fmla="*/ 730682 h 905044"/>
              <a:gd name="connsiteX11" fmla="*/ 804375 w 905044"/>
              <a:gd name="connsiteY11" fmla="*/ 730682 h 905044"/>
              <a:gd name="connsiteX12" fmla="*/ 804375 w 905044"/>
              <a:gd name="connsiteY12" fmla="*/ 503989 h 905044"/>
              <a:gd name="connsiteX13" fmla="*/ 737985 w 905044"/>
              <a:gd name="connsiteY13" fmla="*/ 503989 h 905044"/>
              <a:gd name="connsiteX14" fmla="*/ 737985 w 905044"/>
              <a:gd name="connsiteY14" fmla="*/ 637644 h 905044"/>
              <a:gd name="connsiteX15" fmla="*/ 702165 w 905044"/>
              <a:gd name="connsiteY15" fmla="*/ 682635 h 905044"/>
              <a:gd name="connsiteX16" fmla="*/ 668528 w 905044"/>
              <a:gd name="connsiteY16" fmla="*/ 640268 h 905044"/>
              <a:gd name="connsiteX17" fmla="*/ 668528 w 905044"/>
              <a:gd name="connsiteY17" fmla="*/ 503989 h 905044"/>
              <a:gd name="connsiteX18" fmla="*/ 99385 w 905044"/>
              <a:gd name="connsiteY18" fmla="*/ 503989 h 905044"/>
              <a:gd name="connsiteX19" fmla="*/ 99385 w 905044"/>
              <a:gd name="connsiteY19" fmla="*/ 730682 h 905044"/>
              <a:gd name="connsiteX20" fmla="*/ 165775 w 905044"/>
              <a:gd name="connsiteY20" fmla="*/ 730682 h 905044"/>
              <a:gd name="connsiteX21" fmla="*/ 165775 w 905044"/>
              <a:gd name="connsiteY21" fmla="*/ 503989 h 905044"/>
              <a:gd name="connsiteX22" fmla="*/ 468483 w 905044"/>
              <a:gd name="connsiteY22" fmla="*/ 498307 h 905044"/>
              <a:gd name="connsiteX23" fmla="*/ 381126 w 905044"/>
              <a:gd name="connsiteY23" fmla="*/ 513592 h 905044"/>
              <a:gd name="connsiteX24" fmla="*/ 381126 w 905044"/>
              <a:gd name="connsiteY24" fmla="*/ 566890 h 905044"/>
              <a:gd name="connsiteX25" fmla="*/ 458004 w 905044"/>
              <a:gd name="connsiteY25" fmla="*/ 550720 h 905044"/>
              <a:gd name="connsiteX26" fmla="*/ 505619 w 905044"/>
              <a:gd name="connsiteY26" fmla="*/ 589164 h 905044"/>
              <a:gd name="connsiteX27" fmla="*/ 483336 w 905044"/>
              <a:gd name="connsiteY27" fmla="*/ 588289 h 905044"/>
              <a:gd name="connsiteX28" fmla="*/ 369330 w 905044"/>
              <a:gd name="connsiteY28" fmla="*/ 666475 h 905044"/>
              <a:gd name="connsiteX29" fmla="*/ 447073 w 905044"/>
              <a:gd name="connsiteY29" fmla="*/ 736364 h 905044"/>
              <a:gd name="connsiteX30" fmla="*/ 506485 w 905044"/>
              <a:gd name="connsiteY30" fmla="*/ 707101 h 905044"/>
              <a:gd name="connsiteX31" fmla="*/ 507359 w 905044"/>
              <a:gd name="connsiteY31" fmla="*/ 730682 h 905044"/>
              <a:gd name="connsiteX32" fmla="*/ 569385 w 905044"/>
              <a:gd name="connsiteY32" fmla="*/ 730682 h 905044"/>
              <a:gd name="connsiteX33" fmla="*/ 569385 w 905044"/>
              <a:gd name="connsiteY33" fmla="*/ 597460 h 905044"/>
              <a:gd name="connsiteX34" fmla="*/ 468483 w 905044"/>
              <a:gd name="connsiteY34" fmla="*/ 498307 h 905044"/>
              <a:gd name="connsiteX35" fmla="*/ 290692 w 905044"/>
              <a:gd name="connsiteY35" fmla="*/ 435407 h 905044"/>
              <a:gd name="connsiteX36" fmla="*/ 224292 w 905044"/>
              <a:gd name="connsiteY36" fmla="*/ 447192 h 905044"/>
              <a:gd name="connsiteX37" fmla="*/ 224292 w 905044"/>
              <a:gd name="connsiteY37" fmla="*/ 503989 h 905044"/>
              <a:gd name="connsiteX38" fmla="*/ 191107 w 905044"/>
              <a:gd name="connsiteY38" fmla="*/ 503989 h 905044"/>
              <a:gd name="connsiteX39" fmla="*/ 191107 w 905044"/>
              <a:gd name="connsiteY39" fmla="*/ 555526 h 905044"/>
              <a:gd name="connsiteX40" fmla="*/ 224302 w 905044"/>
              <a:gd name="connsiteY40" fmla="*/ 555526 h 905044"/>
              <a:gd name="connsiteX41" fmla="*/ 224302 w 905044"/>
              <a:gd name="connsiteY41" fmla="*/ 652497 h 905044"/>
              <a:gd name="connsiteX42" fmla="*/ 304237 w 905044"/>
              <a:gd name="connsiteY42" fmla="*/ 735057 h 905044"/>
              <a:gd name="connsiteX43" fmla="*/ 345296 w 905044"/>
              <a:gd name="connsiteY43" fmla="*/ 730682 h 905044"/>
              <a:gd name="connsiteX44" fmla="*/ 345296 w 905044"/>
              <a:gd name="connsiteY44" fmla="*/ 680020 h 905044"/>
              <a:gd name="connsiteX45" fmla="*/ 321704 w 905044"/>
              <a:gd name="connsiteY45" fmla="*/ 682635 h 905044"/>
              <a:gd name="connsiteX46" fmla="*/ 290692 w 905044"/>
              <a:gd name="connsiteY46" fmla="*/ 648122 h 905044"/>
              <a:gd name="connsiteX47" fmla="*/ 290692 w 905044"/>
              <a:gd name="connsiteY47" fmla="*/ 555526 h 905044"/>
              <a:gd name="connsiteX48" fmla="*/ 348343 w 905044"/>
              <a:gd name="connsiteY48" fmla="*/ 555526 h 905044"/>
              <a:gd name="connsiteX49" fmla="*/ 348343 w 905044"/>
              <a:gd name="connsiteY49" fmla="*/ 503989 h 905044"/>
              <a:gd name="connsiteX50" fmla="*/ 290692 w 905044"/>
              <a:gd name="connsiteY50" fmla="*/ 503989 h 905044"/>
              <a:gd name="connsiteX51" fmla="*/ 761999 w 905044"/>
              <a:gd name="connsiteY51" fmla="*/ 415758 h 905044"/>
              <a:gd name="connsiteX52" fmla="*/ 651493 w 905044"/>
              <a:gd name="connsiteY52" fmla="*/ 435417 h 905044"/>
              <a:gd name="connsiteX53" fmla="*/ 651493 w 905044"/>
              <a:gd name="connsiteY53" fmla="*/ 473419 h 905044"/>
              <a:gd name="connsiteX54" fmla="*/ 761999 w 905044"/>
              <a:gd name="connsiteY54" fmla="*/ 473419 h 905044"/>
              <a:gd name="connsiteX55" fmla="*/ 761999 w 905044"/>
              <a:gd name="connsiteY55" fmla="*/ 473409 h 905044"/>
              <a:gd name="connsiteX56" fmla="*/ 132580 w 905044"/>
              <a:gd name="connsiteY56" fmla="*/ 404394 h 905044"/>
              <a:gd name="connsiteX57" fmla="*/ 93271 w 905044"/>
              <a:gd name="connsiteY57" fmla="*/ 442396 h 905044"/>
              <a:gd name="connsiteX58" fmla="*/ 132580 w 905044"/>
              <a:gd name="connsiteY58" fmla="*/ 480398 h 905044"/>
              <a:gd name="connsiteX59" fmla="*/ 171899 w 905044"/>
              <a:gd name="connsiteY59" fmla="*/ 442396 h 905044"/>
              <a:gd name="connsiteX60" fmla="*/ 132580 w 905044"/>
              <a:gd name="connsiteY60" fmla="*/ 404394 h 905044"/>
              <a:gd name="connsiteX61" fmla="*/ 452522 w 905044"/>
              <a:gd name="connsiteY61" fmla="*/ 0 h 905044"/>
              <a:gd name="connsiteX62" fmla="*/ 787720 w 905044"/>
              <a:gd name="connsiteY62" fmla="*/ 31656 h 905044"/>
              <a:gd name="connsiteX63" fmla="*/ 873388 w 905044"/>
              <a:gd name="connsiteY63" fmla="*/ 117324 h 905044"/>
              <a:gd name="connsiteX64" fmla="*/ 905044 w 905044"/>
              <a:gd name="connsiteY64" fmla="*/ 452523 h 905044"/>
              <a:gd name="connsiteX65" fmla="*/ 873388 w 905044"/>
              <a:gd name="connsiteY65" fmla="*/ 787720 h 905044"/>
              <a:gd name="connsiteX66" fmla="*/ 787720 w 905044"/>
              <a:gd name="connsiteY66" fmla="*/ 873388 h 905044"/>
              <a:gd name="connsiteX67" fmla="*/ 452522 w 905044"/>
              <a:gd name="connsiteY67" fmla="*/ 905044 h 905044"/>
              <a:gd name="connsiteX68" fmla="*/ 117324 w 905044"/>
              <a:gd name="connsiteY68" fmla="*/ 873388 h 905044"/>
              <a:gd name="connsiteX69" fmla="*/ 31656 w 905044"/>
              <a:gd name="connsiteY69" fmla="*/ 787720 h 905044"/>
              <a:gd name="connsiteX70" fmla="*/ 0 w 905044"/>
              <a:gd name="connsiteY70" fmla="*/ 452523 h 905044"/>
              <a:gd name="connsiteX71" fmla="*/ 31656 w 905044"/>
              <a:gd name="connsiteY71" fmla="*/ 117324 h 905044"/>
              <a:gd name="connsiteX72" fmla="*/ 117324 w 905044"/>
              <a:gd name="connsiteY72" fmla="*/ 31656 h 905044"/>
              <a:gd name="connsiteX73" fmla="*/ 452522 w 905044"/>
              <a:gd name="connsiteY73" fmla="*/ 0 h 90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905044" h="905044">
                <a:moveTo>
                  <a:pt x="489439" y="629348"/>
                </a:moveTo>
                <a:cubicBezTo>
                  <a:pt x="494679" y="629348"/>
                  <a:pt x="502985" y="629791"/>
                  <a:pt x="506042" y="630233"/>
                </a:cubicBezTo>
                <a:lnTo>
                  <a:pt x="506042" y="648133"/>
                </a:lnTo>
                <a:cubicBezTo>
                  <a:pt x="506042" y="672167"/>
                  <a:pt x="489872" y="688759"/>
                  <a:pt x="466723" y="688759"/>
                </a:cubicBezTo>
                <a:cubicBezTo>
                  <a:pt x="446189" y="688759"/>
                  <a:pt x="433528" y="679588"/>
                  <a:pt x="433528" y="661235"/>
                </a:cubicBezTo>
                <a:cubicBezTo>
                  <a:pt x="433528" y="640268"/>
                  <a:pt x="453630" y="629348"/>
                  <a:pt x="489439" y="629348"/>
                </a:cubicBezTo>
                <a:close/>
                <a:moveTo>
                  <a:pt x="602138" y="503989"/>
                </a:moveTo>
                <a:lnTo>
                  <a:pt x="602138" y="651190"/>
                </a:lnTo>
                <a:cubicBezTo>
                  <a:pt x="602148" y="703169"/>
                  <a:pt x="631844" y="736364"/>
                  <a:pt x="678574" y="736364"/>
                </a:cubicBezTo>
                <a:cubicBezTo>
                  <a:pt x="706097" y="736364"/>
                  <a:pt x="724882" y="726308"/>
                  <a:pt x="739725" y="706226"/>
                </a:cubicBezTo>
                <a:lnTo>
                  <a:pt x="740600" y="730682"/>
                </a:lnTo>
                <a:lnTo>
                  <a:pt x="804375" y="730682"/>
                </a:lnTo>
                <a:lnTo>
                  <a:pt x="804375" y="503989"/>
                </a:lnTo>
                <a:lnTo>
                  <a:pt x="737985" y="503989"/>
                </a:lnTo>
                <a:lnTo>
                  <a:pt x="737985" y="637644"/>
                </a:lnTo>
                <a:cubicBezTo>
                  <a:pt x="737985" y="665167"/>
                  <a:pt x="724439" y="682635"/>
                  <a:pt x="702165" y="682635"/>
                </a:cubicBezTo>
                <a:cubicBezTo>
                  <a:pt x="680324" y="682635"/>
                  <a:pt x="668528" y="667782"/>
                  <a:pt x="668528" y="640268"/>
                </a:cubicBezTo>
                <a:lnTo>
                  <a:pt x="668528" y="503989"/>
                </a:lnTo>
                <a:close/>
                <a:moveTo>
                  <a:pt x="99385" y="503989"/>
                </a:moveTo>
                <a:lnTo>
                  <a:pt x="99385" y="730682"/>
                </a:lnTo>
                <a:lnTo>
                  <a:pt x="165775" y="730682"/>
                </a:lnTo>
                <a:lnTo>
                  <a:pt x="165775" y="503989"/>
                </a:lnTo>
                <a:close/>
                <a:moveTo>
                  <a:pt x="468483" y="498307"/>
                </a:moveTo>
                <a:cubicBezTo>
                  <a:pt x="435298" y="498307"/>
                  <a:pt x="407775" y="503547"/>
                  <a:pt x="381126" y="513592"/>
                </a:cubicBezTo>
                <a:lnTo>
                  <a:pt x="381126" y="566890"/>
                </a:lnTo>
                <a:cubicBezTo>
                  <a:pt x="407332" y="556834"/>
                  <a:pt x="433538" y="550720"/>
                  <a:pt x="458004" y="550720"/>
                </a:cubicBezTo>
                <a:cubicBezTo>
                  <a:pt x="488575" y="550720"/>
                  <a:pt x="505619" y="564697"/>
                  <a:pt x="505619" y="589164"/>
                </a:cubicBezTo>
                <a:cubicBezTo>
                  <a:pt x="500381" y="588731"/>
                  <a:pt x="491642" y="588289"/>
                  <a:pt x="483336" y="588289"/>
                </a:cubicBezTo>
                <a:cubicBezTo>
                  <a:pt x="413446" y="588289"/>
                  <a:pt x="369330" y="617120"/>
                  <a:pt x="369330" y="666475"/>
                </a:cubicBezTo>
                <a:cubicBezTo>
                  <a:pt x="369320" y="709283"/>
                  <a:pt x="399458" y="736364"/>
                  <a:pt x="447073" y="736364"/>
                </a:cubicBezTo>
                <a:cubicBezTo>
                  <a:pt x="473722" y="736364"/>
                  <a:pt x="492939" y="725443"/>
                  <a:pt x="506485" y="707101"/>
                </a:cubicBezTo>
                <a:lnTo>
                  <a:pt x="507359" y="730682"/>
                </a:lnTo>
                <a:lnTo>
                  <a:pt x="569385" y="730682"/>
                </a:lnTo>
                <a:lnTo>
                  <a:pt x="569385" y="597460"/>
                </a:lnTo>
                <a:cubicBezTo>
                  <a:pt x="569385" y="532820"/>
                  <a:pt x="533133" y="498307"/>
                  <a:pt x="468483" y="498307"/>
                </a:cubicBezTo>
                <a:close/>
                <a:moveTo>
                  <a:pt x="290692" y="435407"/>
                </a:moveTo>
                <a:lnTo>
                  <a:pt x="224292" y="447192"/>
                </a:lnTo>
                <a:lnTo>
                  <a:pt x="224292" y="503989"/>
                </a:lnTo>
                <a:lnTo>
                  <a:pt x="191107" y="503989"/>
                </a:lnTo>
                <a:lnTo>
                  <a:pt x="191107" y="555526"/>
                </a:lnTo>
                <a:lnTo>
                  <a:pt x="224302" y="555526"/>
                </a:lnTo>
                <a:lnTo>
                  <a:pt x="224302" y="652497"/>
                </a:lnTo>
                <a:cubicBezTo>
                  <a:pt x="224302" y="707534"/>
                  <a:pt x="253142" y="735057"/>
                  <a:pt x="304237" y="735057"/>
                </a:cubicBezTo>
                <a:cubicBezTo>
                  <a:pt x="322589" y="735057"/>
                  <a:pt x="337875" y="732865"/>
                  <a:pt x="345296" y="730682"/>
                </a:cubicBezTo>
                <a:lnTo>
                  <a:pt x="345296" y="680020"/>
                </a:lnTo>
                <a:cubicBezTo>
                  <a:pt x="340489" y="681328"/>
                  <a:pt x="331751" y="682635"/>
                  <a:pt x="321704" y="682635"/>
                </a:cubicBezTo>
                <a:cubicBezTo>
                  <a:pt x="300305" y="682635"/>
                  <a:pt x="290692" y="672157"/>
                  <a:pt x="290692" y="648122"/>
                </a:cubicBezTo>
                <a:lnTo>
                  <a:pt x="290692" y="555526"/>
                </a:lnTo>
                <a:lnTo>
                  <a:pt x="348343" y="555526"/>
                </a:lnTo>
                <a:lnTo>
                  <a:pt x="348343" y="503989"/>
                </a:lnTo>
                <a:lnTo>
                  <a:pt x="290692" y="503989"/>
                </a:lnTo>
                <a:close/>
                <a:moveTo>
                  <a:pt x="761999" y="415758"/>
                </a:moveTo>
                <a:lnTo>
                  <a:pt x="651493" y="435417"/>
                </a:lnTo>
                <a:lnTo>
                  <a:pt x="651493" y="473419"/>
                </a:lnTo>
                <a:lnTo>
                  <a:pt x="761999" y="473419"/>
                </a:lnTo>
                <a:lnTo>
                  <a:pt x="761999" y="473409"/>
                </a:lnTo>
                <a:close/>
                <a:moveTo>
                  <a:pt x="132580" y="404394"/>
                </a:moveTo>
                <a:cubicBezTo>
                  <a:pt x="109431" y="404394"/>
                  <a:pt x="93271" y="420122"/>
                  <a:pt x="93271" y="442396"/>
                </a:cubicBezTo>
                <a:cubicBezTo>
                  <a:pt x="93271" y="465112"/>
                  <a:pt x="109431" y="480398"/>
                  <a:pt x="132580" y="480398"/>
                </a:cubicBezTo>
                <a:cubicBezTo>
                  <a:pt x="155739" y="480398"/>
                  <a:pt x="171899" y="464680"/>
                  <a:pt x="171899" y="442396"/>
                </a:cubicBezTo>
                <a:cubicBezTo>
                  <a:pt x="171899" y="419679"/>
                  <a:pt x="155739" y="404394"/>
                  <a:pt x="132580" y="404394"/>
                </a:cubicBezTo>
                <a:close/>
                <a:moveTo>
                  <a:pt x="452522" y="0"/>
                </a:moveTo>
                <a:cubicBezTo>
                  <a:pt x="584739" y="0"/>
                  <a:pt x="705784" y="11172"/>
                  <a:pt x="787720" y="31656"/>
                </a:cubicBezTo>
                <a:cubicBezTo>
                  <a:pt x="838000" y="42829"/>
                  <a:pt x="864076" y="72625"/>
                  <a:pt x="873388" y="117324"/>
                </a:cubicBezTo>
                <a:cubicBezTo>
                  <a:pt x="892012" y="195530"/>
                  <a:pt x="905044" y="320305"/>
                  <a:pt x="905044" y="452523"/>
                </a:cubicBezTo>
                <a:cubicBezTo>
                  <a:pt x="905044" y="584739"/>
                  <a:pt x="892012" y="709514"/>
                  <a:pt x="873388" y="787720"/>
                </a:cubicBezTo>
                <a:cubicBezTo>
                  <a:pt x="864076" y="832409"/>
                  <a:pt x="838000" y="862205"/>
                  <a:pt x="787720" y="873388"/>
                </a:cubicBezTo>
                <a:cubicBezTo>
                  <a:pt x="705784" y="893872"/>
                  <a:pt x="584739" y="905044"/>
                  <a:pt x="452522" y="905044"/>
                </a:cubicBezTo>
                <a:cubicBezTo>
                  <a:pt x="320305" y="905044"/>
                  <a:pt x="199260" y="893872"/>
                  <a:pt x="117324" y="873388"/>
                </a:cubicBezTo>
                <a:cubicBezTo>
                  <a:pt x="67044" y="862215"/>
                  <a:pt x="40969" y="832419"/>
                  <a:pt x="31656" y="787720"/>
                </a:cubicBezTo>
                <a:cubicBezTo>
                  <a:pt x="13032" y="709514"/>
                  <a:pt x="0" y="584739"/>
                  <a:pt x="0" y="452523"/>
                </a:cubicBezTo>
                <a:cubicBezTo>
                  <a:pt x="0" y="320305"/>
                  <a:pt x="13032" y="195530"/>
                  <a:pt x="31656" y="117324"/>
                </a:cubicBezTo>
                <a:cubicBezTo>
                  <a:pt x="40969" y="72635"/>
                  <a:pt x="67044" y="42839"/>
                  <a:pt x="117324" y="31656"/>
                </a:cubicBezTo>
                <a:cubicBezTo>
                  <a:pt x="199260" y="11172"/>
                  <a:pt x="320305" y="0"/>
                  <a:pt x="45252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4" name="Espaço Reservado para Texto 19">
            <a:extLst>
              <a:ext uri="{FF2B5EF4-FFF2-40B4-BE49-F238E27FC236}">
                <a16:creationId xmlns:a16="http://schemas.microsoft.com/office/drawing/2014/main" id="{8F5C7D98-C4D1-A956-0879-08CCE032B37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529516" y="4369405"/>
            <a:ext cx="4794122" cy="119109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4200">
                <a:solidFill>
                  <a:schemeClr val="accent4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Exemplo de </a:t>
            </a:r>
            <a:br>
              <a:rPr lang="pt-BR"/>
            </a:br>
            <a:r>
              <a:rPr lang="pt-BR"/>
              <a:t>título da subcapa</a:t>
            </a:r>
          </a:p>
        </p:txBody>
      </p:sp>
    </p:spTree>
    <p:extLst>
      <p:ext uri="{BB962C8B-B14F-4D97-AF65-F5344CB8AC3E}">
        <p14:creationId xmlns:p14="http://schemas.microsoft.com/office/powerpoint/2010/main" val="2286974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ubcapa 1 fundo escur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F094A2D2-BADA-79DD-84F3-FCD4D4254A92}"/>
              </a:ext>
            </a:extLst>
          </p:cNvPr>
          <p:cNvSpPr txBox="1">
            <a:spLocks/>
          </p:cNvSpPr>
          <p:nvPr/>
        </p:nvSpPr>
        <p:spPr>
          <a:xfrm>
            <a:off x="6635193" y="1469277"/>
            <a:ext cx="482538" cy="482538"/>
          </a:xfrm>
          <a:custGeom>
            <a:avLst/>
            <a:gdLst>
              <a:gd name="connsiteX0" fmla="*/ 489439 w 905044"/>
              <a:gd name="connsiteY0" fmla="*/ 629348 h 905044"/>
              <a:gd name="connsiteX1" fmla="*/ 506042 w 905044"/>
              <a:gd name="connsiteY1" fmla="*/ 630233 h 905044"/>
              <a:gd name="connsiteX2" fmla="*/ 506042 w 905044"/>
              <a:gd name="connsiteY2" fmla="*/ 648133 h 905044"/>
              <a:gd name="connsiteX3" fmla="*/ 466723 w 905044"/>
              <a:gd name="connsiteY3" fmla="*/ 688759 h 905044"/>
              <a:gd name="connsiteX4" fmla="*/ 433528 w 905044"/>
              <a:gd name="connsiteY4" fmla="*/ 661235 h 905044"/>
              <a:gd name="connsiteX5" fmla="*/ 489439 w 905044"/>
              <a:gd name="connsiteY5" fmla="*/ 629348 h 905044"/>
              <a:gd name="connsiteX6" fmla="*/ 602138 w 905044"/>
              <a:gd name="connsiteY6" fmla="*/ 503989 h 905044"/>
              <a:gd name="connsiteX7" fmla="*/ 602138 w 905044"/>
              <a:gd name="connsiteY7" fmla="*/ 651190 h 905044"/>
              <a:gd name="connsiteX8" fmla="*/ 678574 w 905044"/>
              <a:gd name="connsiteY8" fmla="*/ 736364 h 905044"/>
              <a:gd name="connsiteX9" fmla="*/ 739725 w 905044"/>
              <a:gd name="connsiteY9" fmla="*/ 706226 h 905044"/>
              <a:gd name="connsiteX10" fmla="*/ 740600 w 905044"/>
              <a:gd name="connsiteY10" fmla="*/ 730682 h 905044"/>
              <a:gd name="connsiteX11" fmla="*/ 804375 w 905044"/>
              <a:gd name="connsiteY11" fmla="*/ 730682 h 905044"/>
              <a:gd name="connsiteX12" fmla="*/ 804375 w 905044"/>
              <a:gd name="connsiteY12" fmla="*/ 503989 h 905044"/>
              <a:gd name="connsiteX13" fmla="*/ 737985 w 905044"/>
              <a:gd name="connsiteY13" fmla="*/ 503989 h 905044"/>
              <a:gd name="connsiteX14" fmla="*/ 737985 w 905044"/>
              <a:gd name="connsiteY14" fmla="*/ 637644 h 905044"/>
              <a:gd name="connsiteX15" fmla="*/ 702165 w 905044"/>
              <a:gd name="connsiteY15" fmla="*/ 682635 h 905044"/>
              <a:gd name="connsiteX16" fmla="*/ 668528 w 905044"/>
              <a:gd name="connsiteY16" fmla="*/ 640268 h 905044"/>
              <a:gd name="connsiteX17" fmla="*/ 668528 w 905044"/>
              <a:gd name="connsiteY17" fmla="*/ 503989 h 905044"/>
              <a:gd name="connsiteX18" fmla="*/ 99385 w 905044"/>
              <a:gd name="connsiteY18" fmla="*/ 503989 h 905044"/>
              <a:gd name="connsiteX19" fmla="*/ 99385 w 905044"/>
              <a:gd name="connsiteY19" fmla="*/ 730682 h 905044"/>
              <a:gd name="connsiteX20" fmla="*/ 165775 w 905044"/>
              <a:gd name="connsiteY20" fmla="*/ 730682 h 905044"/>
              <a:gd name="connsiteX21" fmla="*/ 165775 w 905044"/>
              <a:gd name="connsiteY21" fmla="*/ 503989 h 905044"/>
              <a:gd name="connsiteX22" fmla="*/ 468483 w 905044"/>
              <a:gd name="connsiteY22" fmla="*/ 498307 h 905044"/>
              <a:gd name="connsiteX23" fmla="*/ 381126 w 905044"/>
              <a:gd name="connsiteY23" fmla="*/ 513592 h 905044"/>
              <a:gd name="connsiteX24" fmla="*/ 381126 w 905044"/>
              <a:gd name="connsiteY24" fmla="*/ 566890 h 905044"/>
              <a:gd name="connsiteX25" fmla="*/ 458004 w 905044"/>
              <a:gd name="connsiteY25" fmla="*/ 550720 h 905044"/>
              <a:gd name="connsiteX26" fmla="*/ 505619 w 905044"/>
              <a:gd name="connsiteY26" fmla="*/ 589164 h 905044"/>
              <a:gd name="connsiteX27" fmla="*/ 483336 w 905044"/>
              <a:gd name="connsiteY27" fmla="*/ 588289 h 905044"/>
              <a:gd name="connsiteX28" fmla="*/ 369330 w 905044"/>
              <a:gd name="connsiteY28" fmla="*/ 666475 h 905044"/>
              <a:gd name="connsiteX29" fmla="*/ 447073 w 905044"/>
              <a:gd name="connsiteY29" fmla="*/ 736364 h 905044"/>
              <a:gd name="connsiteX30" fmla="*/ 506485 w 905044"/>
              <a:gd name="connsiteY30" fmla="*/ 707101 h 905044"/>
              <a:gd name="connsiteX31" fmla="*/ 507359 w 905044"/>
              <a:gd name="connsiteY31" fmla="*/ 730682 h 905044"/>
              <a:gd name="connsiteX32" fmla="*/ 569385 w 905044"/>
              <a:gd name="connsiteY32" fmla="*/ 730682 h 905044"/>
              <a:gd name="connsiteX33" fmla="*/ 569385 w 905044"/>
              <a:gd name="connsiteY33" fmla="*/ 597460 h 905044"/>
              <a:gd name="connsiteX34" fmla="*/ 468483 w 905044"/>
              <a:gd name="connsiteY34" fmla="*/ 498307 h 905044"/>
              <a:gd name="connsiteX35" fmla="*/ 290692 w 905044"/>
              <a:gd name="connsiteY35" fmla="*/ 435407 h 905044"/>
              <a:gd name="connsiteX36" fmla="*/ 224292 w 905044"/>
              <a:gd name="connsiteY36" fmla="*/ 447192 h 905044"/>
              <a:gd name="connsiteX37" fmla="*/ 224292 w 905044"/>
              <a:gd name="connsiteY37" fmla="*/ 503989 h 905044"/>
              <a:gd name="connsiteX38" fmla="*/ 191107 w 905044"/>
              <a:gd name="connsiteY38" fmla="*/ 503989 h 905044"/>
              <a:gd name="connsiteX39" fmla="*/ 191107 w 905044"/>
              <a:gd name="connsiteY39" fmla="*/ 555526 h 905044"/>
              <a:gd name="connsiteX40" fmla="*/ 224302 w 905044"/>
              <a:gd name="connsiteY40" fmla="*/ 555526 h 905044"/>
              <a:gd name="connsiteX41" fmla="*/ 224302 w 905044"/>
              <a:gd name="connsiteY41" fmla="*/ 652497 h 905044"/>
              <a:gd name="connsiteX42" fmla="*/ 304237 w 905044"/>
              <a:gd name="connsiteY42" fmla="*/ 735057 h 905044"/>
              <a:gd name="connsiteX43" fmla="*/ 345296 w 905044"/>
              <a:gd name="connsiteY43" fmla="*/ 730682 h 905044"/>
              <a:gd name="connsiteX44" fmla="*/ 345296 w 905044"/>
              <a:gd name="connsiteY44" fmla="*/ 680020 h 905044"/>
              <a:gd name="connsiteX45" fmla="*/ 321704 w 905044"/>
              <a:gd name="connsiteY45" fmla="*/ 682635 h 905044"/>
              <a:gd name="connsiteX46" fmla="*/ 290692 w 905044"/>
              <a:gd name="connsiteY46" fmla="*/ 648122 h 905044"/>
              <a:gd name="connsiteX47" fmla="*/ 290692 w 905044"/>
              <a:gd name="connsiteY47" fmla="*/ 555526 h 905044"/>
              <a:gd name="connsiteX48" fmla="*/ 348343 w 905044"/>
              <a:gd name="connsiteY48" fmla="*/ 555526 h 905044"/>
              <a:gd name="connsiteX49" fmla="*/ 348343 w 905044"/>
              <a:gd name="connsiteY49" fmla="*/ 503989 h 905044"/>
              <a:gd name="connsiteX50" fmla="*/ 290692 w 905044"/>
              <a:gd name="connsiteY50" fmla="*/ 503989 h 905044"/>
              <a:gd name="connsiteX51" fmla="*/ 761999 w 905044"/>
              <a:gd name="connsiteY51" fmla="*/ 415758 h 905044"/>
              <a:gd name="connsiteX52" fmla="*/ 651493 w 905044"/>
              <a:gd name="connsiteY52" fmla="*/ 435417 h 905044"/>
              <a:gd name="connsiteX53" fmla="*/ 651493 w 905044"/>
              <a:gd name="connsiteY53" fmla="*/ 473419 h 905044"/>
              <a:gd name="connsiteX54" fmla="*/ 761999 w 905044"/>
              <a:gd name="connsiteY54" fmla="*/ 473419 h 905044"/>
              <a:gd name="connsiteX55" fmla="*/ 761999 w 905044"/>
              <a:gd name="connsiteY55" fmla="*/ 473409 h 905044"/>
              <a:gd name="connsiteX56" fmla="*/ 132580 w 905044"/>
              <a:gd name="connsiteY56" fmla="*/ 404394 h 905044"/>
              <a:gd name="connsiteX57" fmla="*/ 93271 w 905044"/>
              <a:gd name="connsiteY57" fmla="*/ 442396 h 905044"/>
              <a:gd name="connsiteX58" fmla="*/ 132580 w 905044"/>
              <a:gd name="connsiteY58" fmla="*/ 480398 h 905044"/>
              <a:gd name="connsiteX59" fmla="*/ 171899 w 905044"/>
              <a:gd name="connsiteY59" fmla="*/ 442396 h 905044"/>
              <a:gd name="connsiteX60" fmla="*/ 132580 w 905044"/>
              <a:gd name="connsiteY60" fmla="*/ 404394 h 905044"/>
              <a:gd name="connsiteX61" fmla="*/ 452522 w 905044"/>
              <a:gd name="connsiteY61" fmla="*/ 0 h 905044"/>
              <a:gd name="connsiteX62" fmla="*/ 787720 w 905044"/>
              <a:gd name="connsiteY62" fmla="*/ 31656 h 905044"/>
              <a:gd name="connsiteX63" fmla="*/ 873388 w 905044"/>
              <a:gd name="connsiteY63" fmla="*/ 117324 h 905044"/>
              <a:gd name="connsiteX64" fmla="*/ 905044 w 905044"/>
              <a:gd name="connsiteY64" fmla="*/ 452523 h 905044"/>
              <a:gd name="connsiteX65" fmla="*/ 873388 w 905044"/>
              <a:gd name="connsiteY65" fmla="*/ 787720 h 905044"/>
              <a:gd name="connsiteX66" fmla="*/ 787720 w 905044"/>
              <a:gd name="connsiteY66" fmla="*/ 873388 h 905044"/>
              <a:gd name="connsiteX67" fmla="*/ 452522 w 905044"/>
              <a:gd name="connsiteY67" fmla="*/ 905044 h 905044"/>
              <a:gd name="connsiteX68" fmla="*/ 117324 w 905044"/>
              <a:gd name="connsiteY68" fmla="*/ 873388 h 905044"/>
              <a:gd name="connsiteX69" fmla="*/ 31656 w 905044"/>
              <a:gd name="connsiteY69" fmla="*/ 787720 h 905044"/>
              <a:gd name="connsiteX70" fmla="*/ 0 w 905044"/>
              <a:gd name="connsiteY70" fmla="*/ 452523 h 905044"/>
              <a:gd name="connsiteX71" fmla="*/ 31656 w 905044"/>
              <a:gd name="connsiteY71" fmla="*/ 117324 h 905044"/>
              <a:gd name="connsiteX72" fmla="*/ 117324 w 905044"/>
              <a:gd name="connsiteY72" fmla="*/ 31656 h 905044"/>
              <a:gd name="connsiteX73" fmla="*/ 452522 w 905044"/>
              <a:gd name="connsiteY73" fmla="*/ 0 h 90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905044" h="905044">
                <a:moveTo>
                  <a:pt x="489439" y="629348"/>
                </a:moveTo>
                <a:cubicBezTo>
                  <a:pt x="494679" y="629348"/>
                  <a:pt x="502985" y="629791"/>
                  <a:pt x="506042" y="630233"/>
                </a:cubicBezTo>
                <a:lnTo>
                  <a:pt x="506042" y="648133"/>
                </a:lnTo>
                <a:cubicBezTo>
                  <a:pt x="506042" y="672167"/>
                  <a:pt x="489872" y="688759"/>
                  <a:pt x="466723" y="688759"/>
                </a:cubicBezTo>
                <a:cubicBezTo>
                  <a:pt x="446189" y="688759"/>
                  <a:pt x="433528" y="679588"/>
                  <a:pt x="433528" y="661235"/>
                </a:cubicBezTo>
                <a:cubicBezTo>
                  <a:pt x="433528" y="640268"/>
                  <a:pt x="453630" y="629348"/>
                  <a:pt x="489439" y="629348"/>
                </a:cubicBezTo>
                <a:close/>
                <a:moveTo>
                  <a:pt x="602138" y="503989"/>
                </a:moveTo>
                <a:lnTo>
                  <a:pt x="602138" y="651190"/>
                </a:lnTo>
                <a:cubicBezTo>
                  <a:pt x="602148" y="703169"/>
                  <a:pt x="631844" y="736364"/>
                  <a:pt x="678574" y="736364"/>
                </a:cubicBezTo>
                <a:cubicBezTo>
                  <a:pt x="706097" y="736364"/>
                  <a:pt x="724882" y="726308"/>
                  <a:pt x="739725" y="706226"/>
                </a:cubicBezTo>
                <a:lnTo>
                  <a:pt x="740600" y="730682"/>
                </a:lnTo>
                <a:lnTo>
                  <a:pt x="804375" y="730682"/>
                </a:lnTo>
                <a:lnTo>
                  <a:pt x="804375" y="503989"/>
                </a:lnTo>
                <a:lnTo>
                  <a:pt x="737985" y="503989"/>
                </a:lnTo>
                <a:lnTo>
                  <a:pt x="737985" y="637644"/>
                </a:lnTo>
                <a:cubicBezTo>
                  <a:pt x="737985" y="665167"/>
                  <a:pt x="724439" y="682635"/>
                  <a:pt x="702165" y="682635"/>
                </a:cubicBezTo>
                <a:cubicBezTo>
                  <a:pt x="680324" y="682635"/>
                  <a:pt x="668528" y="667782"/>
                  <a:pt x="668528" y="640268"/>
                </a:cubicBezTo>
                <a:lnTo>
                  <a:pt x="668528" y="503989"/>
                </a:lnTo>
                <a:close/>
                <a:moveTo>
                  <a:pt x="99385" y="503989"/>
                </a:moveTo>
                <a:lnTo>
                  <a:pt x="99385" y="730682"/>
                </a:lnTo>
                <a:lnTo>
                  <a:pt x="165775" y="730682"/>
                </a:lnTo>
                <a:lnTo>
                  <a:pt x="165775" y="503989"/>
                </a:lnTo>
                <a:close/>
                <a:moveTo>
                  <a:pt x="468483" y="498307"/>
                </a:moveTo>
                <a:cubicBezTo>
                  <a:pt x="435298" y="498307"/>
                  <a:pt x="407775" y="503547"/>
                  <a:pt x="381126" y="513592"/>
                </a:cubicBezTo>
                <a:lnTo>
                  <a:pt x="381126" y="566890"/>
                </a:lnTo>
                <a:cubicBezTo>
                  <a:pt x="407332" y="556834"/>
                  <a:pt x="433538" y="550720"/>
                  <a:pt x="458004" y="550720"/>
                </a:cubicBezTo>
                <a:cubicBezTo>
                  <a:pt x="488575" y="550720"/>
                  <a:pt x="505619" y="564697"/>
                  <a:pt x="505619" y="589164"/>
                </a:cubicBezTo>
                <a:cubicBezTo>
                  <a:pt x="500381" y="588731"/>
                  <a:pt x="491642" y="588289"/>
                  <a:pt x="483336" y="588289"/>
                </a:cubicBezTo>
                <a:cubicBezTo>
                  <a:pt x="413446" y="588289"/>
                  <a:pt x="369330" y="617120"/>
                  <a:pt x="369330" y="666475"/>
                </a:cubicBezTo>
                <a:cubicBezTo>
                  <a:pt x="369320" y="709283"/>
                  <a:pt x="399458" y="736364"/>
                  <a:pt x="447073" y="736364"/>
                </a:cubicBezTo>
                <a:cubicBezTo>
                  <a:pt x="473722" y="736364"/>
                  <a:pt x="492939" y="725443"/>
                  <a:pt x="506485" y="707101"/>
                </a:cubicBezTo>
                <a:lnTo>
                  <a:pt x="507359" y="730682"/>
                </a:lnTo>
                <a:lnTo>
                  <a:pt x="569385" y="730682"/>
                </a:lnTo>
                <a:lnTo>
                  <a:pt x="569385" y="597460"/>
                </a:lnTo>
                <a:cubicBezTo>
                  <a:pt x="569385" y="532820"/>
                  <a:pt x="533133" y="498307"/>
                  <a:pt x="468483" y="498307"/>
                </a:cubicBezTo>
                <a:close/>
                <a:moveTo>
                  <a:pt x="290692" y="435407"/>
                </a:moveTo>
                <a:lnTo>
                  <a:pt x="224292" y="447192"/>
                </a:lnTo>
                <a:lnTo>
                  <a:pt x="224292" y="503989"/>
                </a:lnTo>
                <a:lnTo>
                  <a:pt x="191107" y="503989"/>
                </a:lnTo>
                <a:lnTo>
                  <a:pt x="191107" y="555526"/>
                </a:lnTo>
                <a:lnTo>
                  <a:pt x="224302" y="555526"/>
                </a:lnTo>
                <a:lnTo>
                  <a:pt x="224302" y="652497"/>
                </a:lnTo>
                <a:cubicBezTo>
                  <a:pt x="224302" y="707534"/>
                  <a:pt x="253142" y="735057"/>
                  <a:pt x="304237" y="735057"/>
                </a:cubicBezTo>
                <a:cubicBezTo>
                  <a:pt x="322589" y="735057"/>
                  <a:pt x="337875" y="732865"/>
                  <a:pt x="345296" y="730682"/>
                </a:cubicBezTo>
                <a:lnTo>
                  <a:pt x="345296" y="680020"/>
                </a:lnTo>
                <a:cubicBezTo>
                  <a:pt x="340489" y="681328"/>
                  <a:pt x="331751" y="682635"/>
                  <a:pt x="321704" y="682635"/>
                </a:cubicBezTo>
                <a:cubicBezTo>
                  <a:pt x="300305" y="682635"/>
                  <a:pt x="290692" y="672157"/>
                  <a:pt x="290692" y="648122"/>
                </a:cubicBezTo>
                <a:lnTo>
                  <a:pt x="290692" y="555526"/>
                </a:lnTo>
                <a:lnTo>
                  <a:pt x="348343" y="555526"/>
                </a:lnTo>
                <a:lnTo>
                  <a:pt x="348343" y="503989"/>
                </a:lnTo>
                <a:lnTo>
                  <a:pt x="290692" y="503989"/>
                </a:lnTo>
                <a:close/>
                <a:moveTo>
                  <a:pt x="761999" y="415758"/>
                </a:moveTo>
                <a:lnTo>
                  <a:pt x="651493" y="435417"/>
                </a:lnTo>
                <a:lnTo>
                  <a:pt x="651493" y="473419"/>
                </a:lnTo>
                <a:lnTo>
                  <a:pt x="761999" y="473419"/>
                </a:lnTo>
                <a:lnTo>
                  <a:pt x="761999" y="473409"/>
                </a:lnTo>
                <a:close/>
                <a:moveTo>
                  <a:pt x="132580" y="404394"/>
                </a:moveTo>
                <a:cubicBezTo>
                  <a:pt x="109431" y="404394"/>
                  <a:pt x="93271" y="420122"/>
                  <a:pt x="93271" y="442396"/>
                </a:cubicBezTo>
                <a:cubicBezTo>
                  <a:pt x="93271" y="465112"/>
                  <a:pt x="109431" y="480398"/>
                  <a:pt x="132580" y="480398"/>
                </a:cubicBezTo>
                <a:cubicBezTo>
                  <a:pt x="155739" y="480398"/>
                  <a:pt x="171899" y="464680"/>
                  <a:pt x="171899" y="442396"/>
                </a:cubicBezTo>
                <a:cubicBezTo>
                  <a:pt x="171899" y="419679"/>
                  <a:pt x="155739" y="404394"/>
                  <a:pt x="132580" y="404394"/>
                </a:cubicBezTo>
                <a:close/>
                <a:moveTo>
                  <a:pt x="452522" y="0"/>
                </a:moveTo>
                <a:cubicBezTo>
                  <a:pt x="584739" y="0"/>
                  <a:pt x="705784" y="11172"/>
                  <a:pt x="787720" y="31656"/>
                </a:cubicBezTo>
                <a:cubicBezTo>
                  <a:pt x="838000" y="42829"/>
                  <a:pt x="864076" y="72625"/>
                  <a:pt x="873388" y="117324"/>
                </a:cubicBezTo>
                <a:cubicBezTo>
                  <a:pt x="892012" y="195530"/>
                  <a:pt x="905044" y="320305"/>
                  <a:pt x="905044" y="452523"/>
                </a:cubicBezTo>
                <a:cubicBezTo>
                  <a:pt x="905044" y="584739"/>
                  <a:pt x="892012" y="709514"/>
                  <a:pt x="873388" y="787720"/>
                </a:cubicBezTo>
                <a:cubicBezTo>
                  <a:pt x="864076" y="832409"/>
                  <a:pt x="838000" y="862205"/>
                  <a:pt x="787720" y="873388"/>
                </a:cubicBezTo>
                <a:cubicBezTo>
                  <a:pt x="705784" y="893872"/>
                  <a:pt x="584739" y="905044"/>
                  <a:pt x="452522" y="905044"/>
                </a:cubicBezTo>
                <a:cubicBezTo>
                  <a:pt x="320305" y="905044"/>
                  <a:pt x="199260" y="893872"/>
                  <a:pt x="117324" y="873388"/>
                </a:cubicBezTo>
                <a:cubicBezTo>
                  <a:pt x="67044" y="862215"/>
                  <a:pt x="40969" y="832419"/>
                  <a:pt x="31656" y="787720"/>
                </a:cubicBezTo>
                <a:cubicBezTo>
                  <a:pt x="13032" y="709514"/>
                  <a:pt x="0" y="584739"/>
                  <a:pt x="0" y="452523"/>
                </a:cubicBezTo>
                <a:cubicBezTo>
                  <a:pt x="0" y="320305"/>
                  <a:pt x="13032" y="195530"/>
                  <a:pt x="31656" y="117324"/>
                </a:cubicBezTo>
                <a:cubicBezTo>
                  <a:pt x="40969" y="72635"/>
                  <a:pt x="67044" y="42839"/>
                  <a:pt x="117324" y="31656"/>
                </a:cubicBezTo>
                <a:cubicBezTo>
                  <a:pt x="199260" y="11172"/>
                  <a:pt x="320305" y="0"/>
                  <a:pt x="45252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84CC44AE-6AFF-3C72-2D3F-C455B28FAD98}"/>
              </a:ext>
            </a:extLst>
          </p:cNvPr>
          <p:cNvGrpSpPr/>
          <p:nvPr userDrawn="1"/>
        </p:nvGrpSpPr>
        <p:grpSpPr>
          <a:xfrm flipH="1">
            <a:off x="0" y="381000"/>
            <a:ext cx="5737420" cy="6096000"/>
            <a:chOff x="6454581" y="381000"/>
            <a:chExt cx="5737420" cy="6096000"/>
          </a:xfrm>
        </p:grpSpPr>
        <p:pic>
          <p:nvPicPr>
            <p:cNvPr id="16" name="Gráfico 15">
              <a:extLst>
                <a:ext uri="{FF2B5EF4-FFF2-40B4-BE49-F238E27FC236}">
                  <a16:creationId xmlns:a16="http://schemas.microsoft.com/office/drawing/2014/main" id="{C4190C4C-7A7F-E380-30FB-7F15287826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12127"/>
            <a:stretch>
              <a:fillRect/>
            </a:stretch>
          </p:blipFill>
          <p:spPr>
            <a:xfrm>
              <a:off x="6835239" y="381000"/>
              <a:ext cx="5356762" cy="6096000"/>
            </a:xfrm>
            <a:prstGeom prst="rect">
              <a:avLst/>
            </a:prstGeom>
          </p:spPr>
        </p:pic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F8F55FF4-0B31-59B5-C40C-88946D0A97FF}"/>
                </a:ext>
              </a:extLst>
            </p:cNvPr>
            <p:cNvSpPr/>
            <p:nvPr/>
          </p:nvSpPr>
          <p:spPr>
            <a:xfrm flipH="1">
              <a:off x="6912484" y="983359"/>
              <a:ext cx="4521199" cy="4891277"/>
            </a:xfrm>
            <a:custGeom>
              <a:avLst/>
              <a:gdLst>
                <a:gd name="connsiteX0" fmla="*/ 4308475 w 4521199"/>
                <a:gd name="connsiteY0" fmla="*/ 4700778 h 4891277"/>
                <a:gd name="connsiteX1" fmla="*/ 4521200 w 4521199"/>
                <a:gd name="connsiteY1" fmla="*/ 2445639 h 4891277"/>
                <a:gd name="connsiteX2" fmla="*/ 4308475 w 4521199"/>
                <a:gd name="connsiteY2" fmla="*/ 190500 h 4891277"/>
                <a:gd name="connsiteX3" fmla="*/ 4308348 w 4521199"/>
                <a:gd name="connsiteY3" fmla="*/ 189865 h 4891277"/>
                <a:gd name="connsiteX4" fmla="*/ 4306189 w 4521199"/>
                <a:gd name="connsiteY4" fmla="*/ 180721 h 4891277"/>
                <a:gd name="connsiteX5" fmla="*/ 4271010 w 4521199"/>
                <a:gd name="connsiteY5" fmla="*/ 172339 h 4891277"/>
                <a:gd name="connsiteX6" fmla="*/ 4270248 w 4521199"/>
                <a:gd name="connsiteY6" fmla="*/ 172212 h 4891277"/>
                <a:gd name="connsiteX7" fmla="*/ 2445639 w 4521199"/>
                <a:gd name="connsiteY7" fmla="*/ 0 h 4891277"/>
                <a:gd name="connsiteX8" fmla="*/ 621030 w 4521199"/>
                <a:gd name="connsiteY8" fmla="*/ 172212 h 4891277"/>
                <a:gd name="connsiteX9" fmla="*/ 620268 w 4521199"/>
                <a:gd name="connsiteY9" fmla="*/ 172339 h 4891277"/>
                <a:gd name="connsiteX10" fmla="*/ 172212 w 4521199"/>
                <a:gd name="connsiteY10" fmla="*/ 620649 h 4891277"/>
                <a:gd name="connsiteX11" fmla="*/ 172085 w 4521199"/>
                <a:gd name="connsiteY11" fmla="*/ 621284 h 4891277"/>
                <a:gd name="connsiteX12" fmla="*/ 0 w 4521199"/>
                <a:gd name="connsiteY12" fmla="*/ 2445639 h 4891277"/>
                <a:gd name="connsiteX13" fmla="*/ 172085 w 4521199"/>
                <a:gd name="connsiteY13" fmla="*/ 4269994 h 4891277"/>
                <a:gd name="connsiteX14" fmla="*/ 172212 w 4521199"/>
                <a:gd name="connsiteY14" fmla="*/ 4270629 h 4891277"/>
                <a:gd name="connsiteX15" fmla="*/ 620268 w 4521199"/>
                <a:gd name="connsiteY15" fmla="*/ 4718939 h 4891277"/>
                <a:gd name="connsiteX16" fmla="*/ 621030 w 4521199"/>
                <a:gd name="connsiteY16" fmla="*/ 4719066 h 4891277"/>
                <a:gd name="connsiteX17" fmla="*/ 2445639 w 4521199"/>
                <a:gd name="connsiteY17" fmla="*/ 4891278 h 4891277"/>
                <a:gd name="connsiteX18" fmla="*/ 4270248 w 4521199"/>
                <a:gd name="connsiteY18" fmla="*/ 4719066 h 4891277"/>
                <a:gd name="connsiteX19" fmla="*/ 4271010 w 4521199"/>
                <a:gd name="connsiteY19" fmla="*/ 4718939 h 4891277"/>
                <a:gd name="connsiteX20" fmla="*/ 4306189 w 4521199"/>
                <a:gd name="connsiteY20" fmla="*/ 4710557 h 4891277"/>
                <a:gd name="connsiteX21" fmla="*/ 4308348 w 4521199"/>
                <a:gd name="connsiteY21" fmla="*/ 4701412 h 4891277"/>
                <a:gd name="connsiteX22" fmla="*/ 4308475 w 4521199"/>
                <a:gd name="connsiteY22" fmla="*/ 4700778 h 489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521199" h="4891277">
                  <a:moveTo>
                    <a:pt x="4308475" y="4700778"/>
                  </a:moveTo>
                  <a:cubicBezTo>
                    <a:pt x="4445635" y="4151884"/>
                    <a:pt x="4521200" y="3351022"/>
                    <a:pt x="4521200" y="2445639"/>
                  </a:cubicBezTo>
                  <a:cubicBezTo>
                    <a:pt x="4521200" y="1540256"/>
                    <a:pt x="4445635" y="739394"/>
                    <a:pt x="4308475" y="190500"/>
                  </a:cubicBezTo>
                  <a:cubicBezTo>
                    <a:pt x="4308475" y="190246"/>
                    <a:pt x="4308475" y="190119"/>
                    <a:pt x="4308348" y="189865"/>
                  </a:cubicBezTo>
                  <a:cubicBezTo>
                    <a:pt x="4307713" y="186817"/>
                    <a:pt x="4306951" y="183769"/>
                    <a:pt x="4306189" y="180721"/>
                  </a:cubicBezTo>
                  <a:cubicBezTo>
                    <a:pt x="4294632" y="177800"/>
                    <a:pt x="4283075" y="174879"/>
                    <a:pt x="4271010" y="172339"/>
                  </a:cubicBezTo>
                  <a:cubicBezTo>
                    <a:pt x="4270756" y="172339"/>
                    <a:pt x="4270502" y="172339"/>
                    <a:pt x="4270248" y="172212"/>
                  </a:cubicBezTo>
                  <a:cubicBezTo>
                    <a:pt x="3824351" y="66040"/>
                    <a:pt x="3125216" y="0"/>
                    <a:pt x="2445639" y="0"/>
                  </a:cubicBezTo>
                  <a:cubicBezTo>
                    <a:pt x="1766062" y="0"/>
                    <a:pt x="1066927" y="65913"/>
                    <a:pt x="621030" y="172212"/>
                  </a:cubicBezTo>
                  <a:cubicBezTo>
                    <a:pt x="620776" y="172212"/>
                    <a:pt x="620522" y="172212"/>
                    <a:pt x="620268" y="172339"/>
                  </a:cubicBezTo>
                  <a:cubicBezTo>
                    <a:pt x="374396" y="223647"/>
                    <a:pt x="227838" y="370205"/>
                    <a:pt x="172212" y="620649"/>
                  </a:cubicBezTo>
                  <a:cubicBezTo>
                    <a:pt x="172212" y="620903"/>
                    <a:pt x="172212" y="621030"/>
                    <a:pt x="172085" y="621284"/>
                  </a:cubicBezTo>
                  <a:cubicBezTo>
                    <a:pt x="61087" y="1065149"/>
                    <a:pt x="0" y="1713103"/>
                    <a:pt x="0" y="2445639"/>
                  </a:cubicBezTo>
                  <a:cubicBezTo>
                    <a:pt x="0" y="3178175"/>
                    <a:pt x="61087" y="3826129"/>
                    <a:pt x="172085" y="4269994"/>
                  </a:cubicBezTo>
                  <a:cubicBezTo>
                    <a:pt x="172085" y="4270248"/>
                    <a:pt x="172085" y="4270375"/>
                    <a:pt x="172212" y="4270629"/>
                  </a:cubicBezTo>
                  <a:cubicBezTo>
                    <a:pt x="227838" y="4521073"/>
                    <a:pt x="374396" y="4667758"/>
                    <a:pt x="620268" y="4718939"/>
                  </a:cubicBezTo>
                  <a:cubicBezTo>
                    <a:pt x="620522" y="4718939"/>
                    <a:pt x="620776" y="4718939"/>
                    <a:pt x="621030" y="4719066"/>
                  </a:cubicBezTo>
                  <a:cubicBezTo>
                    <a:pt x="1066927" y="4825237"/>
                    <a:pt x="1766062" y="4891278"/>
                    <a:pt x="2445639" y="4891278"/>
                  </a:cubicBezTo>
                  <a:cubicBezTo>
                    <a:pt x="3125216" y="4891278"/>
                    <a:pt x="3824351" y="4825365"/>
                    <a:pt x="4270248" y="4719066"/>
                  </a:cubicBezTo>
                  <a:cubicBezTo>
                    <a:pt x="4270502" y="4719066"/>
                    <a:pt x="4270756" y="4719066"/>
                    <a:pt x="4271010" y="4718939"/>
                  </a:cubicBezTo>
                  <a:cubicBezTo>
                    <a:pt x="4283075" y="4716398"/>
                    <a:pt x="4294632" y="4713478"/>
                    <a:pt x="4306189" y="4710557"/>
                  </a:cubicBezTo>
                  <a:cubicBezTo>
                    <a:pt x="4306951" y="4707509"/>
                    <a:pt x="4307713" y="4704460"/>
                    <a:pt x="4308348" y="4701412"/>
                  </a:cubicBezTo>
                  <a:cubicBezTo>
                    <a:pt x="4308348" y="4701159"/>
                    <a:pt x="4308348" y="4701032"/>
                    <a:pt x="4308475" y="4700778"/>
                  </a:cubicBezTo>
                  <a:close/>
                </a:path>
              </a:pathLst>
            </a:custGeom>
            <a:noFill/>
            <a:ln w="12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CE3F362A-28DC-344B-F921-66D340CEF90F}"/>
                </a:ext>
              </a:extLst>
            </p:cNvPr>
            <p:cNvSpPr/>
            <p:nvPr/>
          </p:nvSpPr>
          <p:spPr>
            <a:xfrm flipH="1">
              <a:off x="6542406" y="1171954"/>
              <a:ext cx="557148" cy="4514087"/>
            </a:xfrm>
            <a:custGeom>
              <a:avLst/>
              <a:gdLst>
                <a:gd name="connsiteX0" fmla="*/ 0 w 557148"/>
                <a:gd name="connsiteY0" fmla="*/ 4514088 h 4514087"/>
                <a:gd name="connsiteX1" fmla="*/ 384937 w 557148"/>
                <a:gd name="connsiteY1" fmla="*/ 4082034 h 4514087"/>
                <a:gd name="connsiteX2" fmla="*/ 385064 w 557148"/>
                <a:gd name="connsiteY2" fmla="*/ 4081398 h 4514087"/>
                <a:gd name="connsiteX3" fmla="*/ 557149 w 557148"/>
                <a:gd name="connsiteY3" fmla="*/ 2257044 h 4514087"/>
                <a:gd name="connsiteX4" fmla="*/ 385064 w 557148"/>
                <a:gd name="connsiteY4" fmla="*/ 432689 h 4514087"/>
                <a:gd name="connsiteX5" fmla="*/ 384937 w 557148"/>
                <a:gd name="connsiteY5" fmla="*/ 432054 h 4514087"/>
                <a:gd name="connsiteX6" fmla="*/ 0 w 557148"/>
                <a:gd name="connsiteY6" fmla="*/ 0 h 4514087"/>
                <a:gd name="connsiteX7" fmla="*/ 212471 w 557148"/>
                <a:gd name="connsiteY7" fmla="*/ 2257044 h 4514087"/>
                <a:gd name="connsiteX8" fmla="*/ 0 w 557148"/>
                <a:gd name="connsiteY8" fmla="*/ 4514088 h 451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7148" h="4514087">
                  <a:moveTo>
                    <a:pt x="0" y="4514088"/>
                  </a:moveTo>
                  <a:cubicBezTo>
                    <a:pt x="207899" y="4451858"/>
                    <a:pt x="334264" y="4310126"/>
                    <a:pt x="384937" y="4082034"/>
                  </a:cubicBezTo>
                  <a:cubicBezTo>
                    <a:pt x="384937" y="4081779"/>
                    <a:pt x="384937" y="4081653"/>
                    <a:pt x="385064" y="4081398"/>
                  </a:cubicBezTo>
                  <a:cubicBezTo>
                    <a:pt x="496062" y="3637534"/>
                    <a:pt x="557149" y="2989580"/>
                    <a:pt x="557149" y="2257044"/>
                  </a:cubicBezTo>
                  <a:cubicBezTo>
                    <a:pt x="557149" y="1524508"/>
                    <a:pt x="496062" y="876554"/>
                    <a:pt x="385064" y="432689"/>
                  </a:cubicBezTo>
                  <a:cubicBezTo>
                    <a:pt x="385064" y="432435"/>
                    <a:pt x="385064" y="432308"/>
                    <a:pt x="384937" y="432054"/>
                  </a:cubicBezTo>
                  <a:cubicBezTo>
                    <a:pt x="334264" y="203962"/>
                    <a:pt x="207899" y="62230"/>
                    <a:pt x="0" y="0"/>
                  </a:cubicBezTo>
                  <a:cubicBezTo>
                    <a:pt x="137541" y="552704"/>
                    <a:pt x="212471" y="1367282"/>
                    <a:pt x="212471" y="2257044"/>
                  </a:cubicBezTo>
                  <a:cubicBezTo>
                    <a:pt x="212471" y="3146806"/>
                    <a:pt x="137541" y="3961384"/>
                    <a:pt x="0" y="4514088"/>
                  </a:cubicBezTo>
                  <a:close/>
                </a:path>
              </a:pathLst>
            </a:custGeom>
            <a:noFill/>
            <a:ln w="12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9FD00F2A-708E-F812-B99C-A665FF8A4843}"/>
                </a:ext>
              </a:extLst>
            </p:cNvPr>
            <p:cNvGrpSpPr/>
            <p:nvPr userDrawn="1"/>
          </p:nvGrpSpPr>
          <p:grpSpPr>
            <a:xfrm flipH="1">
              <a:off x="6454581" y="951312"/>
              <a:ext cx="4957026" cy="4957150"/>
              <a:chOff x="6515329" y="951312"/>
              <a:chExt cx="4957026" cy="4957150"/>
            </a:xfrm>
          </p:grpSpPr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23B8F10B-5E71-218B-7631-4EA5445A45BE}"/>
                  </a:ext>
                </a:extLst>
              </p:cNvPr>
              <p:cNvSpPr/>
              <p:nvPr/>
            </p:nvSpPr>
            <p:spPr>
              <a:xfrm>
                <a:off x="10867824" y="1135079"/>
                <a:ext cx="604531" cy="4589996"/>
              </a:xfrm>
              <a:custGeom>
                <a:avLst/>
                <a:gdLst>
                  <a:gd name="csX0" fmla="*/ 431790 w 604531"/>
                  <a:gd name="csY0" fmla="*/ 465248 h 4589996"/>
                  <a:gd name="csX1" fmla="*/ 26868 w 604531"/>
                  <a:gd name="csY1" fmla="*/ 7351 h 4589996"/>
                  <a:gd name="csX2" fmla="*/ 12547 w 604531"/>
                  <a:gd name="csY2" fmla="*/ 3295 h 4589996"/>
                  <a:gd name="csX3" fmla="*/ 7224 w 604531"/>
                  <a:gd name="csY3" fmla="*/ 1901 h 4589996"/>
                  <a:gd name="csX4" fmla="*/ 127 w 604531"/>
                  <a:gd name="csY4" fmla="*/ 0 h 4589996"/>
                  <a:gd name="csX5" fmla="*/ 3802 w 604531"/>
                  <a:gd name="csY5" fmla="*/ 14194 h 4589996"/>
                  <a:gd name="csX6" fmla="*/ 7097 w 604531"/>
                  <a:gd name="csY6" fmla="*/ 28262 h 4589996"/>
                  <a:gd name="csX7" fmla="*/ 19391 w 604531"/>
                  <a:gd name="csY7" fmla="*/ 31684 h 4589996"/>
                  <a:gd name="csX8" fmla="*/ 407076 w 604531"/>
                  <a:gd name="csY8" fmla="*/ 471078 h 4589996"/>
                  <a:gd name="csX9" fmla="*/ 407076 w 604531"/>
                  <a:gd name="csY9" fmla="*/ 471458 h 4589996"/>
                  <a:gd name="csX10" fmla="*/ 579311 w 604531"/>
                  <a:gd name="csY10" fmla="*/ 2295062 h 4589996"/>
                  <a:gd name="csX11" fmla="*/ 407076 w 604531"/>
                  <a:gd name="csY11" fmla="*/ 4119046 h 4589996"/>
                  <a:gd name="csX12" fmla="*/ 7224 w 604531"/>
                  <a:gd name="csY12" fmla="*/ 4561481 h 4589996"/>
                  <a:gd name="csX13" fmla="*/ 3802 w 604531"/>
                  <a:gd name="csY13" fmla="*/ 4575802 h 4589996"/>
                  <a:gd name="csX14" fmla="*/ 0 w 604531"/>
                  <a:gd name="csY14" fmla="*/ 4589997 h 4589996"/>
                  <a:gd name="csX15" fmla="*/ 760 w 604531"/>
                  <a:gd name="csY15" fmla="*/ 4589743 h 4589996"/>
                  <a:gd name="csX16" fmla="*/ 7224 w 604531"/>
                  <a:gd name="csY16" fmla="*/ 4587969 h 4589996"/>
                  <a:gd name="csX17" fmla="*/ 431663 w 604531"/>
                  <a:gd name="csY17" fmla="*/ 4124875 h 4589996"/>
                  <a:gd name="csX18" fmla="*/ 604531 w 604531"/>
                  <a:gd name="csY18" fmla="*/ 2295062 h 4589996"/>
                  <a:gd name="csX19" fmla="*/ 431663 w 604531"/>
                  <a:gd name="csY19" fmla="*/ 465501 h 45899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604531" h="4589996">
                    <a:moveTo>
                      <a:pt x="431790" y="465248"/>
                    </a:moveTo>
                    <a:cubicBezTo>
                      <a:pt x="378180" y="223942"/>
                      <a:pt x="245615" y="74141"/>
                      <a:pt x="26868" y="7351"/>
                    </a:cubicBezTo>
                    <a:cubicBezTo>
                      <a:pt x="22179" y="5957"/>
                      <a:pt x="17363" y="4562"/>
                      <a:pt x="12547" y="3295"/>
                    </a:cubicBezTo>
                    <a:lnTo>
                      <a:pt x="7224" y="1901"/>
                    </a:lnTo>
                    <a:cubicBezTo>
                      <a:pt x="4816" y="1267"/>
                      <a:pt x="2535" y="634"/>
                      <a:pt x="127" y="0"/>
                    </a:cubicBezTo>
                    <a:cubicBezTo>
                      <a:pt x="1394" y="4689"/>
                      <a:pt x="2662" y="9378"/>
                      <a:pt x="3802" y="14194"/>
                    </a:cubicBezTo>
                    <a:cubicBezTo>
                      <a:pt x="4943" y="18884"/>
                      <a:pt x="6083" y="23573"/>
                      <a:pt x="7097" y="28262"/>
                    </a:cubicBezTo>
                    <a:cubicBezTo>
                      <a:pt x="11153" y="29403"/>
                      <a:pt x="15335" y="30543"/>
                      <a:pt x="19391" y="31684"/>
                    </a:cubicBezTo>
                    <a:cubicBezTo>
                      <a:pt x="228759" y="95686"/>
                      <a:pt x="355621" y="239404"/>
                      <a:pt x="407076" y="471078"/>
                    </a:cubicBezTo>
                    <a:lnTo>
                      <a:pt x="407076" y="471458"/>
                    </a:lnTo>
                    <a:cubicBezTo>
                      <a:pt x="518097" y="915414"/>
                      <a:pt x="579311" y="1563035"/>
                      <a:pt x="579311" y="2295062"/>
                    </a:cubicBezTo>
                    <a:cubicBezTo>
                      <a:pt x="579311" y="3027089"/>
                      <a:pt x="518224" y="3674709"/>
                      <a:pt x="407076" y="4119046"/>
                    </a:cubicBezTo>
                    <a:cubicBezTo>
                      <a:pt x="354734" y="4354648"/>
                      <a:pt x="223816" y="4499254"/>
                      <a:pt x="7224" y="4561481"/>
                    </a:cubicBezTo>
                    <a:cubicBezTo>
                      <a:pt x="6083" y="4566297"/>
                      <a:pt x="5069" y="4571113"/>
                      <a:pt x="3802" y="4575802"/>
                    </a:cubicBezTo>
                    <a:cubicBezTo>
                      <a:pt x="2662" y="4580618"/>
                      <a:pt x="1267" y="4585307"/>
                      <a:pt x="0" y="4589997"/>
                    </a:cubicBezTo>
                    <a:cubicBezTo>
                      <a:pt x="254" y="4589997"/>
                      <a:pt x="507" y="4589870"/>
                      <a:pt x="760" y="4589743"/>
                    </a:cubicBezTo>
                    <a:lnTo>
                      <a:pt x="7224" y="4587969"/>
                    </a:lnTo>
                    <a:cubicBezTo>
                      <a:pt x="237757" y="4524094"/>
                      <a:pt x="376660" y="4372518"/>
                      <a:pt x="431663" y="4124875"/>
                    </a:cubicBezTo>
                    <a:cubicBezTo>
                      <a:pt x="543191" y="3679018"/>
                      <a:pt x="604531" y="3029116"/>
                      <a:pt x="604531" y="2295062"/>
                    </a:cubicBezTo>
                    <a:cubicBezTo>
                      <a:pt x="604531" y="1561007"/>
                      <a:pt x="543191" y="911358"/>
                      <a:pt x="431663" y="465501"/>
                    </a:cubicBezTo>
                    <a:close/>
                  </a:path>
                </a:pathLst>
              </a:custGeom>
              <a:solidFill>
                <a:schemeClr val="bg1"/>
              </a:solidFill>
              <a:ln w="1266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8ABE8C29-7560-6EBA-0810-5A100D032400}"/>
                  </a:ext>
                </a:extLst>
              </p:cNvPr>
              <p:cNvSpPr/>
              <p:nvPr/>
            </p:nvSpPr>
            <p:spPr>
              <a:xfrm>
                <a:off x="6515329" y="951312"/>
                <a:ext cx="4359972" cy="4957150"/>
              </a:xfrm>
              <a:custGeom>
                <a:avLst/>
                <a:gdLst>
                  <a:gd name="csX0" fmla="*/ 4359847 w 4359972"/>
                  <a:gd name="csY0" fmla="*/ 4744994 h 4957150"/>
                  <a:gd name="csX1" fmla="*/ 4353130 w 4359972"/>
                  <a:gd name="csY1" fmla="*/ 4747022 h 4957150"/>
                  <a:gd name="csX2" fmla="*/ 4346539 w 4359972"/>
                  <a:gd name="csY2" fmla="*/ 4748923 h 4957150"/>
                  <a:gd name="csX3" fmla="*/ 4329937 w 4359972"/>
                  <a:gd name="csY3" fmla="*/ 4753359 h 4957150"/>
                  <a:gd name="csX4" fmla="*/ 4302435 w 4359972"/>
                  <a:gd name="csY4" fmla="*/ 4759569 h 4957150"/>
                  <a:gd name="csX5" fmla="*/ 2478704 w 4359972"/>
                  <a:gd name="csY5" fmla="*/ 4931677 h 4957150"/>
                  <a:gd name="csX6" fmla="*/ 654592 w 4359972"/>
                  <a:gd name="csY6" fmla="*/ 4759443 h 4957150"/>
                  <a:gd name="csX7" fmla="*/ 197581 w 4359972"/>
                  <a:gd name="csY7" fmla="*/ 4302053 h 4957150"/>
                  <a:gd name="csX8" fmla="*/ 25347 w 4359972"/>
                  <a:gd name="csY8" fmla="*/ 2478575 h 4957150"/>
                  <a:gd name="csX9" fmla="*/ 197581 w 4359972"/>
                  <a:gd name="csY9" fmla="*/ 654591 h 4957150"/>
                  <a:gd name="csX10" fmla="*/ 654845 w 4359972"/>
                  <a:gd name="csY10" fmla="*/ 197455 h 4957150"/>
                  <a:gd name="csX11" fmla="*/ 2478577 w 4359972"/>
                  <a:gd name="csY11" fmla="*/ 25347 h 4957150"/>
                  <a:gd name="csX12" fmla="*/ 4302689 w 4359972"/>
                  <a:gd name="csY12" fmla="*/ 197581 h 4957150"/>
                  <a:gd name="csX13" fmla="*/ 4353003 w 4359972"/>
                  <a:gd name="csY13" fmla="*/ 210001 h 4957150"/>
                  <a:gd name="csX14" fmla="*/ 4358452 w 4359972"/>
                  <a:gd name="csY14" fmla="*/ 211522 h 4957150"/>
                  <a:gd name="csX15" fmla="*/ 4359720 w 4359972"/>
                  <a:gd name="csY15" fmla="*/ 211903 h 4957150"/>
                  <a:gd name="csX16" fmla="*/ 4356425 w 4359972"/>
                  <a:gd name="csY16" fmla="*/ 197835 h 4957150"/>
                  <a:gd name="csX17" fmla="*/ 4352750 w 4359972"/>
                  <a:gd name="csY17" fmla="*/ 183640 h 4957150"/>
                  <a:gd name="csX18" fmla="*/ 4308265 w 4359972"/>
                  <a:gd name="csY18" fmla="*/ 172868 h 4957150"/>
                  <a:gd name="csX19" fmla="*/ 2478577 w 4359972"/>
                  <a:gd name="csY19" fmla="*/ 0 h 4957150"/>
                  <a:gd name="csX20" fmla="*/ 649269 w 4359972"/>
                  <a:gd name="csY20" fmla="*/ 172741 h 4957150"/>
                  <a:gd name="csX21" fmla="*/ 172868 w 4359972"/>
                  <a:gd name="csY21" fmla="*/ 648761 h 4957150"/>
                  <a:gd name="csX22" fmla="*/ 0 w 4359972"/>
                  <a:gd name="csY22" fmla="*/ 2478575 h 4957150"/>
                  <a:gd name="csX23" fmla="*/ 172741 w 4359972"/>
                  <a:gd name="csY23" fmla="*/ 4308009 h 4957150"/>
                  <a:gd name="csX24" fmla="*/ 648889 w 4359972"/>
                  <a:gd name="csY24" fmla="*/ 4784283 h 4957150"/>
                  <a:gd name="csX25" fmla="*/ 2478577 w 4359972"/>
                  <a:gd name="csY25" fmla="*/ 4957151 h 4957150"/>
                  <a:gd name="csX26" fmla="*/ 4307885 w 4359972"/>
                  <a:gd name="csY26" fmla="*/ 4784410 h 4957150"/>
                  <a:gd name="csX27" fmla="*/ 4335893 w 4359972"/>
                  <a:gd name="csY27" fmla="*/ 4778073 h 4957150"/>
                  <a:gd name="csX28" fmla="*/ 4352750 w 4359972"/>
                  <a:gd name="csY28" fmla="*/ 4773510 h 4957150"/>
                  <a:gd name="csX29" fmla="*/ 4356551 w 4359972"/>
                  <a:gd name="csY29" fmla="*/ 4759316 h 4957150"/>
                  <a:gd name="csX30" fmla="*/ 4359973 w 4359972"/>
                  <a:gd name="csY30" fmla="*/ 4744994 h 49571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</a:cxnLst>
                <a:rect l="l" t="t" r="r" b="b"/>
                <a:pathLst>
                  <a:path w="4359972" h="4957150">
                    <a:moveTo>
                      <a:pt x="4359847" y="4744994"/>
                    </a:moveTo>
                    <a:cubicBezTo>
                      <a:pt x="4357565" y="4745628"/>
                      <a:pt x="4355411" y="4746389"/>
                      <a:pt x="4353130" y="4747022"/>
                    </a:cubicBezTo>
                    <a:lnTo>
                      <a:pt x="4346539" y="4748923"/>
                    </a:lnTo>
                    <a:cubicBezTo>
                      <a:pt x="4341090" y="4750444"/>
                      <a:pt x="4335513" y="4752092"/>
                      <a:pt x="4329937" y="4753359"/>
                    </a:cubicBezTo>
                    <a:cubicBezTo>
                      <a:pt x="4320939" y="4755514"/>
                      <a:pt x="4311941" y="4757668"/>
                      <a:pt x="4302435" y="4759569"/>
                    </a:cubicBezTo>
                    <a:cubicBezTo>
                      <a:pt x="3856578" y="4865774"/>
                      <a:pt x="3157755" y="4931677"/>
                      <a:pt x="2478704" y="4931677"/>
                    </a:cubicBezTo>
                    <a:cubicBezTo>
                      <a:pt x="1799652" y="4931677"/>
                      <a:pt x="1100829" y="4865647"/>
                      <a:pt x="654592" y="4759443"/>
                    </a:cubicBezTo>
                    <a:cubicBezTo>
                      <a:pt x="403781" y="4707227"/>
                      <a:pt x="254359" y="4557679"/>
                      <a:pt x="197581" y="4302053"/>
                    </a:cubicBezTo>
                    <a:cubicBezTo>
                      <a:pt x="86434" y="3858223"/>
                      <a:pt x="25347" y="3210602"/>
                      <a:pt x="25347" y="2478575"/>
                    </a:cubicBezTo>
                    <a:cubicBezTo>
                      <a:pt x="25347" y="1746548"/>
                      <a:pt x="86434" y="1098928"/>
                      <a:pt x="197581" y="654591"/>
                    </a:cubicBezTo>
                    <a:cubicBezTo>
                      <a:pt x="254232" y="399345"/>
                      <a:pt x="403781" y="249797"/>
                      <a:pt x="654845" y="197455"/>
                    </a:cubicBezTo>
                    <a:cubicBezTo>
                      <a:pt x="1100703" y="91377"/>
                      <a:pt x="1799525" y="25347"/>
                      <a:pt x="2478577" y="25347"/>
                    </a:cubicBezTo>
                    <a:cubicBezTo>
                      <a:pt x="3157628" y="25347"/>
                      <a:pt x="3856451" y="91377"/>
                      <a:pt x="4302689" y="197581"/>
                    </a:cubicBezTo>
                    <a:cubicBezTo>
                      <a:pt x="4318277" y="200877"/>
                      <a:pt x="4334246" y="204805"/>
                      <a:pt x="4353003" y="210001"/>
                    </a:cubicBezTo>
                    <a:lnTo>
                      <a:pt x="4358452" y="211522"/>
                    </a:lnTo>
                    <a:cubicBezTo>
                      <a:pt x="4358452" y="211522"/>
                      <a:pt x="4359340" y="211776"/>
                      <a:pt x="4359720" y="211903"/>
                    </a:cubicBezTo>
                    <a:cubicBezTo>
                      <a:pt x="4358579" y="207213"/>
                      <a:pt x="4357565" y="202524"/>
                      <a:pt x="4356425" y="197835"/>
                    </a:cubicBezTo>
                    <a:cubicBezTo>
                      <a:pt x="4355284" y="193019"/>
                      <a:pt x="4354017" y="188456"/>
                      <a:pt x="4352750" y="183640"/>
                    </a:cubicBezTo>
                    <a:cubicBezTo>
                      <a:pt x="4336527" y="179205"/>
                      <a:pt x="4322079" y="175783"/>
                      <a:pt x="4308265" y="172868"/>
                    </a:cubicBezTo>
                    <a:cubicBezTo>
                      <a:pt x="3853789" y="64635"/>
                      <a:pt x="3169795" y="0"/>
                      <a:pt x="2478577" y="0"/>
                    </a:cubicBezTo>
                    <a:cubicBezTo>
                      <a:pt x="1787358" y="0"/>
                      <a:pt x="1103364" y="64635"/>
                      <a:pt x="649269" y="172741"/>
                    </a:cubicBezTo>
                    <a:cubicBezTo>
                      <a:pt x="387812" y="227238"/>
                      <a:pt x="231927" y="383123"/>
                      <a:pt x="172868" y="648761"/>
                    </a:cubicBezTo>
                    <a:cubicBezTo>
                      <a:pt x="61340" y="1094745"/>
                      <a:pt x="0" y="1744520"/>
                      <a:pt x="0" y="2478575"/>
                    </a:cubicBezTo>
                    <a:cubicBezTo>
                      <a:pt x="0" y="3212630"/>
                      <a:pt x="61340" y="3862405"/>
                      <a:pt x="172741" y="4308009"/>
                    </a:cubicBezTo>
                    <a:cubicBezTo>
                      <a:pt x="231800" y="4574028"/>
                      <a:pt x="387686" y="4729913"/>
                      <a:pt x="648889" y="4784283"/>
                    </a:cubicBezTo>
                    <a:cubicBezTo>
                      <a:pt x="1103364" y="4892515"/>
                      <a:pt x="1787358" y="4957151"/>
                      <a:pt x="2478577" y="4957151"/>
                    </a:cubicBezTo>
                    <a:cubicBezTo>
                      <a:pt x="3169795" y="4957151"/>
                      <a:pt x="3853789" y="4892515"/>
                      <a:pt x="4307885" y="4784410"/>
                    </a:cubicBezTo>
                    <a:cubicBezTo>
                      <a:pt x="4317390" y="4782382"/>
                      <a:pt x="4326642" y="4780354"/>
                      <a:pt x="4335893" y="4778073"/>
                    </a:cubicBezTo>
                    <a:cubicBezTo>
                      <a:pt x="4341597" y="4776678"/>
                      <a:pt x="4347173" y="4775158"/>
                      <a:pt x="4352750" y="4773510"/>
                    </a:cubicBezTo>
                    <a:cubicBezTo>
                      <a:pt x="4354017" y="4768694"/>
                      <a:pt x="4355411" y="4764132"/>
                      <a:pt x="4356551" y="4759316"/>
                    </a:cubicBezTo>
                    <a:cubicBezTo>
                      <a:pt x="4357692" y="4754627"/>
                      <a:pt x="4358833" y="4749811"/>
                      <a:pt x="4359973" y="4744994"/>
                    </a:cubicBezTo>
                    <a:close/>
                  </a:path>
                </a:pathLst>
              </a:custGeom>
              <a:solidFill>
                <a:srgbClr val="FF6200"/>
              </a:solidFill>
              <a:ln w="1266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018E0D97-09FA-C865-2B9C-DB005FE277E3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F56220E3-1A6E-A2C1-42D9-B9117106E7A1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655FC935-17DE-7E8C-D9CF-B42EC41D6413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9E33F5AF-ADC3-407F-7B6F-CB1C76387E3F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0BADFF7C-02E9-2476-A3A1-B95E9504B2F6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49644651-18C2-F25C-040D-D30BA117E055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8A42B8CD-373B-21A6-09BE-E557762CD5C9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5953ED77-D1E3-5BBB-4147-6AE171D21B1E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4F158DB4-96FB-5568-AA71-C8D47254186B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17BEFD5E-6100-8A7C-2105-275D6ED4537A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692B1290-A82C-E584-ADFF-BC870DE84182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65B461CF-F3A0-8365-43B2-BAF2CB06D202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9469FE06-CC9A-A1B1-6D0F-34924FFA227D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C11D2F0-5EA2-0781-D508-6F731F155424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B4830999-F539-A32B-1405-918F719EE2AA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F0B863C2-7C82-D55C-A795-6C651E26DAF5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C6690DD0-F984-2937-D496-53A90B465A42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8709320C-3252-A779-1BEB-F5997B42B525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0DFDA380-FC91-0E9D-F3F3-8F8B5D9D9184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1E905641-D729-85B7-E600-FDE7091A3A24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1AF08535-B2DE-BAB5-E2CE-60C9467ED7A5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1B7AAF5D-81A6-F666-C18A-1439F9AFBABB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EEFBA09-B5B3-B295-1249-1256D9F6A9C4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F6412FEE-04E7-1DE5-1F14-CA8309BFCBE5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32" name="Retângulo: Cantos Arredondados 31">
              <a:extLst>
                <a:ext uri="{FF2B5EF4-FFF2-40B4-BE49-F238E27FC236}">
                  <a16:creationId xmlns:a16="http://schemas.microsoft.com/office/drawing/2014/main" id="{C11E26CD-23E4-C54B-687F-B42A99C36D58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3" name="Retângulo: Cantos Arredondados 32">
              <a:extLst>
                <a:ext uri="{FF2B5EF4-FFF2-40B4-BE49-F238E27FC236}">
                  <a16:creationId xmlns:a16="http://schemas.microsoft.com/office/drawing/2014/main" id="{AA1AA4B5-0849-5D57-D997-8A2B42422276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EB1A6D1F-3965-AC25-743B-3F795D9531D3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17434CE9-BDEF-1FD2-69F3-D667716B4019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  <p:sp>
        <p:nvSpPr>
          <p:cNvPr id="37" name="Espaço Reservado para Texto 19">
            <a:extLst>
              <a:ext uri="{FF2B5EF4-FFF2-40B4-BE49-F238E27FC236}">
                <a16:creationId xmlns:a16="http://schemas.microsoft.com/office/drawing/2014/main" id="{2C70954F-471D-17D8-3197-0C76DD9F25F1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529516" y="4369405"/>
            <a:ext cx="4794122" cy="119109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4200">
                <a:solidFill>
                  <a:schemeClr val="bg1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Exemplo de </a:t>
            </a:r>
            <a:br>
              <a:rPr lang="pt-BR"/>
            </a:br>
            <a:r>
              <a:rPr lang="pt-BR"/>
              <a:t>título da subcapa</a:t>
            </a:r>
          </a:p>
        </p:txBody>
      </p:sp>
    </p:spTree>
    <p:extLst>
      <p:ext uri="{BB962C8B-B14F-4D97-AF65-F5344CB8AC3E}">
        <p14:creationId xmlns:p14="http://schemas.microsoft.com/office/powerpoint/2010/main" val="3952386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ubcapa 2 fundo cla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B10B14B1-838A-4B5A-C00C-F9ADD1687A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5338" t="670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D16FF03A-53FD-4262-C889-893CE49B0908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F807CBE6-1DDD-3DBD-60C2-1A2FF535A1E3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B0A6DE46-F381-5DC6-6E2B-342BE9B78ABB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D7B064FF-7DB3-A3F2-FFD0-DE67AC51E527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9458470E-C91F-5333-E1DE-0B51BB64AAA1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A5ED8F9D-29FA-A4FF-F5E6-0D19B41D73DD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0A9DCEBD-2329-52A7-846D-51546D2B2B33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69EE5C0B-109E-F858-3EAC-14C766521556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0828AF16-E74F-6A94-0FEB-DCC310306808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B6021EFE-EA86-DDBD-15DD-0BAD118711A3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A3A698B1-8900-DA18-F26C-917538A18255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F9D910B2-290D-F981-60C7-0860195143D3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AC9431C0-5256-374C-F632-A600D4DD1FEF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CD41736-A98F-EECF-7766-67DE8301249F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D29F05B6-2F63-7C82-9442-463E05B6251B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E1AA3C7F-E400-A6D7-2968-9588E52338B4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CFF42F9C-921E-D6CC-F883-B430E1FBA7D5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5A532EC5-CFD6-B255-DDDB-D957A2157307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3A62B7CE-2A20-CA1A-4071-B95A602B32D7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77064CF9-C22D-BBB0-36AD-1C658C48D3F2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39785CC5-EB24-5A6F-09D6-01956306186E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9C25643C-AAA5-AC73-90D7-23808D00B334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45EE5FC8-04C8-BE8E-6EA8-690F5FC728FB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358AAFCC-4D81-E7A7-4683-8B85E668CE43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3104BBC9-FE3A-53BB-68B1-46D73E48D194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FAA24B11-A799-2905-5109-CC1BB208EA4E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6D1E51A7-04D7-579F-79D6-9342AFEAFDAE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C3929291-89B5-2E8E-5062-E63AB2E548DE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F704EE4F-659B-70AF-F88A-3CFCB051943C}"/>
              </a:ext>
            </a:extLst>
          </p:cNvPr>
          <p:cNvSpPr txBox="1">
            <a:spLocks/>
          </p:cNvSpPr>
          <p:nvPr userDrawn="1"/>
        </p:nvSpPr>
        <p:spPr>
          <a:xfrm>
            <a:off x="10625138" y="3217069"/>
            <a:ext cx="423862" cy="423862"/>
          </a:xfrm>
          <a:custGeom>
            <a:avLst/>
            <a:gdLst>
              <a:gd name="connsiteX0" fmla="*/ 489439 w 905044"/>
              <a:gd name="connsiteY0" fmla="*/ 629348 h 905044"/>
              <a:gd name="connsiteX1" fmla="*/ 506042 w 905044"/>
              <a:gd name="connsiteY1" fmla="*/ 630233 h 905044"/>
              <a:gd name="connsiteX2" fmla="*/ 506042 w 905044"/>
              <a:gd name="connsiteY2" fmla="*/ 648133 h 905044"/>
              <a:gd name="connsiteX3" fmla="*/ 466723 w 905044"/>
              <a:gd name="connsiteY3" fmla="*/ 688759 h 905044"/>
              <a:gd name="connsiteX4" fmla="*/ 433528 w 905044"/>
              <a:gd name="connsiteY4" fmla="*/ 661235 h 905044"/>
              <a:gd name="connsiteX5" fmla="*/ 489439 w 905044"/>
              <a:gd name="connsiteY5" fmla="*/ 629348 h 905044"/>
              <a:gd name="connsiteX6" fmla="*/ 602138 w 905044"/>
              <a:gd name="connsiteY6" fmla="*/ 503989 h 905044"/>
              <a:gd name="connsiteX7" fmla="*/ 602138 w 905044"/>
              <a:gd name="connsiteY7" fmla="*/ 651190 h 905044"/>
              <a:gd name="connsiteX8" fmla="*/ 678574 w 905044"/>
              <a:gd name="connsiteY8" fmla="*/ 736364 h 905044"/>
              <a:gd name="connsiteX9" fmla="*/ 739725 w 905044"/>
              <a:gd name="connsiteY9" fmla="*/ 706226 h 905044"/>
              <a:gd name="connsiteX10" fmla="*/ 740600 w 905044"/>
              <a:gd name="connsiteY10" fmla="*/ 730682 h 905044"/>
              <a:gd name="connsiteX11" fmla="*/ 804375 w 905044"/>
              <a:gd name="connsiteY11" fmla="*/ 730682 h 905044"/>
              <a:gd name="connsiteX12" fmla="*/ 804375 w 905044"/>
              <a:gd name="connsiteY12" fmla="*/ 503989 h 905044"/>
              <a:gd name="connsiteX13" fmla="*/ 737985 w 905044"/>
              <a:gd name="connsiteY13" fmla="*/ 503989 h 905044"/>
              <a:gd name="connsiteX14" fmla="*/ 737985 w 905044"/>
              <a:gd name="connsiteY14" fmla="*/ 637644 h 905044"/>
              <a:gd name="connsiteX15" fmla="*/ 702165 w 905044"/>
              <a:gd name="connsiteY15" fmla="*/ 682635 h 905044"/>
              <a:gd name="connsiteX16" fmla="*/ 668528 w 905044"/>
              <a:gd name="connsiteY16" fmla="*/ 640268 h 905044"/>
              <a:gd name="connsiteX17" fmla="*/ 668528 w 905044"/>
              <a:gd name="connsiteY17" fmla="*/ 503989 h 905044"/>
              <a:gd name="connsiteX18" fmla="*/ 99385 w 905044"/>
              <a:gd name="connsiteY18" fmla="*/ 503989 h 905044"/>
              <a:gd name="connsiteX19" fmla="*/ 99385 w 905044"/>
              <a:gd name="connsiteY19" fmla="*/ 730682 h 905044"/>
              <a:gd name="connsiteX20" fmla="*/ 165775 w 905044"/>
              <a:gd name="connsiteY20" fmla="*/ 730682 h 905044"/>
              <a:gd name="connsiteX21" fmla="*/ 165775 w 905044"/>
              <a:gd name="connsiteY21" fmla="*/ 503989 h 905044"/>
              <a:gd name="connsiteX22" fmla="*/ 468483 w 905044"/>
              <a:gd name="connsiteY22" fmla="*/ 498307 h 905044"/>
              <a:gd name="connsiteX23" fmla="*/ 381126 w 905044"/>
              <a:gd name="connsiteY23" fmla="*/ 513592 h 905044"/>
              <a:gd name="connsiteX24" fmla="*/ 381126 w 905044"/>
              <a:gd name="connsiteY24" fmla="*/ 566890 h 905044"/>
              <a:gd name="connsiteX25" fmla="*/ 458004 w 905044"/>
              <a:gd name="connsiteY25" fmla="*/ 550720 h 905044"/>
              <a:gd name="connsiteX26" fmla="*/ 505619 w 905044"/>
              <a:gd name="connsiteY26" fmla="*/ 589164 h 905044"/>
              <a:gd name="connsiteX27" fmla="*/ 483336 w 905044"/>
              <a:gd name="connsiteY27" fmla="*/ 588289 h 905044"/>
              <a:gd name="connsiteX28" fmla="*/ 369330 w 905044"/>
              <a:gd name="connsiteY28" fmla="*/ 666475 h 905044"/>
              <a:gd name="connsiteX29" fmla="*/ 447073 w 905044"/>
              <a:gd name="connsiteY29" fmla="*/ 736364 h 905044"/>
              <a:gd name="connsiteX30" fmla="*/ 506485 w 905044"/>
              <a:gd name="connsiteY30" fmla="*/ 707101 h 905044"/>
              <a:gd name="connsiteX31" fmla="*/ 507359 w 905044"/>
              <a:gd name="connsiteY31" fmla="*/ 730682 h 905044"/>
              <a:gd name="connsiteX32" fmla="*/ 569385 w 905044"/>
              <a:gd name="connsiteY32" fmla="*/ 730682 h 905044"/>
              <a:gd name="connsiteX33" fmla="*/ 569385 w 905044"/>
              <a:gd name="connsiteY33" fmla="*/ 597460 h 905044"/>
              <a:gd name="connsiteX34" fmla="*/ 468483 w 905044"/>
              <a:gd name="connsiteY34" fmla="*/ 498307 h 905044"/>
              <a:gd name="connsiteX35" fmla="*/ 290692 w 905044"/>
              <a:gd name="connsiteY35" fmla="*/ 435407 h 905044"/>
              <a:gd name="connsiteX36" fmla="*/ 224292 w 905044"/>
              <a:gd name="connsiteY36" fmla="*/ 447192 h 905044"/>
              <a:gd name="connsiteX37" fmla="*/ 224292 w 905044"/>
              <a:gd name="connsiteY37" fmla="*/ 503989 h 905044"/>
              <a:gd name="connsiteX38" fmla="*/ 191107 w 905044"/>
              <a:gd name="connsiteY38" fmla="*/ 503989 h 905044"/>
              <a:gd name="connsiteX39" fmla="*/ 191107 w 905044"/>
              <a:gd name="connsiteY39" fmla="*/ 555526 h 905044"/>
              <a:gd name="connsiteX40" fmla="*/ 224302 w 905044"/>
              <a:gd name="connsiteY40" fmla="*/ 555526 h 905044"/>
              <a:gd name="connsiteX41" fmla="*/ 224302 w 905044"/>
              <a:gd name="connsiteY41" fmla="*/ 652497 h 905044"/>
              <a:gd name="connsiteX42" fmla="*/ 304237 w 905044"/>
              <a:gd name="connsiteY42" fmla="*/ 735057 h 905044"/>
              <a:gd name="connsiteX43" fmla="*/ 345296 w 905044"/>
              <a:gd name="connsiteY43" fmla="*/ 730682 h 905044"/>
              <a:gd name="connsiteX44" fmla="*/ 345296 w 905044"/>
              <a:gd name="connsiteY44" fmla="*/ 680020 h 905044"/>
              <a:gd name="connsiteX45" fmla="*/ 321704 w 905044"/>
              <a:gd name="connsiteY45" fmla="*/ 682635 h 905044"/>
              <a:gd name="connsiteX46" fmla="*/ 290692 w 905044"/>
              <a:gd name="connsiteY46" fmla="*/ 648122 h 905044"/>
              <a:gd name="connsiteX47" fmla="*/ 290692 w 905044"/>
              <a:gd name="connsiteY47" fmla="*/ 555526 h 905044"/>
              <a:gd name="connsiteX48" fmla="*/ 348343 w 905044"/>
              <a:gd name="connsiteY48" fmla="*/ 555526 h 905044"/>
              <a:gd name="connsiteX49" fmla="*/ 348343 w 905044"/>
              <a:gd name="connsiteY49" fmla="*/ 503989 h 905044"/>
              <a:gd name="connsiteX50" fmla="*/ 290692 w 905044"/>
              <a:gd name="connsiteY50" fmla="*/ 503989 h 905044"/>
              <a:gd name="connsiteX51" fmla="*/ 761999 w 905044"/>
              <a:gd name="connsiteY51" fmla="*/ 415758 h 905044"/>
              <a:gd name="connsiteX52" fmla="*/ 651493 w 905044"/>
              <a:gd name="connsiteY52" fmla="*/ 435417 h 905044"/>
              <a:gd name="connsiteX53" fmla="*/ 651493 w 905044"/>
              <a:gd name="connsiteY53" fmla="*/ 473419 h 905044"/>
              <a:gd name="connsiteX54" fmla="*/ 761999 w 905044"/>
              <a:gd name="connsiteY54" fmla="*/ 473419 h 905044"/>
              <a:gd name="connsiteX55" fmla="*/ 761999 w 905044"/>
              <a:gd name="connsiteY55" fmla="*/ 473409 h 905044"/>
              <a:gd name="connsiteX56" fmla="*/ 132580 w 905044"/>
              <a:gd name="connsiteY56" fmla="*/ 404394 h 905044"/>
              <a:gd name="connsiteX57" fmla="*/ 93271 w 905044"/>
              <a:gd name="connsiteY57" fmla="*/ 442396 h 905044"/>
              <a:gd name="connsiteX58" fmla="*/ 132580 w 905044"/>
              <a:gd name="connsiteY58" fmla="*/ 480398 h 905044"/>
              <a:gd name="connsiteX59" fmla="*/ 171899 w 905044"/>
              <a:gd name="connsiteY59" fmla="*/ 442396 h 905044"/>
              <a:gd name="connsiteX60" fmla="*/ 132580 w 905044"/>
              <a:gd name="connsiteY60" fmla="*/ 404394 h 905044"/>
              <a:gd name="connsiteX61" fmla="*/ 452522 w 905044"/>
              <a:gd name="connsiteY61" fmla="*/ 0 h 905044"/>
              <a:gd name="connsiteX62" fmla="*/ 787720 w 905044"/>
              <a:gd name="connsiteY62" fmla="*/ 31656 h 905044"/>
              <a:gd name="connsiteX63" fmla="*/ 873388 w 905044"/>
              <a:gd name="connsiteY63" fmla="*/ 117324 h 905044"/>
              <a:gd name="connsiteX64" fmla="*/ 905044 w 905044"/>
              <a:gd name="connsiteY64" fmla="*/ 452523 h 905044"/>
              <a:gd name="connsiteX65" fmla="*/ 873388 w 905044"/>
              <a:gd name="connsiteY65" fmla="*/ 787720 h 905044"/>
              <a:gd name="connsiteX66" fmla="*/ 787720 w 905044"/>
              <a:gd name="connsiteY66" fmla="*/ 873388 h 905044"/>
              <a:gd name="connsiteX67" fmla="*/ 452522 w 905044"/>
              <a:gd name="connsiteY67" fmla="*/ 905044 h 905044"/>
              <a:gd name="connsiteX68" fmla="*/ 117324 w 905044"/>
              <a:gd name="connsiteY68" fmla="*/ 873388 h 905044"/>
              <a:gd name="connsiteX69" fmla="*/ 31656 w 905044"/>
              <a:gd name="connsiteY69" fmla="*/ 787720 h 905044"/>
              <a:gd name="connsiteX70" fmla="*/ 0 w 905044"/>
              <a:gd name="connsiteY70" fmla="*/ 452523 h 905044"/>
              <a:gd name="connsiteX71" fmla="*/ 31656 w 905044"/>
              <a:gd name="connsiteY71" fmla="*/ 117324 h 905044"/>
              <a:gd name="connsiteX72" fmla="*/ 117324 w 905044"/>
              <a:gd name="connsiteY72" fmla="*/ 31656 h 905044"/>
              <a:gd name="connsiteX73" fmla="*/ 452522 w 905044"/>
              <a:gd name="connsiteY73" fmla="*/ 0 h 90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905044" h="905044">
                <a:moveTo>
                  <a:pt x="489439" y="629348"/>
                </a:moveTo>
                <a:cubicBezTo>
                  <a:pt x="494679" y="629348"/>
                  <a:pt x="502985" y="629791"/>
                  <a:pt x="506042" y="630233"/>
                </a:cubicBezTo>
                <a:lnTo>
                  <a:pt x="506042" y="648133"/>
                </a:lnTo>
                <a:cubicBezTo>
                  <a:pt x="506042" y="672167"/>
                  <a:pt x="489872" y="688759"/>
                  <a:pt x="466723" y="688759"/>
                </a:cubicBezTo>
                <a:cubicBezTo>
                  <a:pt x="446189" y="688759"/>
                  <a:pt x="433528" y="679588"/>
                  <a:pt x="433528" y="661235"/>
                </a:cubicBezTo>
                <a:cubicBezTo>
                  <a:pt x="433528" y="640268"/>
                  <a:pt x="453630" y="629348"/>
                  <a:pt x="489439" y="629348"/>
                </a:cubicBezTo>
                <a:close/>
                <a:moveTo>
                  <a:pt x="602138" y="503989"/>
                </a:moveTo>
                <a:lnTo>
                  <a:pt x="602138" y="651190"/>
                </a:lnTo>
                <a:cubicBezTo>
                  <a:pt x="602148" y="703169"/>
                  <a:pt x="631844" y="736364"/>
                  <a:pt x="678574" y="736364"/>
                </a:cubicBezTo>
                <a:cubicBezTo>
                  <a:pt x="706097" y="736364"/>
                  <a:pt x="724882" y="726308"/>
                  <a:pt x="739725" y="706226"/>
                </a:cubicBezTo>
                <a:lnTo>
                  <a:pt x="740600" y="730682"/>
                </a:lnTo>
                <a:lnTo>
                  <a:pt x="804375" y="730682"/>
                </a:lnTo>
                <a:lnTo>
                  <a:pt x="804375" y="503989"/>
                </a:lnTo>
                <a:lnTo>
                  <a:pt x="737985" y="503989"/>
                </a:lnTo>
                <a:lnTo>
                  <a:pt x="737985" y="637644"/>
                </a:lnTo>
                <a:cubicBezTo>
                  <a:pt x="737985" y="665167"/>
                  <a:pt x="724439" y="682635"/>
                  <a:pt x="702165" y="682635"/>
                </a:cubicBezTo>
                <a:cubicBezTo>
                  <a:pt x="680324" y="682635"/>
                  <a:pt x="668528" y="667782"/>
                  <a:pt x="668528" y="640268"/>
                </a:cubicBezTo>
                <a:lnTo>
                  <a:pt x="668528" y="503989"/>
                </a:lnTo>
                <a:close/>
                <a:moveTo>
                  <a:pt x="99385" y="503989"/>
                </a:moveTo>
                <a:lnTo>
                  <a:pt x="99385" y="730682"/>
                </a:lnTo>
                <a:lnTo>
                  <a:pt x="165775" y="730682"/>
                </a:lnTo>
                <a:lnTo>
                  <a:pt x="165775" y="503989"/>
                </a:lnTo>
                <a:close/>
                <a:moveTo>
                  <a:pt x="468483" y="498307"/>
                </a:moveTo>
                <a:cubicBezTo>
                  <a:pt x="435298" y="498307"/>
                  <a:pt x="407775" y="503547"/>
                  <a:pt x="381126" y="513592"/>
                </a:cubicBezTo>
                <a:lnTo>
                  <a:pt x="381126" y="566890"/>
                </a:lnTo>
                <a:cubicBezTo>
                  <a:pt x="407332" y="556834"/>
                  <a:pt x="433538" y="550720"/>
                  <a:pt x="458004" y="550720"/>
                </a:cubicBezTo>
                <a:cubicBezTo>
                  <a:pt x="488575" y="550720"/>
                  <a:pt x="505619" y="564697"/>
                  <a:pt x="505619" y="589164"/>
                </a:cubicBezTo>
                <a:cubicBezTo>
                  <a:pt x="500381" y="588731"/>
                  <a:pt x="491642" y="588289"/>
                  <a:pt x="483336" y="588289"/>
                </a:cubicBezTo>
                <a:cubicBezTo>
                  <a:pt x="413446" y="588289"/>
                  <a:pt x="369330" y="617120"/>
                  <a:pt x="369330" y="666475"/>
                </a:cubicBezTo>
                <a:cubicBezTo>
                  <a:pt x="369320" y="709283"/>
                  <a:pt x="399458" y="736364"/>
                  <a:pt x="447073" y="736364"/>
                </a:cubicBezTo>
                <a:cubicBezTo>
                  <a:pt x="473722" y="736364"/>
                  <a:pt x="492939" y="725443"/>
                  <a:pt x="506485" y="707101"/>
                </a:cubicBezTo>
                <a:lnTo>
                  <a:pt x="507359" y="730682"/>
                </a:lnTo>
                <a:lnTo>
                  <a:pt x="569385" y="730682"/>
                </a:lnTo>
                <a:lnTo>
                  <a:pt x="569385" y="597460"/>
                </a:lnTo>
                <a:cubicBezTo>
                  <a:pt x="569385" y="532820"/>
                  <a:pt x="533133" y="498307"/>
                  <a:pt x="468483" y="498307"/>
                </a:cubicBezTo>
                <a:close/>
                <a:moveTo>
                  <a:pt x="290692" y="435407"/>
                </a:moveTo>
                <a:lnTo>
                  <a:pt x="224292" y="447192"/>
                </a:lnTo>
                <a:lnTo>
                  <a:pt x="224292" y="503989"/>
                </a:lnTo>
                <a:lnTo>
                  <a:pt x="191107" y="503989"/>
                </a:lnTo>
                <a:lnTo>
                  <a:pt x="191107" y="555526"/>
                </a:lnTo>
                <a:lnTo>
                  <a:pt x="224302" y="555526"/>
                </a:lnTo>
                <a:lnTo>
                  <a:pt x="224302" y="652497"/>
                </a:lnTo>
                <a:cubicBezTo>
                  <a:pt x="224302" y="707534"/>
                  <a:pt x="253142" y="735057"/>
                  <a:pt x="304237" y="735057"/>
                </a:cubicBezTo>
                <a:cubicBezTo>
                  <a:pt x="322589" y="735057"/>
                  <a:pt x="337875" y="732865"/>
                  <a:pt x="345296" y="730682"/>
                </a:cubicBezTo>
                <a:lnTo>
                  <a:pt x="345296" y="680020"/>
                </a:lnTo>
                <a:cubicBezTo>
                  <a:pt x="340489" y="681328"/>
                  <a:pt x="331751" y="682635"/>
                  <a:pt x="321704" y="682635"/>
                </a:cubicBezTo>
                <a:cubicBezTo>
                  <a:pt x="300305" y="682635"/>
                  <a:pt x="290692" y="672157"/>
                  <a:pt x="290692" y="648122"/>
                </a:cubicBezTo>
                <a:lnTo>
                  <a:pt x="290692" y="555526"/>
                </a:lnTo>
                <a:lnTo>
                  <a:pt x="348343" y="555526"/>
                </a:lnTo>
                <a:lnTo>
                  <a:pt x="348343" y="503989"/>
                </a:lnTo>
                <a:lnTo>
                  <a:pt x="290692" y="503989"/>
                </a:lnTo>
                <a:close/>
                <a:moveTo>
                  <a:pt x="761999" y="415758"/>
                </a:moveTo>
                <a:lnTo>
                  <a:pt x="651493" y="435417"/>
                </a:lnTo>
                <a:lnTo>
                  <a:pt x="651493" y="473419"/>
                </a:lnTo>
                <a:lnTo>
                  <a:pt x="761999" y="473419"/>
                </a:lnTo>
                <a:lnTo>
                  <a:pt x="761999" y="473409"/>
                </a:lnTo>
                <a:close/>
                <a:moveTo>
                  <a:pt x="132580" y="404394"/>
                </a:moveTo>
                <a:cubicBezTo>
                  <a:pt x="109431" y="404394"/>
                  <a:pt x="93271" y="420122"/>
                  <a:pt x="93271" y="442396"/>
                </a:cubicBezTo>
                <a:cubicBezTo>
                  <a:pt x="93271" y="465112"/>
                  <a:pt x="109431" y="480398"/>
                  <a:pt x="132580" y="480398"/>
                </a:cubicBezTo>
                <a:cubicBezTo>
                  <a:pt x="155739" y="480398"/>
                  <a:pt x="171899" y="464680"/>
                  <a:pt x="171899" y="442396"/>
                </a:cubicBezTo>
                <a:cubicBezTo>
                  <a:pt x="171899" y="419679"/>
                  <a:pt x="155739" y="404394"/>
                  <a:pt x="132580" y="404394"/>
                </a:cubicBezTo>
                <a:close/>
                <a:moveTo>
                  <a:pt x="452522" y="0"/>
                </a:moveTo>
                <a:cubicBezTo>
                  <a:pt x="584739" y="0"/>
                  <a:pt x="705784" y="11172"/>
                  <a:pt x="787720" y="31656"/>
                </a:cubicBezTo>
                <a:cubicBezTo>
                  <a:pt x="838000" y="42829"/>
                  <a:pt x="864076" y="72625"/>
                  <a:pt x="873388" y="117324"/>
                </a:cubicBezTo>
                <a:cubicBezTo>
                  <a:pt x="892012" y="195530"/>
                  <a:pt x="905044" y="320305"/>
                  <a:pt x="905044" y="452523"/>
                </a:cubicBezTo>
                <a:cubicBezTo>
                  <a:pt x="905044" y="584739"/>
                  <a:pt x="892012" y="709514"/>
                  <a:pt x="873388" y="787720"/>
                </a:cubicBezTo>
                <a:cubicBezTo>
                  <a:pt x="864076" y="832409"/>
                  <a:pt x="838000" y="862205"/>
                  <a:pt x="787720" y="873388"/>
                </a:cubicBezTo>
                <a:cubicBezTo>
                  <a:pt x="705784" y="893872"/>
                  <a:pt x="584739" y="905044"/>
                  <a:pt x="452522" y="905044"/>
                </a:cubicBezTo>
                <a:cubicBezTo>
                  <a:pt x="320305" y="905044"/>
                  <a:pt x="199260" y="893872"/>
                  <a:pt x="117324" y="873388"/>
                </a:cubicBezTo>
                <a:cubicBezTo>
                  <a:pt x="67044" y="862215"/>
                  <a:pt x="40969" y="832419"/>
                  <a:pt x="31656" y="787720"/>
                </a:cubicBezTo>
                <a:cubicBezTo>
                  <a:pt x="13032" y="709514"/>
                  <a:pt x="0" y="584739"/>
                  <a:pt x="0" y="452523"/>
                </a:cubicBezTo>
                <a:cubicBezTo>
                  <a:pt x="0" y="320305"/>
                  <a:pt x="13032" y="195530"/>
                  <a:pt x="31656" y="117324"/>
                </a:cubicBezTo>
                <a:cubicBezTo>
                  <a:pt x="40969" y="72635"/>
                  <a:pt x="67044" y="42839"/>
                  <a:pt x="117324" y="31656"/>
                </a:cubicBezTo>
                <a:cubicBezTo>
                  <a:pt x="199260" y="11172"/>
                  <a:pt x="320305" y="0"/>
                  <a:pt x="45252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0" marR="0" lvl="3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Itau Display Pro" panose="020B0503020204020204" pitchFamily="34" charset="0"/>
              <a:ea typeface="+mn-ea"/>
              <a:cs typeface="Itau Display Pro" panose="020B0503020204020204" pitchFamily="34" charset="0"/>
            </a:endParaRPr>
          </a:p>
        </p:txBody>
      </p:sp>
      <p:sp>
        <p:nvSpPr>
          <p:cNvPr id="2" name="Espaço Reservado para Texto 19">
            <a:extLst>
              <a:ext uri="{FF2B5EF4-FFF2-40B4-BE49-F238E27FC236}">
                <a16:creationId xmlns:a16="http://schemas.microsoft.com/office/drawing/2014/main" id="{28A3CBED-F4B3-B284-D883-60F306F67F8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349929" y="4369405"/>
            <a:ext cx="4794122" cy="119109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85000"/>
              </a:lnSpc>
              <a:spcBef>
                <a:spcPts val="0"/>
              </a:spcBef>
              <a:buNone/>
              <a:defRPr sz="4200">
                <a:solidFill>
                  <a:schemeClr val="accent4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Exemplo de </a:t>
            </a:r>
            <a:br>
              <a:rPr lang="pt-BR"/>
            </a:br>
            <a:r>
              <a:rPr lang="pt-BR"/>
              <a:t>título da subcapa</a:t>
            </a:r>
          </a:p>
        </p:txBody>
      </p:sp>
    </p:spTree>
    <p:extLst>
      <p:ext uri="{BB962C8B-B14F-4D97-AF65-F5344CB8AC3E}">
        <p14:creationId xmlns:p14="http://schemas.microsoft.com/office/powerpoint/2010/main" val="1043714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ubcapa 2 fundo escu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47879034-04B2-73F8-B2E5-F4D10EDCFF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5689" t="672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F9E5EB1-79B7-7BA2-DBA6-B7F2F33C778B}"/>
              </a:ext>
            </a:extLst>
          </p:cNvPr>
          <p:cNvSpPr txBox="1">
            <a:spLocks/>
          </p:cNvSpPr>
          <p:nvPr userDrawn="1"/>
        </p:nvSpPr>
        <p:spPr>
          <a:xfrm>
            <a:off x="10625138" y="3217069"/>
            <a:ext cx="423862" cy="423862"/>
          </a:xfrm>
          <a:custGeom>
            <a:avLst/>
            <a:gdLst>
              <a:gd name="connsiteX0" fmla="*/ 489439 w 905044"/>
              <a:gd name="connsiteY0" fmla="*/ 629348 h 905044"/>
              <a:gd name="connsiteX1" fmla="*/ 506042 w 905044"/>
              <a:gd name="connsiteY1" fmla="*/ 630233 h 905044"/>
              <a:gd name="connsiteX2" fmla="*/ 506042 w 905044"/>
              <a:gd name="connsiteY2" fmla="*/ 648133 h 905044"/>
              <a:gd name="connsiteX3" fmla="*/ 466723 w 905044"/>
              <a:gd name="connsiteY3" fmla="*/ 688759 h 905044"/>
              <a:gd name="connsiteX4" fmla="*/ 433528 w 905044"/>
              <a:gd name="connsiteY4" fmla="*/ 661235 h 905044"/>
              <a:gd name="connsiteX5" fmla="*/ 489439 w 905044"/>
              <a:gd name="connsiteY5" fmla="*/ 629348 h 905044"/>
              <a:gd name="connsiteX6" fmla="*/ 602138 w 905044"/>
              <a:gd name="connsiteY6" fmla="*/ 503989 h 905044"/>
              <a:gd name="connsiteX7" fmla="*/ 602138 w 905044"/>
              <a:gd name="connsiteY7" fmla="*/ 651190 h 905044"/>
              <a:gd name="connsiteX8" fmla="*/ 678574 w 905044"/>
              <a:gd name="connsiteY8" fmla="*/ 736364 h 905044"/>
              <a:gd name="connsiteX9" fmla="*/ 739725 w 905044"/>
              <a:gd name="connsiteY9" fmla="*/ 706226 h 905044"/>
              <a:gd name="connsiteX10" fmla="*/ 740600 w 905044"/>
              <a:gd name="connsiteY10" fmla="*/ 730682 h 905044"/>
              <a:gd name="connsiteX11" fmla="*/ 804375 w 905044"/>
              <a:gd name="connsiteY11" fmla="*/ 730682 h 905044"/>
              <a:gd name="connsiteX12" fmla="*/ 804375 w 905044"/>
              <a:gd name="connsiteY12" fmla="*/ 503989 h 905044"/>
              <a:gd name="connsiteX13" fmla="*/ 737985 w 905044"/>
              <a:gd name="connsiteY13" fmla="*/ 503989 h 905044"/>
              <a:gd name="connsiteX14" fmla="*/ 737985 w 905044"/>
              <a:gd name="connsiteY14" fmla="*/ 637644 h 905044"/>
              <a:gd name="connsiteX15" fmla="*/ 702165 w 905044"/>
              <a:gd name="connsiteY15" fmla="*/ 682635 h 905044"/>
              <a:gd name="connsiteX16" fmla="*/ 668528 w 905044"/>
              <a:gd name="connsiteY16" fmla="*/ 640268 h 905044"/>
              <a:gd name="connsiteX17" fmla="*/ 668528 w 905044"/>
              <a:gd name="connsiteY17" fmla="*/ 503989 h 905044"/>
              <a:gd name="connsiteX18" fmla="*/ 99385 w 905044"/>
              <a:gd name="connsiteY18" fmla="*/ 503989 h 905044"/>
              <a:gd name="connsiteX19" fmla="*/ 99385 w 905044"/>
              <a:gd name="connsiteY19" fmla="*/ 730682 h 905044"/>
              <a:gd name="connsiteX20" fmla="*/ 165775 w 905044"/>
              <a:gd name="connsiteY20" fmla="*/ 730682 h 905044"/>
              <a:gd name="connsiteX21" fmla="*/ 165775 w 905044"/>
              <a:gd name="connsiteY21" fmla="*/ 503989 h 905044"/>
              <a:gd name="connsiteX22" fmla="*/ 468483 w 905044"/>
              <a:gd name="connsiteY22" fmla="*/ 498307 h 905044"/>
              <a:gd name="connsiteX23" fmla="*/ 381126 w 905044"/>
              <a:gd name="connsiteY23" fmla="*/ 513592 h 905044"/>
              <a:gd name="connsiteX24" fmla="*/ 381126 w 905044"/>
              <a:gd name="connsiteY24" fmla="*/ 566890 h 905044"/>
              <a:gd name="connsiteX25" fmla="*/ 458004 w 905044"/>
              <a:gd name="connsiteY25" fmla="*/ 550720 h 905044"/>
              <a:gd name="connsiteX26" fmla="*/ 505619 w 905044"/>
              <a:gd name="connsiteY26" fmla="*/ 589164 h 905044"/>
              <a:gd name="connsiteX27" fmla="*/ 483336 w 905044"/>
              <a:gd name="connsiteY27" fmla="*/ 588289 h 905044"/>
              <a:gd name="connsiteX28" fmla="*/ 369330 w 905044"/>
              <a:gd name="connsiteY28" fmla="*/ 666475 h 905044"/>
              <a:gd name="connsiteX29" fmla="*/ 447073 w 905044"/>
              <a:gd name="connsiteY29" fmla="*/ 736364 h 905044"/>
              <a:gd name="connsiteX30" fmla="*/ 506485 w 905044"/>
              <a:gd name="connsiteY30" fmla="*/ 707101 h 905044"/>
              <a:gd name="connsiteX31" fmla="*/ 507359 w 905044"/>
              <a:gd name="connsiteY31" fmla="*/ 730682 h 905044"/>
              <a:gd name="connsiteX32" fmla="*/ 569385 w 905044"/>
              <a:gd name="connsiteY32" fmla="*/ 730682 h 905044"/>
              <a:gd name="connsiteX33" fmla="*/ 569385 w 905044"/>
              <a:gd name="connsiteY33" fmla="*/ 597460 h 905044"/>
              <a:gd name="connsiteX34" fmla="*/ 468483 w 905044"/>
              <a:gd name="connsiteY34" fmla="*/ 498307 h 905044"/>
              <a:gd name="connsiteX35" fmla="*/ 290692 w 905044"/>
              <a:gd name="connsiteY35" fmla="*/ 435407 h 905044"/>
              <a:gd name="connsiteX36" fmla="*/ 224292 w 905044"/>
              <a:gd name="connsiteY36" fmla="*/ 447192 h 905044"/>
              <a:gd name="connsiteX37" fmla="*/ 224292 w 905044"/>
              <a:gd name="connsiteY37" fmla="*/ 503989 h 905044"/>
              <a:gd name="connsiteX38" fmla="*/ 191107 w 905044"/>
              <a:gd name="connsiteY38" fmla="*/ 503989 h 905044"/>
              <a:gd name="connsiteX39" fmla="*/ 191107 w 905044"/>
              <a:gd name="connsiteY39" fmla="*/ 555526 h 905044"/>
              <a:gd name="connsiteX40" fmla="*/ 224302 w 905044"/>
              <a:gd name="connsiteY40" fmla="*/ 555526 h 905044"/>
              <a:gd name="connsiteX41" fmla="*/ 224302 w 905044"/>
              <a:gd name="connsiteY41" fmla="*/ 652497 h 905044"/>
              <a:gd name="connsiteX42" fmla="*/ 304237 w 905044"/>
              <a:gd name="connsiteY42" fmla="*/ 735057 h 905044"/>
              <a:gd name="connsiteX43" fmla="*/ 345296 w 905044"/>
              <a:gd name="connsiteY43" fmla="*/ 730682 h 905044"/>
              <a:gd name="connsiteX44" fmla="*/ 345296 w 905044"/>
              <a:gd name="connsiteY44" fmla="*/ 680020 h 905044"/>
              <a:gd name="connsiteX45" fmla="*/ 321704 w 905044"/>
              <a:gd name="connsiteY45" fmla="*/ 682635 h 905044"/>
              <a:gd name="connsiteX46" fmla="*/ 290692 w 905044"/>
              <a:gd name="connsiteY46" fmla="*/ 648122 h 905044"/>
              <a:gd name="connsiteX47" fmla="*/ 290692 w 905044"/>
              <a:gd name="connsiteY47" fmla="*/ 555526 h 905044"/>
              <a:gd name="connsiteX48" fmla="*/ 348343 w 905044"/>
              <a:gd name="connsiteY48" fmla="*/ 555526 h 905044"/>
              <a:gd name="connsiteX49" fmla="*/ 348343 w 905044"/>
              <a:gd name="connsiteY49" fmla="*/ 503989 h 905044"/>
              <a:gd name="connsiteX50" fmla="*/ 290692 w 905044"/>
              <a:gd name="connsiteY50" fmla="*/ 503989 h 905044"/>
              <a:gd name="connsiteX51" fmla="*/ 761999 w 905044"/>
              <a:gd name="connsiteY51" fmla="*/ 415758 h 905044"/>
              <a:gd name="connsiteX52" fmla="*/ 651493 w 905044"/>
              <a:gd name="connsiteY52" fmla="*/ 435417 h 905044"/>
              <a:gd name="connsiteX53" fmla="*/ 651493 w 905044"/>
              <a:gd name="connsiteY53" fmla="*/ 473419 h 905044"/>
              <a:gd name="connsiteX54" fmla="*/ 761999 w 905044"/>
              <a:gd name="connsiteY54" fmla="*/ 473419 h 905044"/>
              <a:gd name="connsiteX55" fmla="*/ 761999 w 905044"/>
              <a:gd name="connsiteY55" fmla="*/ 473409 h 905044"/>
              <a:gd name="connsiteX56" fmla="*/ 132580 w 905044"/>
              <a:gd name="connsiteY56" fmla="*/ 404394 h 905044"/>
              <a:gd name="connsiteX57" fmla="*/ 93271 w 905044"/>
              <a:gd name="connsiteY57" fmla="*/ 442396 h 905044"/>
              <a:gd name="connsiteX58" fmla="*/ 132580 w 905044"/>
              <a:gd name="connsiteY58" fmla="*/ 480398 h 905044"/>
              <a:gd name="connsiteX59" fmla="*/ 171899 w 905044"/>
              <a:gd name="connsiteY59" fmla="*/ 442396 h 905044"/>
              <a:gd name="connsiteX60" fmla="*/ 132580 w 905044"/>
              <a:gd name="connsiteY60" fmla="*/ 404394 h 905044"/>
              <a:gd name="connsiteX61" fmla="*/ 452522 w 905044"/>
              <a:gd name="connsiteY61" fmla="*/ 0 h 905044"/>
              <a:gd name="connsiteX62" fmla="*/ 787720 w 905044"/>
              <a:gd name="connsiteY62" fmla="*/ 31656 h 905044"/>
              <a:gd name="connsiteX63" fmla="*/ 873388 w 905044"/>
              <a:gd name="connsiteY63" fmla="*/ 117324 h 905044"/>
              <a:gd name="connsiteX64" fmla="*/ 905044 w 905044"/>
              <a:gd name="connsiteY64" fmla="*/ 452523 h 905044"/>
              <a:gd name="connsiteX65" fmla="*/ 873388 w 905044"/>
              <a:gd name="connsiteY65" fmla="*/ 787720 h 905044"/>
              <a:gd name="connsiteX66" fmla="*/ 787720 w 905044"/>
              <a:gd name="connsiteY66" fmla="*/ 873388 h 905044"/>
              <a:gd name="connsiteX67" fmla="*/ 452522 w 905044"/>
              <a:gd name="connsiteY67" fmla="*/ 905044 h 905044"/>
              <a:gd name="connsiteX68" fmla="*/ 117324 w 905044"/>
              <a:gd name="connsiteY68" fmla="*/ 873388 h 905044"/>
              <a:gd name="connsiteX69" fmla="*/ 31656 w 905044"/>
              <a:gd name="connsiteY69" fmla="*/ 787720 h 905044"/>
              <a:gd name="connsiteX70" fmla="*/ 0 w 905044"/>
              <a:gd name="connsiteY70" fmla="*/ 452523 h 905044"/>
              <a:gd name="connsiteX71" fmla="*/ 31656 w 905044"/>
              <a:gd name="connsiteY71" fmla="*/ 117324 h 905044"/>
              <a:gd name="connsiteX72" fmla="*/ 117324 w 905044"/>
              <a:gd name="connsiteY72" fmla="*/ 31656 h 905044"/>
              <a:gd name="connsiteX73" fmla="*/ 452522 w 905044"/>
              <a:gd name="connsiteY73" fmla="*/ 0 h 90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905044" h="905044">
                <a:moveTo>
                  <a:pt x="489439" y="629348"/>
                </a:moveTo>
                <a:cubicBezTo>
                  <a:pt x="494679" y="629348"/>
                  <a:pt x="502985" y="629791"/>
                  <a:pt x="506042" y="630233"/>
                </a:cubicBezTo>
                <a:lnTo>
                  <a:pt x="506042" y="648133"/>
                </a:lnTo>
                <a:cubicBezTo>
                  <a:pt x="506042" y="672167"/>
                  <a:pt x="489872" y="688759"/>
                  <a:pt x="466723" y="688759"/>
                </a:cubicBezTo>
                <a:cubicBezTo>
                  <a:pt x="446189" y="688759"/>
                  <a:pt x="433528" y="679588"/>
                  <a:pt x="433528" y="661235"/>
                </a:cubicBezTo>
                <a:cubicBezTo>
                  <a:pt x="433528" y="640268"/>
                  <a:pt x="453630" y="629348"/>
                  <a:pt x="489439" y="629348"/>
                </a:cubicBezTo>
                <a:close/>
                <a:moveTo>
                  <a:pt x="602138" y="503989"/>
                </a:moveTo>
                <a:lnTo>
                  <a:pt x="602138" y="651190"/>
                </a:lnTo>
                <a:cubicBezTo>
                  <a:pt x="602148" y="703169"/>
                  <a:pt x="631844" y="736364"/>
                  <a:pt x="678574" y="736364"/>
                </a:cubicBezTo>
                <a:cubicBezTo>
                  <a:pt x="706097" y="736364"/>
                  <a:pt x="724882" y="726308"/>
                  <a:pt x="739725" y="706226"/>
                </a:cubicBezTo>
                <a:lnTo>
                  <a:pt x="740600" y="730682"/>
                </a:lnTo>
                <a:lnTo>
                  <a:pt x="804375" y="730682"/>
                </a:lnTo>
                <a:lnTo>
                  <a:pt x="804375" y="503989"/>
                </a:lnTo>
                <a:lnTo>
                  <a:pt x="737985" y="503989"/>
                </a:lnTo>
                <a:lnTo>
                  <a:pt x="737985" y="637644"/>
                </a:lnTo>
                <a:cubicBezTo>
                  <a:pt x="737985" y="665167"/>
                  <a:pt x="724439" y="682635"/>
                  <a:pt x="702165" y="682635"/>
                </a:cubicBezTo>
                <a:cubicBezTo>
                  <a:pt x="680324" y="682635"/>
                  <a:pt x="668528" y="667782"/>
                  <a:pt x="668528" y="640268"/>
                </a:cubicBezTo>
                <a:lnTo>
                  <a:pt x="668528" y="503989"/>
                </a:lnTo>
                <a:close/>
                <a:moveTo>
                  <a:pt x="99385" y="503989"/>
                </a:moveTo>
                <a:lnTo>
                  <a:pt x="99385" y="730682"/>
                </a:lnTo>
                <a:lnTo>
                  <a:pt x="165775" y="730682"/>
                </a:lnTo>
                <a:lnTo>
                  <a:pt x="165775" y="503989"/>
                </a:lnTo>
                <a:close/>
                <a:moveTo>
                  <a:pt x="468483" y="498307"/>
                </a:moveTo>
                <a:cubicBezTo>
                  <a:pt x="435298" y="498307"/>
                  <a:pt x="407775" y="503547"/>
                  <a:pt x="381126" y="513592"/>
                </a:cubicBezTo>
                <a:lnTo>
                  <a:pt x="381126" y="566890"/>
                </a:lnTo>
                <a:cubicBezTo>
                  <a:pt x="407332" y="556834"/>
                  <a:pt x="433538" y="550720"/>
                  <a:pt x="458004" y="550720"/>
                </a:cubicBezTo>
                <a:cubicBezTo>
                  <a:pt x="488575" y="550720"/>
                  <a:pt x="505619" y="564697"/>
                  <a:pt x="505619" y="589164"/>
                </a:cubicBezTo>
                <a:cubicBezTo>
                  <a:pt x="500381" y="588731"/>
                  <a:pt x="491642" y="588289"/>
                  <a:pt x="483336" y="588289"/>
                </a:cubicBezTo>
                <a:cubicBezTo>
                  <a:pt x="413446" y="588289"/>
                  <a:pt x="369330" y="617120"/>
                  <a:pt x="369330" y="666475"/>
                </a:cubicBezTo>
                <a:cubicBezTo>
                  <a:pt x="369320" y="709283"/>
                  <a:pt x="399458" y="736364"/>
                  <a:pt x="447073" y="736364"/>
                </a:cubicBezTo>
                <a:cubicBezTo>
                  <a:pt x="473722" y="736364"/>
                  <a:pt x="492939" y="725443"/>
                  <a:pt x="506485" y="707101"/>
                </a:cubicBezTo>
                <a:lnTo>
                  <a:pt x="507359" y="730682"/>
                </a:lnTo>
                <a:lnTo>
                  <a:pt x="569385" y="730682"/>
                </a:lnTo>
                <a:lnTo>
                  <a:pt x="569385" y="597460"/>
                </a:lnTo>
                <a:cubicBezTo>
                  <a:pt x="569385" y="532820"/>
                  <a:pt x="533133" y="498307"/>
                  <a:pt x="468483" y="498307"/>
                </a:cubicBezTo>
                <a:close/>
                <a:moveTo>
                  <a:pt x="290692" y="435407"/>
                </a:moveTo>
                <a:lnTo>
                  <a:pt x="224292" y="447192"/>
                </a:lnTo>
                <a:lnTo>
                  <a:pt x="224292" y="503989"/>
                </a:lnTo>
                <a:lnTo>
                  <a:pt x="191107" y="503989"/>
                </a:lnTo>
                <a:lnTo>
                  <a:pt x="191107" y="555526"/>
                </a:lnTo>
                <a:lnTo>
                  <a:pt x="224302" y="555526"/>
                </a:lnTo>
                <a:lnTo>
                  <a:pt x="224302" y="652497"/>
                </a:lnTo>
                <a:cubicBezTo>
                  <a:pt x="224302" y="707534"/>
                  <a:pt x="253142" y="735057"/>
                  <a:pt x="304237" y="735057"/>
                </a:cubicBezTo>
                <a:cubicBezTo>
                  <a:pt x="322589" y="735057"/>
                  <a:pt x="337875" y="732865"/>
                  <a:pt x="345296" y="730682"/>
                </a:cubicBezTo>
                <a:lnTo>
                  <a:pt x="345296" y="680020"/>
                </a:lnTo>
                <a:cubicBezTo>
                  <a:pt x="340489" y="681328"/>
                  <a:pt x="331751" y="682635"/>
                  <a:pt x="321704" y="682635"/>
                </a:cubicBezTo>
                <a:cubicBezTo>
                  <a:pt x="300305" y="682635"/>
                  <a:pt x="290692" y="672157"/>
                  <a:pt x="290692" y="648122"/>
                </a:cubicBezTo>
                <a:lnTo>
                  <a:pt x="290692" y="555526"/>
                </a:lnTo>
                <a:lnTo>
                  <a:pt x="348343" y="555526"/>
                </a:lnTo>
                <a:lnTo>
                  <a:pt x="348343" y="503989"/>
                </a:lnTo>
                <a:lnTo>
                  <a:pt x="290692" y="503989"/>
                </a:lnTo>
                <a:close/>
                <a:moveTo>
                  <a:pt x="761999" y="415758"/>
                </a:moveTo>
                <a:lnTo>
                  <a:pt x="651493" y="435417"/>
                </a:lnTo>
                <a:lnTo>
                  <a:pt x="651493" y="473419"/>
                </a:lnTo>
                <a:lnTo>
                  <a:pt x="761999" y="473419"/>
                </a:lnTo>
                <a:lnTo>
                  <a:pt x="761999" y="473409"/>
                </a:lnTo>
                <a:close/>
                <a:moveTo>
                  <a:pt x="132580" y="404394"/>
                </a:moveTo>
                <a:cubicBezTo>
                  <a:pt x="109431" y="404394"/>
                  <a:pt x="93271" y="420122"/>
                  <a:pt x="93271" y="442396"/>
                </a:cubicBezTo>
                <a:cubicBezTo>
                  <a:pt x="93271" y="465112"/>
                  <a:pt x="109431" y="480398"/>
                  <a:pt x="132580" y="480398"/>
                </a:cubicBezTo>
                <a:cubicBezTo>
                  <a:pt x="155739" y="480398"/>
                  <a:pt x="171899" y="464680"/>
                  <a:pt x="171899" y="442396"/>
                </a:cubicBezTo>
                <a:cubicBezTo>
                  <a:pt x="171899" y="419679"/>
                  <a:pt x="155739" y="404394"/>
                  <a:pt x="132580" y="404394"/>
                </a:cubicBezTo>
                <a:close/>
                <a:moveTo>
                  <a:pt x="452522" y="0"/>
                </a:moveTo>
                <a:cubicBezTo>
                  <a:pt x="584739" y="0"/>
                  <a:pt x="705784" y="11172"/>
                  <a:pt x="787720" y="31656"/>
                </a:cubicBezTo>
                <a:cubicBezTo>
                  <a:pt x="838000" y="42829"/>
                  <a:pt x="864076" y="72625"/>
                  <a:pt x="873388" y="117324"/>
                </a:cubicBezTo>
                <a:cubicBezTo>
                  <a:pt x="892012" y="195530"/>
                  <a:pt x="905044" y="320305"/>
                  <a:pt x="905044" y="452523"/>
                </a:cubicBezTo>
                <a:cubicBezTo>
                  <a:pt x="905044" y="584739"/>
                  <a:pt x="892012" y="709514"/>
                  <a:pt x="873388" y="787720"/>
                </a:cubicBezTo>
                <a:cubicBezTo>
                  <a:pt x="864076" y="832409"/>
                  <a:pt x="838000" y="862205"/>
                  <a:pt x="787720" y="873388"/>
                </a:cubicBezTo>
                <a:cubicBezTo>
                  <a:pt x="705784" y="893872"/>
                  <a:pt x="584739" y="905044"/>
                  <a:pt x="452522" y="905044"/>
                </a:cubicBezTo>
                <a:cubicBezTo>
                  <a:pt x="320305" y="905044"/>
                  <a:pt x="199260" y="893872"/>
                  <a:pt x="117324" y="873388"/>
                </a:cubicBezTo>
                <a:cubicBezTo>
                  <a:pt x="67044" y="862215"/>
                  <a:pt x="40969" y="832419"/>
                  <a:pt x="31656" y="787720"/>
                </a:cubicBezTo>
                <a:cubicBezTo>
                  <a:pt x="13032" y="709514"/>
                  <a:pt x="0" y="584739"/>
                  <a:pt x="0" y="452523"/>
                </a:cubicBezTo>
                <a:cubicBezTo>
                  <a:pt x="0" y="320305"/>
                  <a:pt x="13032" y="195530"/>
                  <a:pt x="31656" y="117324"/>
                </a:cubicBezTo>
                <a:cubicBezTo>
                  <a:pt x="40969" y="72635"/>
                  <a:pt x="67044" y="42839"/>
                  <a:pt x="117324" y="31656"/>
                </a:cubicBezTo>
                <a:cubicBezTo>
                  <a:pt x="199260" y="11172"/>
                  <a:pt x="320305" y="0"/>
                  <a:pt x="45252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0" marR="0" lvl="3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Itau Display Pro" panose="020B0503020204020204" pitchFamily="34" charset="0"/>
              <a:ea typeface="+mn-ea"/>
              <a:cs typeface="Itau Display Pro" panose="020B0503020204020204" pitchFamily="34" charset="0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E3C387F5-908A-9E26-79F7-7F3A183EE4EC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41ECEDFC-D002-3B79-B7E8-9407C1ED4EDF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1A366C74-7B30-4325-494D-0C5611AC1649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E13A8E52-14B1-D8EF-805A-5F75D2586D34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535DD960-F74F-AE7B-D526-ECC02323E426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4D267804-354E-D1B5-0E89-7ACA1183F889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3AB250D3-38B9-8899-33CC-EF367B4E4D6C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71EFF4E2-A7E6-EA4A-E79B-44C68824FA9D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11B41D41-BDE2-9A3B-96D6-717E20608F66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63DB54F1-2A48-5756-DB90-E040B1EE2BD8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4423B2CF-F792-FBA3-07F6-AA1777A1D916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49980B68-FC09-D8A3-8DE8-5CBFFACD3CFB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03730C6A-F8D6-5141-31F3-B8ADB3009FA6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F4F09EA-81D4-8837-75E9-2D694E5B7A27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0F21762C-2524-05DE-587C-F2A407DA74CD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D2BB66FC-51C8-C6EF-32CD-3DB24BCF4A4B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B56A274E-4C04-A73E-DF2E-A01E632C7212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F34856D0-2D5C-1F77-FAE8-8473E87DBDFC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830577E9-2A15-660C-59E2-D70FE66BF889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6D6342F-CDE4-9338-362C-0BCAE1AE37FC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E9A75F2E-71C1-0D7B-301E-BA86E4F0EF82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B75A1950-9672-8E97-3C1F-FB546CF18267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9CE20C44-E08B-A0F2-3F1E-8B61F9A26D7E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1CC75323-71C0-3F2A-69E6-42F195D1F18D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138CC8F8-DADA-EFF4-5BAD-92DE573121C2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75EEC568-51DA-13E4-7036-30DBE750CE42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F0CF10BA-2457-D359-948F-799A899F8AA8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5B5E5949-DC37-043E-E77A-FDA82A01639E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  <p:sp>
        <p:nvSpPr>
          <p:cNvPr id="33" name="Espaço Reservado para Texto 19">
            <a:extLst>
              <a:ext uri="{FF2B5EF4-FFF2-40B4-BE49-F238E27FC236}">
                <a16:creationId xmlns:a16="http://schemas.microsoft.com/office/drawing/2014/main" id="{B27B1D0B-C134-90F5-30FC-862B7F403D31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349929" y="4369405"/>
            <a:ext cx="4794122" cy="119109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85000"/>
              </a:lnSpc>
              <a:spcBef>
                <a:spcPts val="0"/>
              </a:spcBef>
              <a:buNone/>
              <a:defRPr sz="4200">
                <a:solidFill>
                  <a:schemeClr val="bg1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Exemplo de </a:t>
            </a:r>
            <a:br>
              <a:rPr lang="pt-BR"/>
            </a:br>
            <a:r>
              <a:rPr lang="pt-BR"/>
              <a:t>título da subcapa</a:t>
            </a:r>
          </a:p>
        </p:txBody>
      </p:sp>
    </p:spTree>
    <p:extLst>
      <p:ext uri="{BB962C8B-B14F-4D97-AF65-F5344CB8AC3E}">
        <p14:creationId xmlns:p14="http://schemas.microsoft.com/office/powerpoint/2010/main" val="2241206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ubcapa 3 fundo cla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E6B9E45D-C7A4-3C04-C779-FD5FA8512B0C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61E893FE-6414-AD8E-3349-BC12F41845EA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0CF95EBD-D9BA-9400-8E0D-40641F9A390B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E8CCFCFC-E3B1-8167-A893-99C7659FAFC7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140AA062-2CDE-B909-FFFA-5F86D10975C5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B8A7259B-D207-9606-ACD0-37E9EB783A70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47AD3CE7-369F-1DBC-0B15-F16CD813405B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74A2D5B7-C1F2-4E7A-2164-3BE221D7485B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5B1AD502-1624-831F-1362-AB71BB583B41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009B2EE9-4431-105C-10DE-1792AEFD5C5E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2BC85D7B-E107-694C-EC8E-50CCA6B0A9F8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7CB7BFD0-FB35-B791-0703-691E9120CBAD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1660F587-F6B7-40E3-ED80-442D4B5F08E8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AC8F5C9-082A-66B6-4016-0F49BAC50276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50A23B6D-4E3E-34FD-7499-D7C6C0AC3EB7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3ACAA38B-B64B-BBE6-084B-24FF6574CBFA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858AC0A7-A039-B715-57EB-38108ECE86C5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C35DE5A7-BE42-6AB2-551C-5AF71DF249B9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4B719D54-5E66-9F3B-19A2-FF3ED782BFAE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687AD487-30CB-C691-3D60-C5200C25EA20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7ADDF9C2-9CA4-CC64-BDB1-4C4227AF31AB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739B2814-3FE4-DA6D-04AC-BD56FE6BC220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D793CBF2-CA17-8431-00CE-34DFEA06CD63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06770156-4DAF-437F-271E-BA020448F5D4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32" name="Retângulo: Cantos Arredondados 31">
              <a:extLst>
                <a:ext uri="{FF2B5EF4-FFF2-40B4-BE49-F238E27FC236}">
                  <a16:creationId xmlns:a16="http://schemas.microsoft.com/office/drawing/2014/main" id="{969EB426-8F82-582E-3C9A-94770E006E7C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3" name="Retângulo: Cantos Arredondados 32">
              <a:extLst>
                <a:ext uri="{FF2B5EF4-FFF2-40B4-BE49-F238E27FC236}">
                  <a16:creationId xmlns:a16="http://schemas.microsoft.com/office/drawing/2014/main" id="{672CA151-6F7F-12DC-B714-4C6ED3EA74BF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967F3EF4-B21C-7DD8-E172-D1CC2C66416A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2B6F33D2-6FEE-2A62-F932-1D8F24B5A6F7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7985E00-773C-9100-25EB-011FCFB9C952}"/>
              </a:ext>
            </a:extLst>
          </p:cNvPr>
          <p:cNvSpPr txBox="1">
            <a:spLocks/>
          </p:cNvSpPr>
          <p:nvPr userDrawn="1"/>
        </p:nvSpPr>
        <p:spPr>
          <a:xfrm>
            <a:off x="6251452" y="2551897"/>
            <a:ext cx="423862" cy="423862"/>
          </a:xfrm>
          <a:custGeom>
            <a:avLst/>
            <a:gdLst>
              <a:gd name="connsiteX0" fmla="*/ 489439 w 905044"/>
              <a:gd name="connsiteY0" fmla="*/ 629348 h 905044"/>
              <a:gd name="connsiteX1" fmla="*/ 506042 w 905044"/>
              <a:gd name="connsiteY1" fmla="*/ 630233 h 905044"/>
              <a:gd name="connsiteX2" fmla="*/ 506042 w 905044"/>
              <a:gd name="connsiteY2" fmla="*/ 648133 h 905044"/>
              <a:gd name="connsiteX3" fmla="*/ 466723 w 905044"/>
              <a:gd name="connsiteY3" fmla="*/ 688759 h 905044"/>
              <a:gd name="connsiteX4" fmla="*/ 433528 w 905044"/>
              <a:gd name="connsiteY4" fmla="*/ 661235 h 905044"/>
              <a:gd name="connsiteX5" fmla="*/ 489439 w 905044"/>
              <a:gd name="connsiteY5" fmla="*/ 629348 h 905044"/>
              <a:gd name="connsiteX6" fmla="*/ 602138 w 905044"/>
              <a:gd name="connsiteY6" fmla="*/ 503989 h 905044"/>
              <a:gd name="connsiteX7" fmla="*/ 602138 w 905044"/>
              <a:gd name="connsiteY7" fmla="*/ 651190 h 905044"/>
              <a:gd name="connsiteX8" fmla="*/ 678574 w 905044"/>
              <a:gd name="connsiteY8" fmla="*/ 736364 h 905044"/>
              <a:gd name="connsiteX9" fmla="*/ 739725 w 905044"/>
              <a:gd name="connsiteY9" fmla="*/ 706226 h 905044"/>
              <a:gd name="connsiteX10" fmla="*/ 740600 w 905044"/>
              <a:gd name="connsiteY10" fmla="*/ 730682 h 905044"/>
              <a:gd name="connsiteX11" fmla="*/ 804375 w 905044"/>
              <a:gd name="connsiteY11" fmla="*/ 730682 h 905044"/>
              <a:gd name="connsiteX12" fmla="*/ 804375 w 905044"/>
              <a:gd name="connsiteY12" fmla="*/ 503989 h 905044"/>
              <a:gd name="connsiteX13" fmla="*/ 737985 w 905044"/>
              <a:gd name="connsiteY13" fmla="*/ 503989 h 905044"/>
              <a:gd name="connsiteX14" fmla="*/ 737985 w 905044"/>
              <a:gd name="connsiteY14" fmla="*/ 637644 h 905044"/>
              <a:gd name="connsiteX15" fmla="*/ 702165 w 905044"/>
              <a:gd name="connsiteY15" fmla="*/ 682635 h 905044"/>
              <a:gd name="connsiteX16" fmla="*/ 668528 w 905044"/>
              <a:gd name="connsiteY16" fmla="*/ 640268 h 905044"/>
              <a:gd name="connsiteX17" fmla="*/ 668528 w 905044"/>
              <a:gd name="connsiteY17" fmla="*/ 503989 h 905044"/>
              <a:gd name="connsiteX18" fmla="*/ 99385 w 905044"/>
              <a:gd name="connsiteY18" fmla="*/ 503989 h 905044"/>
              <a:gd name="connsiteX19" fmla="*/ 99385 w 905044"/>
              <a:gd name="connsiteY19" fmla="*/ 730682 h 905044"/>
              <a:gd name="connsiteX20" fmla="*/ 165775 w 905044"/>
              <a:gd name="connsiteY20" fmla="*/ 730682 h 905044"/>
              <a:gd name="connsiteX21" fmla="*/ 165775 w 905044"/>
              <a:gd name="connsiteY21" fmla="*/ 503989 h 905044"/>
              <a:gd name="connsiteX22" fmla="*/ 468483 w 905044"/>
              <a:gd name="connsiteY22" fmla="*/ 498307 h 905044"/>
              <a:gd name="connsiteX23" fmla="*/ 381126 w 905044"/>
              <a:gd name="connsiteY23" fmla="*/ 513592 h 905044"/>
              <a:gd name="connsiteX24" fmla="*/ 381126 w 905044"/>
              <a:gd name="connsiteY24" fmla="*/ 566890 h 905044"/>
              <a:gd name="connsiteX25" fmla="*/ 458004 w 905044"/>
              <a:gd name="connsiteY25" fmla="*/ 550720 h 905044"/>
              <a:gd name="connsiteX26" fmla="*/ 505619 w 905044"/>
              <a:gd name="connsiteY26" fmla="*/ 589164 h 905044"/>
              <a:gd name="connsiteX27" fmla="*/ 483336 w 905044"/>
              <a:gd name="connsiteY27" fmla="*/ 588289 h 905044"/>
              <a:gd name="connsiteX28" fmla="*/ 369330 w 905044"/>
              <a:gd name="connsiteY28" fmla="*/ 666475 h 905044"/>
              <a:gd name="connsiteX29" fmla="*/ 447073 w 905044"/>
              <a:gd name="connsiteY29" fmla="*/ 736364 h 905044"/>
              <a:gd name="connsiteX30" fmla="*/ 506485 w 905044"/>
              <a:gd name="connsiteY30" fmla="*/ 707101 h 905044"/>
              <a:gd name="connsiteX31" fmla="*/ 507359 w 905044"/>
              <a:gd name="connsiteY31" fmla="*/ 730682 h 905044"/>
              <a:gd name="connsiteX32" fmla="*/ 569385 w 905044"/>
              <a:gd name="connsiteY32" fmla="*/ 730682 h 905044"/>
              <a:gd name="connsiteX33" fmla="*/ 569385 w 905044"/>
              <a:gd name="connsiteY33" fmla="*/ 597460 h 905044"/>
              <a:gd name="connsiteX34" fmla="*/ 468483 w 905044"/>
              <a:gd name="connsiteY34" fmla="*/ 498307 h 905044"/>
              <a:gd name="connsiteX35" fmla="*/ 290692 w 905044"/>
              <a:gd name="connsiteY35" fmla="*/ 435407 h 905044"/>
              <a:gd name="connsiteX36" fmla="*/ 224292 w 905044"/>
              <a:gd name="connsiteY36" fmla="*/ 447192 h 905044"/>
              <a:gd name="connsiteX37" fmla="*/ 224292 w 905044"/>
              <a:gd name="connsiteY37" fmla="*/ 503989 h 905044"/>
              <a:gd name="connsiteX38" fmla="*/ 191107 w 905044"/>
              <a:gd name="connsiteY38" fmla="*/ 503989 h 905044"/>
              <a:gd name="connsiteX39" fmla="*/ 191107 w 905044"/>
              <a:gd name="connsiteY39" fmla="*/ 555526 h 905044"/>
              <a:gd name="connsiteX40" fmla="*/ 224302 w 905044"/>
              <a:gd name="connsiteY40" fmla="*/ 555526 h 905044"/>
              <a:gd name="connsiteX41" fmla="*/ 224302 w 905044"/>
              <a:gd name="connsiteY41" fmla="*/ 652497 h 905044"/>
              <a:gd name="connsiteX42" fmla="*/ 304237 w 905044"/>
              <a:gd name="connsiteY42" fmla="*/ 735057 h 905044"/>
              <a:gd name="connsiteX43" fmla="*/ 345296 w 905044"/>
              <a:gd name="connsiteY43" fmla="*/ 730682 h 905044"/>
              <a:gd name="connsiteX44" fmla="*/ 345296 w 905044"/>
              <a:gd name="connsiteY44" fmla="*/ 680020 h 905044"/>
              <a:gd name="connsiteX45" fmla="*/ 321704 w 905044"/>
              <a:gd name="connsiteY45" fmla="*/ 682635 h 905044"/>
              <a:gd name="connsiteX46" fmla="*/ 290692 w 905044"/>
              <a:gd name="connsiteY46" fmla="*/ 648122 h 905044"/>
              <a:gd name="connsiteX47" fmla="*/ 290692 w 905044"/>
              <a:gd name="connsiteY47" fmla="*/ 555526 h 905044"/>
              <a:gd name="connsiteX48" fmla="*/ 348343 w 905044"/>
              <a:gd name="connsiteY48" fmla="*/ 555526 h 905044"/>
              <a:gd name="connsiteX49" fmla="*/ 348343 w 905044"/>
              <a:gd name="connsiteY49" fmla="*/ 503989 h 905044"/>
              <a:gd name="connsiteX50" fmla="*/ 290692 w 905044"/>
              <a:gd name="connsiteY50" fmla="*/ 503989 h 905044"/>
              <a:gd name="connsiteX51" fmla="*/ 761999 w 905044"/>
              <a:gd name="connsiteY51" fmla="*/ 415758 h 905044"/>
              <a:gd name="connsiteX52" fmla="*/ 651493 w 905044"/>
              <a:gd name="connsiteY52" fmla="*/ 435417 h 905044"/>
              <a:gd name="connsiteX53" fmla="*/ 651493 w 905044"/>
              <a:gd name="connsiteY53" fmla="*/ 473419 h 905044"/>
              <a:gd name="connsiteX54" fmla="*/ 761999 w 905044"/>
              <a:gd name="connsiteY54" fmla="*/ 473419 h 905044"/>
              <a:gd name="connsiteX55" fmla="*/ 761999 w 905044"/>
              <a:gd name="connsiteY55" fmla="*/ 473409 h 905044"/>
              <a:gd name="connsiteX56" fmla="*/ 132580 w 905044"/>
              <a:gd name="connsiteY56" fmla="*/ 404394 h 905044"/>
              <a:gd name="connsiteX57" fmla="*/ 93271 w 905044"/>
              <a:gd name="connsiteY57" fmla="*/ 442396 h 905044"/>
              <a:gd name="connsiteX58" fmla="*/ 132580 w 905044"/>
              <a:gd name="connsiteY58" fmla="*/ 480398 h 905044"/>
              <a:gd name="connsiteX59" fmla="*/ 171899 w 905044"/>
              <a:gd name="connsiteY59" fmla="*/ 442396 h 905044"/>
              <a:gd name="connsiteX60" fmla="*/ 132580 w 905044"/>
              <a:gd name="connsiteY60" fmla="*/ 404394 h 905044"/>
              <a:gd name="connsiteX61" fmla="*/ 452522 w 905044"/>
              <a:gd name="connsiteY61" fmla="*/ 0 h 905044"/>
              <a:gd name="connsiteX62" fmla="*/ 787720 w 905044"/>
              <a:gd name="connsiteY62" fmla="*/ 31656 h 905044"/>
              <a:gd name="connsiteX63" fmla="*/ 873388 w 905044"/>
              <a:gd name="connsiteY63" fmla="*/ 117324 h 905044"/>
              <a:gd name="connsiteX64" fmla="*/ 905044 w 905044"/>
              <a:gd name="connsiteY64" fmla="*/ 452523 h 905044"/>
              <a:gd name="connsiteX65" fmla="*/ 873388 w 905044"/>
              <a:gd name="connsiteY65" fmla="*/ 787720 h 905044"/>
              <a:gd name="connsiteX66" fmla="*/ 787720 w 905044"/>
              <a:gd name="connsiteY66" fmla="*/ 873388 h 905044"/>
              <a:gd name="connsiteX67" fmla="*/ 452522 w 905044"/>
              <a:gd name="connsiteY67" fmla="*/ 905044 h 905044"/>
              <a:gd name="connsiteX68" fmla="*/ 117324 w 905044"/>
              <a:gd name="connsiteY68" fmla="*/ 873388 h 905044"/>
              <a:gd name="connsiteX69" fmla="*/ 31656 w 905044"/>
              <a:gd name="connsiteY69" fmla="*/ 787720 h 905044"/>
              <a:gd name="connsiteX70" fmla="*/ 0 w 905044"/>
              <a:gd name="connsiteY70" fmla="*/ 452523 h 905044"/>
              <a:gd name="connsiteX71" fmla="*/ 31656 w 905044"/>
              <a:gd name="connsiteY71" fmla="*/ 117324 h 905044"/>
              <a:gd name="connsiteX72" fmla="*/ 117324 w 905044"/>
              <a:gd name="connsiteY72" fmla="*/ 31656 h 905044"/>
              <a:gd name="connsiteX73" fmla="*/ 452522 w 905044"/>
              <a:gd name="connsiteY73" fmla="*/ 0 h 90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905044" h="905044">
                <a:moveTo>
                  <a:pt x="489439" y="629348"/>
                </a:moveTo>
                <a:cubicBezTo>
                  <a:pt x="494679" y="629348"/>
                  <a:pt x="502985" y="629791"/>
                  <a:pt x="506042" y="630233"/>
                </a:cubicBezTo>
                <a:lnTo>
                  <a:pt x="506042" y="648133"/>
                </a:lnTo>
                <a:cubicBezTo>
                  <a:pt x="506042" y="672167"/>
                  <a:pt x="489872" y="688759"/>
                  <a:pt x="466723" y="688759"/>
                </a:cubicBezTo>
                <a:cubicBezTo>
                  <a:pt x="446189" y="688759"/>
                  <a:pt x="433528" y="679588"/>
                  <a:pt x="433528" y="661235"/>
                </a:cubicBezTo>
                <a:cubicBezTo>
                  <a:pt x="433528" y="640268"/>
                  <a:pt x="453630" y="629348"/>
                  <a:pt x="489439" y="629348"/>
                </a:cubicBezTo>
                <a:close/>
                <a:moveTo>
                  <a:pt x="602138" y="503989"/>
                </a:moveTo>
                <a:lnTo>
                  <a:pt x="602138" y="651190"/>
                </a:lnTo>
                <a:cubicBezTo>
                  <a:pt x="602148" y="703169"/>
                  <a:pt x="631844" y="736364"/>
                  <a:pt x="678574" y="736364"/>
                </a:cubicBezTo>
                <a:cubicBezTo>
                  <a:pt x="706097" y="736364"/>
                  <a:pt x="724882" y="726308"/>
                  <a:pt x="739725" y="706226"/>
                </a:cubicBezTo>
                <a:lnTo>
                  <a:pt x="740600" y="730682"/>
                </a:lnTo>
                <a:lnTo>
                  <a:pt x="804375" y="730682"/>
                </a:lnTo>
                <a:lnTo>
                  <a:pt x="804375" y="503989"/>
                </a:lnTo>
                <a:lnTo>
                  <a:pt x="737985" y="503989"/>
                </a:lnTo>
                <a:lnTo>
                  <a:pt x="737985" y="637644"/>
                </a:lnTo>
                <a:cubicBezTo>
                  <a:pt x="737985" y="665167"/>
                  <a:pt x="724439" y="682635"/>
                  <a:pt x="702165" y="682635"/>
                </a:cubicBezTo>
                <a:cubicBezTo>
                  <a:pt x="680324" y="682635"/>
                  <a:pt x="668528" y="667782"/>
                  <a:pt x="668528" y="640268"/>
                </a:cubicBezTo>
                <a:lnTo>
                  <a:pt x="668528" y="503989"/>
                </a:lnTo>
                <a:close/>
                <a:moveTo>
                  <a:pt x="99385" y="503989"/>
                </a:moveTo>
                <a:lnTo>
                  <a:pt x="99385" y="730682"/>
                </a:lnTo>
                <a:lnTo>
                  <a:pt x="165775" y="730682"/>
                </a:lnTo>
                <a:lnTo>
                  <a:pt x="165775" y="503989"/>
                </a:lnTo>
                <a:close/>
                <a:moveTo>
                  <a:pt x="468483" y="498307"/>
                </a:moveTo>
                <a:cubicBezTo>
                  <a:pt x="435298" y="498307"/>
                  <a:pt x="407775" y="503547"/>
                  <a:pt x="381126" y="513592"/>
                </a:cubicBezTo>
                <a:lnTo>
                  <a:pt x="381126" y="566890"/>
                </a:lnTo>
                <a:cubicBezTo>
                  <a:pt x="407332" y="556834"/>
                  <a:pt x="433538" y="550720"/>
                  <a:pt x="458004" y="550720"/>
                </a:cubicBezTo>
                <a:cubicBezTo>
                  <a:pt x="488575" y="550720"/>
                  <a:pt x="505619" y="564697"/>
                  <a:pt x="505619" y="589164"/>
                </a:cubicBezTo>
                <a:cubicBezTo>
                  <a:pt x="500381" y="588731"/>
                  <a:pt x="491642" y="588289"/>
                  <a:pt x="483336" y="588289"/>
                </a:cubicBezTo>
                <a:cubicBezTo>
                  <a:pt x="413446" y="588289"/>
                  <a:pt x="369330" y="617120"/>
                  <a:pt x="369330" y="666475"/>
                </a:cubicBezTo>
                <a:cubicBezTo>
                  <a:pt x="369320" y="709283"/>
                  <a:pt x="399458" y="736364"/>
                  <a:pt x="447073" y="736364"/>
                </a:cubicBezTo>
                <a:cubicBezTo>
                  <a:pt x="473722" y="736364"/>
                  <a:pt x="492939" y="725443"/>
                  <a:pt x="506485" y="707101"/>
                </a:cubicBezTo>
                <a:lnTo>
                  <a:pt x="507359" y="730682"/>
                </a:lnTo>
                <a:lnTo>
                  <a:pt x="569385" y="730682"/>
                </a:lnTo>
                <a:lnTo>
                  <a:pt x="569385" y="597460"/>
                </a:lnTo>
                <a:cubicBezTo>
                  <a:pt x="569385" y="532820"/>
                  <a:pt x="533133" y="498307"/>
                  <a:pt x="468483" y="498307"/>
                </a:cubicBezTo>
                <a:close/>
                <a:moveTo>
                  <a:pt x="290692" y="435407"/>
                </a:moveTo>
                <a:lnTo>
                  <a:pt x="224292" y="447192"/>
                </a:lnTo>
                <a:lnTo>
                  <a:pt x="224292" y="503989"/>
                </a:lnTo>
                <a:lnTo>
                  <a:pt x="191107" y="503989"/>
                </a:lnTo>
                <a:lnTo>
                  <a:pt x="191107" y="555526"/>
                </a:lnTo>
                <a:lnTo>
                  <a:pt x="224302" y="555526"/>
                </a:lnTo>
                <a:lnTo>
                  <a:pt x="224302" y="652497"/>
                </a:lnTo>
                <a:cubicBezTo>
                  <a:pt x="224302" y="707534"/>
                  <a:pt x="253142" y="735057"/>
                  <a:pt x="304237" y="735057"/>
                </a:cubicBezTo>
                <a:cubicBezTo>
                  <a:pt x="322589" y="735057"/>
                  <a:pt x="337875" y="732865"/>
                  <a:pt x="345296" y="730682"/>
                </a:cubicBezTo>
                <a:lnTo>
                  <a:pt x="345296" y="680020"/>
                </a:lnTo>
                <a:cubicBezTo>
                  <a:pt x="340489" y="681328"/>
                  <a:pt x="331751" y="682635"/>
                  <a:pt x="321704" y="682635"/>
                </a:cubicBezTo>
                <a:cubicBezTo>
                  <a:pt x="300305" y="682635"/>
                  <a:pt x="290692" y="672157"/>
                  <a:pt x="290692" y="648122"/>
                </a:cubicBezTo>
                <a:lnTo>
                  <a:pt x="290692" y="555526"/>
                </a:lnTo>
                <a:lnTo>
                  <a:pt x="348343" y="555526"/>
                </a:lnTo>
                <a:lnTo>
                  <a:pt x="348343" y="503989"/>
                </a:lnTo>
                <a:lnTo>
                  <a:pt x="290692" y="503989"/>
                </a:lnTo>
                <a:close/>
                <a:moveTo>
                  <a:pt x="761999" y="415758"/>
                </a:moveTo>
                <a:lnTo>
                  <a:pt x="651493" y="435417"/>
                </a:lnTo>
                <a:lnTo>
                  <a:pt x="651493" y="473419"/>
                </a:lnTo>
                <a:lnTo>
                  <a:pt x="761999" y="473419"/>
                </a:lnTo>
                <a:lnTo>
                  <a:pt x="761999" y="473409"/>
                </a:lnTo>
                <a:close/>
                <a:moveTo>
                  <a:pt x="132580" y="404394"/>
                </a:moveTo>
                <a:cubicBezTo>
                  <a:pt x="109431" y="404394"/>
                  <a:pt x="93271" y="420122"/>
                  <a:pt x="93271" y="442396"/>
                </a:cubicBezTo>
                <a:cubicBezTo>
                  <a:pt x="93271" y="465112"/>
                  <a:pt x="109431" y="480398"/>
                  <a:pt x="132580" y="480398"/>
                </a:cubicBezTo>
                <a:cubicBezTo>
                  <a:pt x="155739" y="480398"/>
                  <a:pt x="171899" y="464680"/>
                  <a:pt x="171899" y="442396"/>
                </a:cubicBezTo>
                <a:cubicBezTo>
                  <a:pt x="171899" y="419679"/>
                  <a:pt x="155739" y="404394"/>
                  <a:pt x="132580" y="404394"/>
                </a:cubicBezTo>
                <a:close/>
                <a:moveTo>
                  <a:pt x="452522" y="0"/>
                </a:moveTo>
                <a:cubicBezTo>
                  <a:pt x="584739" y="0"/>
                  <a:pt x="705784" y="11172"/>
                  <a:pt x="787720" y="31656"/>
                </a:cubicBezTo>
                <a:cubicBezTo>
                  <a:pt x="838000" y="42829"/>
                  <a:pt x="864076" y="72625"/>
                  <a:pt x="873388" y="117324"/>
                </a:cubicBezTo>
                <a:cubicBezTo>
                  <a:pt x="892012" y="195530"/>
                  <a:pt x="905044" y="320305"/>
                  <a:pt x="905044" y="452523"/>
                </a:cubicBezTo>
                <a:cubicBezTo>
                  <a:pt x="905044" y="584739"/>
                  <a:pt x="892012" y="709514"/>
                  <a:pt x="873388" y="787720"/>
                </a:cubicBezTo>
                <a:cubicBezTo>
                  <a:pt x="864076" y="832409"/>
                  <a:pt x="838000" y="862205"/>
                  <a:pt x="787720" y="873388"/>
                </a:cubicBezTo>
                <a:cubicBezTo>
                  <a:pt x="705784" y="893872"/>
                  <a:pt x="584739" y="905044"/>
                  <a:pt x="452522" y="905044"/>
                </a:cubicBezTo>
                <a:cubicBezTo>
                  <a:pt x="320305" y="905044"/>
                  <a:pt x="199260" y="893872"/>
                  <a:pt x="117324" y="873388"/>
                </a:cubicBezTo>
                <a:cubicBezTo>
                  <a:pt x="67044" y="862215"/>
                  <a:pt x="40969" y="832419"/>
                  <a:pt x="31656" y="787720"/>
                </a:cubicBezTo>
                <a:cubicBezTo>
                  <a:pt x="13032" y="709514"/>
                  <a:pt x="0" y="584739"/>
                  <a:pt x="0" y="452523"/>
                </a:cubicBezTo>
                <a:cubicBezTo>
                  <a:pt x="0" y="320305"/>
                  <a:pt x="13032" y="195530"/>
                  <a:pt x="31656" y="117324"/>
                </a:cubicBezTo>
                <a:cubicBezTo>
                  <a:pt x="40969" y="72635"/>
                  <a:pt x="67044" y="42839"/>
                  <a:pt x="117324" y="31656"/>
                </a:cubicBezTo>
                <a:cubicBezTo>
                  <a:pt x="199260" y="11172"/>
                  <a:pt x="320305" y="0"/>
                  <a:pt x="45252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0" marR="0" lvl="3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Itau Display Pro" panose="020B0503020204020204" pitchFamily="34" charset="0"/>
              <a:ea typeface="+mn-ea"/>
              <a:cs typeface="Itau Display Pro" panose="020B0503020204020204" pitchFamily="34" charset="0"/>
            </a:endParaRPr>
          </a:p>
        </p:txBody>
      </p:sp>
      <p:sp>
        <p:nvSpPr>
          <p:cNvPr id="49" name="Forma Livre: Forma 48">
            <a:extLst>
              <a:ext uri="{FF2B5EF4-FFF2-40B4-BE49-F238E27FC236}">
                <a16:creationId xmlns:a16="http://schemas.microsoft.com/office/drawing/2014/main" id="{A3CD0507-5F34-890E-B6A4-54B288A42D50}"/>
              </a:ext>
            </a:extLst>
          </p:cNvPr>
          <p:cNvSpPr/>
          <p:nvPr userDrawn="1"/>
        </p:nvSpPr>
        <p:spPr>
          <a:xfrm>
            <a:off x="4998085" y="1788796"/>
            <a:ext cx="440689" cy="3315842"/>
          </a:xfrm>
          <a:custGeom>
            <a:avLst/>
            <a:gdLst>
              <a:gd name="csX0" fmla="*/ 9017 w 440689"/>
              <a:gd name="csY0" fmla="*/ 0 h 3315842"/>
              <a:gd name="csX1" fmla="*/ 315468 w 440689"/>
              <a:gd name="csY1" fmla="*/ 331089 h 3315842"/>
              <a:gd name="csX2" fmla="*/ 440690 w 440689"/>
              <a:gd name="csY2" fmla="*/ 1656842 h 3315842"/>
              <a:gd name="csX3" fmla="*/ 315468 w 440689"/>
              <a:gd name="csY3" fmla="*/ 2982595 h 3315842"/>
              <a:gd name="csX4" fmla="*/ 0 w 440689"/>
              <a:gd name="csY4" fmla="*/ 3315843 h 33158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40689" h="3315842">
                <a:moveTo>
                  <a:pt x="9017" y="0"/>
                </a:moveTo>
                <a:cubicBezTo>
                  <a:pt x="167767" y="42418"/>
                  <a:pt x="274066" y="144526"/>
                  <a:pt x="315468" y="331089"/>
                </a:cubicBezTo>
                <a:cubicBezTo>
                  <a:pt x="396494" y="655193"/>
                  <a:pt x="440690" y="1133856"/>
                  <a:pt x="440690" y="1656842"/>
                </a:cubicBezTo>
                <a:cubicBezTo>
                  <a:pt x="440690" y="2179828"/>
                  <a:pt x="396494" y="2658491"/>
                  <a:pt x="315468" y="2982595"/>
                </a:cubicBezTo>
                <a:cubicBezTo>
                  <a:pt x="273304" y="3172587"/>
                  <a:pt x="163703" y="3274949"/>
                  <a:pt x="0" y="3315843"/>
                </a:cubicBezTo>
              </a:path>
            </a:pathLst>
          </a:custGeom>
          <a:noFill/>
          <a:ln w="19050" cap="flat">
            <a:solidFill>
              <a:schemeClr val="accent3"/>
            </a:solidFill>
            <a:prstDash val="solid"/>
            <a:round/>
          </a:ln>
        </p:spPr>
        <p:txBody>
          <a:bodyPr/>
          <a:lstStyle/>
          <a:p>
            <a:endParaRPr lang="pt-BR"/>
          </a:p>
        </p:txBody>
      </p:sp>
      <p:sp>
        <p:nvSpPr>
          <p:cNvPr id="50" name="Forma Livre: Forma 49">
            <a:extLst>
              <a:ext uri="{FF2B5EF4-FFF2-40B4-BE49-F238E27FC236}">
                <a16:creationId xmlns:a16="http://schemas.microsoft.com/office/drawing/2014/main" id="{F2C8B9EB-10D3-F36D-095C-256D86DE1255}"/>
              </a:ext>
            </a:extLst>
          </p:cNvPr>
          <p:cNvSpPr/>
          <p:nvPr userDrawn="1"/>
        </p:nvSpPr>
        <p:spPr>
          <a:xfrm>
            <a:off x="1859407" y="1655953"/>
            <a:ext cx="3147694" cy="3579367"/>
          </a:xfrm>
          <a:custGeom>
            <a:avLst/>
            <a:gdLst>
              <a:gd name="csX0" fmla="*/ 3147695 w 3147694"/>
              <a:gd name="csY0" fmla="*/ 132842 h 3579367"/>
              <a:gd name="csX1" fmla="*/ 3115437 w 3147694"/>
              <a:gd name="csY1" fmla="*/ 125222 h 3579367"/>
              <a:gd name="csX2" fmla="*/ 1789684 w 3147694"/>
              <a:gd name="csY2" fmla="*/ 0 h 3579367"/>
              <a:gd name="csX3" fmla="*/ 463931 w 3147694"/>
              <a:gd name="csY3" fmla="*/ 125222 h 3579367"/>
              <a:gd name="csX4" fmla="*/ 125222 w 3147694"/>
              <a:gd name="csY4" fmla="*/ 463931 h 3579367"/>
              <a:gd name="csX5" fmla="*/ 0 w 3147694"/>
              <a:gd name="csY5" fmla="*/ 1789684 h 3579367"/>
              <a:gd name="csX6" fmla="*/ 125222 w 3147694"/>
              <a:gd name="csY6" fmla="*/ 3115437 h 3579367"/>
              <a:gd name="csX7" fmla="*/ 463931 w 3147694"/>
              <a:gd name="csY7" fmla="*/ 3454146 h 3579367"/>
              <a:gd name="csX8" fmla="*/ 1789684 w 3147694"/>
              <a:gd name="csY8" fmla="*/ 3579368 h 3579367"/>
              <a:gd name="csX9" fmla="*/ 3115437 w 3147694"/>
              <a:gd name="csY9" fmla="*/ 3454146 h 3579367"/>
              <a:gd name="csX10" fmla="*/ 3138678 w 3147694"/>
              <a:gd name="csY10" fmla="*/ 3448685 h 35793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147694" h="3579367">
                <a:moveTo>
                  <a:pt x="3147695" y="132842"/>
                </a:moveTo>
                <a:cubicBezTo>
                  <a:pt x="3137154" y="130048"/>
                  <a:pt x="3126359" y="127508"/>
                  <a:pt x="3115437" y="125222"/>
                </a:cubicBezTo>
                <a:cubicBezTo>
                  <a:pt x="2806065" y="51562"/>
                  <a:pt x="2312670" y="0"/>
                  <a:pt x="1789684" y="0"/>
                </a:cubicBezTo>
                <a:cubicBezTo>
                  <a:pt x="1266698" y="0"/>
                  <a:pt x="773430" y="51562"/>
                  <a:pt x="463931" y="125222"/>
                </a:cubicBezTo>
                <a:cubicBezTo>
                  <a:pt x="287274" y="162052"/>
                  <a:pt x="169418" y="265049"/>
                  <a:pt x="125222" y="463931"/>
                </a:cubicBezTo>
                <a:cubicBezTo>
                  <a:pt x="44196" y="788035"/>
                  <a:pt x="0" y="1266698"/>
                  <a:pt x="0" y="1789684"/>
                </a:cubicBezTo>
                <a:cubicBezTo>
                  <a:pt x="0" y="2312670"/>
                  <a:pt x="44196" y="2791333"/>
                  <a:pt x="125222" y="3115437"/>
                </a:cubicBezTo>
                <a:cubicBezTo>
                  <a:pt x="169418" y="3314319"/>
                  <a:pt x="287274" y="3417316"/>
                  <a:pt x="463931" y="3454146"/>
                </a:cubicBezTo>
                <a:cubicBezTo>
                  <a:pt x="773303" y="3527806"/>
                  <a:pt x="1266698" y="3579368"/>
                  <a:pt x="1789684" y="3579368"/>
                </a:cubicBezTo>
                <a:cubicBezTo>
                  <a:pt x="2312670" y="3579368"/>
                  <a:pt x="2805938" y="3527806"/>
                  <a:pt x="3115437" y="3454146"/>
                </a:cubicBezTo>
                <a:cubicBezTo>
                  <a:pt x="3123311" y="3452495"/>
                  <a:pt x="3131058" y="3450590"/>
                  <a:pt x="3138678" y="3448685"/>
                </a:cubicBezTo>
              </a:path>
            </a:pathLst>
          </a:custGeom>
          <a:noFill/>
          <a:ln w="19050" cap="flat">
            <a:solidFill>
              <a:schemeClr val="accent6"/>
            </a:solidFill>
            <a:prstDash val="solid"/>
            <a:round/>
          </a:ln>
        </p:spPr>
        <p:txBody>
          <a:bodyPr/>
          <a:lstStyle/>
          <a:p>
            <a:endParaRPr lang="pt-BR"/>
          </a:p>
        </p:txBody>
      </p:sp>
      <p:sp>
        <p:nvSpPr>
          <p:cNvPr id="51" name="Forma Livre: Forma 50">
            <a:extLst>
              <a:ext uri="{FF2B5EF4-FFF2-40B4-BE49-F238E27FC236}">
                <a16:creationId xmlns:a16="http://schemas.microsoft.com/office/drawing/2014/main" id="{0F4A6B61-3569-939D-E1AA-242937B40D39}"/>
              </a:ext>
            </a:extLst>
          </p:cNvPr>
          <p:cNvSpPr/>
          <p:nvPr userDrawn="1"/>
        </p:nvSpPr>
        <p:spPr>
          <a:xfrm>
            <a:off x="4998085" y="1788796"/>
            <a:ext cx="165608" cy="3315716"/>
          </a:xfrm>
          <a:custGeom>
            <a:avLst/>
            <a:gdLst>
              <a:gd name="csX0" fmla="*/ 9017 w 165608"/>
              <a:gd name="csY0" fmla="*/ 0 h 3315716"/>
              <a:gd name="csX1" fmla="*/ 11811 w 165608"/>
              <a:gd name="csY1" fmla="*/ 11049 h 3315716"/>
              <a:gd name="csX2" fmla="*/ 165608 w 165608"/>
              <a:gd name="csY2" fmla="*/ 1640205 h 3315716"/>
              <a:gd name="csX3" fmla="*/ 11811 w 165608"/>
              <a:gd name="csY3" fmla="*/ 3269361 h 3315716"/>
              <a:gd name="csX4" fmla="*/ 0 w 165608"/>
              <a:gd name="csY4" fmla="*/ 3315716 h 3315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5608" h="3315716">
                <a:moveTo>
                  <a:pt x="9017" y="0"/>
                </a:moveTo>
                <a:cubicBezTo>
                  <a:pt x="9906" y="3683"/>
                  <a:pt x="10922" y="7239"/>
                  <a:pt x="11811" y="11049"/>
                </a:cubicBezTo>
                <a:cubicBezTo>
                  <a:pt x="111379" y="409321"/>
                  <a:pt x="165608" y="997585"/>
                  <a:pt x="165608" y="1640205"/>
                </a:cubicBezTo>
                <a:cubicBezTo>
                  <a:pt x="165608" y="2282825"/>
                  <a:pt x="111379" y="2871089"/>
                  <a:pt x="11811" y="3269361"/>
                </a:cubicBezTo>
                <a:cubicBezTo>
                  <a:pt x="8255" y="3285363"/>
                  <a:pt x="4318" y="3300730"/>
                  <a:pt x="0" y="3315716"/>
                </a:cubicBezTo>
              </a:path>
            </a:pathLst>
          </a:custGeom>
          <a:noFill/>
          <a:ln w="19050" cap="flat">
            <a:solidFill>
              <a:schemeClr val="accent4"/>
            </a:solidFill>
            <a:prstDash val="solid"/>
            <a:round/>
          </a:ln>
        </p:spPr>
        <p:txBody>
          <a:bodyPr/>
          <a:lstStyle/>
          <a:p>
            <a:endParaRPr lang="pt-BR"/>
          </a:p>
        </p:txBody>
      </p:sp>
      <p:sp>
        <p:nvSpPr>
          <p:cNvPr id="52" name="Forma Livre: Forma 51">
            <a:extLst>
              <a:ext uri="{FF2B5EF4-FFF2-40B4-BE49-F238E27FC236}">
                <a16:creationId xmlns:a16="http://schemas.microsoft.com/office/drawing/2014/main" id="{9AE1CE25-F6B0-7F95-9BDA-E39CAE41FBE2}"/>
              </a:ext>
            </a:extLst>
          </p:cNvPr>
          <p:cNvSpPr/>
          <p:nvPr userDrawn="1"/>
        </p:nvSpPr>
        <p:spPr>
          <a:xfrm>
            <a:off x="765175" y="1229742"/>
            <a:ext cx="4241926" cy="4398517"/>
          </a:xfrm>
          <a:custGeom>
            <a:avLst/>
            <a:gdLst>
              <a:gd name="csX0" fmla="*/ 4241927 w 4241926"/>
              <a:gd name="csY0" fmla="*/ 559054 h 4398517"/>
              <a:gd name="csX1" fmla="*/ 3828415 w 4241926"/>
              <a:gd name="csY1" fmla="*/ 153797 h 4398517"/>
              <a:gd name="csX2" fmla="*/ 2199259 w 4241926"/>
              <a:gd name="csY2" fmla="*/ 0 h 4398517"/>
              <a:gd name="csX3" fmla="*/ 570103 w 4241926"/>
              <a:gd name="csY3" fmla="*/ 153797 h 4398517"/>
              <a:gd name="csX4" fmla="*/ 153797 w 4241926"/>
              <a:gd name="csY4" fmla="*/ 570103 h 4398517"/>
              <a:gd name="csX5" fmla="*/ 0 w 4241926"/>
              <a:gd name="csY5" fmla="*/ 2199259 h 4398517"/>
              <a:gd name="csX6" fmla="*/ 153797 w 4241926"/>
              <a:gd name="csY6" fmla="*/ 3828415 h 4398517"/>
              <a:gd name="csX7" fmla="*/ 570103 w 4241926"/>
              <a:gd name="csY7" fmla="*/ 4244721 h 4398517"/>
              <a:gd name="csX8" fmla="*/ 2199259 w 4241926"/>
              <a:gd name="csY8" fmla="*/ 4398518 h 4398517"/>
              <a:gd name="csX9" fmla="*/ 3828415 w 4241926"/>
              <a:gd name="csY9" fmla="*/ 4244721 h 4398517"/>
              <a:gd name="csX10" fmla="*/ 4232783 w 4241926"/>
              <a:gd name="csY10" fmla="*/ 3874770 h 43985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241926" h="4398517">
                <a:moveTo>
                  <a:pt x="4241927" y="559054"/>
                </a:moveTo>
                <a:cubicBezTo>
                  <a:pt x="4185666" y="322072"/>
                  <a:pt x="4042283" y="198374"/>
                  <a:pt x="3828415" y="153797"/>
                </a:cubicBezTo>
                <a:cubicBezTo>
                  <a:pt x="3448177" y="63246"/>
                  <a:pt x="2841879" y="0"/>
                  <a:pt x="2199259" y="0"/>
                </a:cubicBezTo>
                <a:cubicBezTo>
                  <a:pt x="1556639" y="0"/>
                  <a:pt x="950341" y="63246"/>
                  <a:pt x="570103" y="153797"/>
                </a:cubicBezTo>
                <a:cubicBezTo>
                  <a:pt x="352933" y="199009"/>
                  <a:pt x="208153" y="325628"/>
                  <a:pt x="153797" y="570103"/>
                </a:cubicBezTo>
                <a:cubicBezTo>
                  <a:pt x="54229" y="968375"/>
                  <a:pt x="0" y="1556639"/>
                  <a:pt x="0" y="2199259"/>
                </a:cubicBezTo>
                <a:cubicBezTo>
                  <a:pt x="0" y="2841879"/>
                  <a:pt x="54229" y="3430143"/>
                  <a:pt x="153797" y="3828415"/>
                </a:cubicBezTo>
                <a:cubicBezTo>
                  <a:pt x="208026" y="4072763"/>
                  <a:pt x="352933" y="4199382"/>
                  <a:pt x="570103" y="4244721"/>
                </a:cubicBezTo>
                <a:cubicBezTo>
                  <a:pt x="950341" y="4335272"/>
                  <a:pt x="1556639" y="4398518"/>
                  <a:pt x="2199259" y="4398518"/>
                </a:cubicBezTo>
                <a:cubicBezTo>
                  <a:pt x="2841879" y="4398518"/>
                  <a:pt x="3448177" y="4335272"/>
                  <a:pt x="3828415" y="4244721"/>
                </a:cubicBezTo>
                <a:cubicBezTo>
                  <a:pt x="4031361" y="4202430"/>
                  <a:pt x="4171061" y="4089019"/>
                  <a:pt x="4232783" y="3874770"/>
                </a:cubicBezTo>
              </a:path>
            </a:pathLst>
          </a:custGeom>
          <a:noFill/>
          <a:ln w="19050" cap="flat">
            <a:solidFill>
              <a:schemeClr val="accent4"/>
            </a:solidFill>
            <a:prstDash val="solid"/>
            <a:round/>
          </a:ln>
        </p:spPr>
        <p:txBody>
          <a:bodyPr/>
          <a:lstStyle/>
          <a:p>
            <a:endParaRPr lang="pt-BR"/>
          </a:p>
        </p:txBody>
      </p:sp>
      <p:sp>
        <p:nvSpPr>
          <p:cNvPr id="53" name="Espaço Reservado para Texto 19">
            <a:extLst>
              <a:ext uri="{FF2B5EF4-FFF2-40B4-BE49-F238E27FC236}">
                <a16:creationId xmlns:a16="http://schemas.microsoft.com/office/drawing/2014/main" id="{3DCEC6CB-19F9-1FF4-75E0-0036199B90EA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138174" y="3295206"/>
            <a:ext cx="4794122" cy="119109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200">
                <a:solidFill>
                  <a:schemeClr val="accent4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Exemplo de </a:t>
            </a:r>
            <a:br>
              <a:rPr lang="pt-BR"/>
            </a:br>
            <a:r>
              <a:rPr lang="pt-BR"/>
              <a:t>título da subcapa</a:t>
            </a:r>
          </a:p>
        </p:txBody>
      </p:sp>
    </p:spTree>
    <p:extLst>
      <p:ext uri="{BB962C8B-B14F-4D97-AF65-F5344CB8AC3E}">
        <p14:creationId xmlns:p14="http://schemas.microsoft.com/office/powerpoint/2010/main" val="2182975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ubcapa 3 fundo escur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276B6C3-AF0B-B0CB-7A69-46786ED8E063}"/>
              </a:ext>
            </a:extLst>
          </p:cNvPr>
          <p:cNvSpPr txBox="1">
            <a:spLocks/>
          </p:cNvSpPr>
          <p:nvPr userDrawn="1"/>
        </p:nvSpPr>
        <p:spPr>
          <a:xfrm>
            <a:off x="6251452" y="2551897"/>
            <a:ext cx="423862" cy="423862"/>
          </a:xfrm>
          <a:custGeom>
            <a:avLst/>
            <a:gdLst>
              <a:gd name="connsiteX0" fmla="*/ 489439 w 905044"/>
              <a:gd name="connsiteY0" fmla="*/ 629348 h 905044"/>
              <a:gd name="connsiteX1" fmla="*/ 506042 w 905044"/>
              <a:gd name="connsiteY1" fmla="*/ 630233 h 905044"/>
              <a:gd name="connsiteX2" fmla="*/ 506042 w 905044"/>
              <a:gd name="connsiteY2" fmla="*/ 648133 h 905044"/>
              <a:gd name="connsiteX3" fmla="*/ 466723 w 905044"/>
              <a:gd name="connsiteY3" fmla="*/ 688759 h 905044"/>
              <a:gd name="connsiteX4" fmla="*/ 433528 w 905044"/>
              <a:gd name="connsiteY4" fmla="*/ 661235 h 905044"/>
              <a:gd name="connsiteX5" fmla="*/ 489439 w 905044"/>
              <a:gd name="connsiteY5" fmla="*/ 629348 h 905044"/>
              <a:gd name="connsiteX6" fmla="*/ 602138 w 905044"/>
              <a:gd name="connsiteY6" fmla="*/ 503989 h 905044"/>
              <a:gd name="connsiteX7" fmla="*/ 602138 w 905044"/>
              <a:gd name="connsiteY7" fmla="*/ 651190 h 905044"/>
              <a:gd name="connsiteX8" fmla="*/ 678574 w 905044"/>
              <a:gd name="connsiteY8" fmla="*/ 736364 h 905044"/>
              <a:gd name="connsiteX9" fmla="*/ 739725 w 905044"/>
              <a:gd name="connsiteY9" fmla="*/ 706226 h 905044"/>
              <a:gd name="connsiteX10" fmla="*/ 740600 w 905044"/>
              <a:gd name="connsiteY10" fmla="*/ 730682 h 905044"/>
              <a:gd name="connsiteX11" fmla="*/ 804375 w 905044"/>
              <a:gd name="connsiteY11" fmla="*/ 730682 h 905044"/>
              <a:gd name="connsiteX12" fmla="*/ 804375 w 905044"/>
              <a:gd name="connsiteY12" fmla="*/ 503989 h 905044"/>
              <a:gd name="connsiteX13" fmla="*/ 737985 w 905044"/>
              <a:gd name="connsiteY13" fmla="*/ 503989 h 905044"/>
              <a:gd name="connsiteX14" fmla="*/ 737985 w 905044"/>
              <a:gd name="connsiteY14" fmla="*/ 637644 h 905044"/>
              <a:gd name="connsiteX15" fmla="*/ 702165 w 905044"/>
              <a:gd name="connsiteY15" fmla="*/ 682635 h 905044"/>
              <a:gd name="connsiteX16" fmla="*/ 668528 w 905044"/>
              <a:gd name="connsiteY16" fmla="*/ 640268 h 905044"/>
              <a:gd name="connsiteX17" fmla="*/ 668528 w 905044"/>
              <a:gd name="connsiteY17" fmla="*/ 503989 h 905044"/>
              <a:gd name="connsiteX18" fmla="*/ 99385 w 905044"/>
              <a:gd name="connsiteY18" fmla="*/ 503989 h 905044"/>
              <a:gd name="connsiteX19" fmla="*/ 99385 w 905044"/>
              <a:gd name="connsiteY19" fmla="*/ 730682 h 905044"/>
              <a:gd name="connsiteX20" fmla="*/ 165775 w 905044"/>
              <a:gd name="connsiteY20" fmla="*/ 730682 h 905044"/>
              <a:gd name="connsiteX21" fmla="*/ 165775 w 905044"/>
              <a:gd name="connsiteY21" fmla="*/ 503989 h 905044"/>
              <a:gd name="connsiteX22" fmla="*/ 468483 w 905044"/>
              <a:gd name="connsiteY22" fmla="*/ 498307 h 905044"/>
              <a:gd name="connsiteX23" fmla="*/ 381126 w 905044"/>
              <a:gd name="connsiteY23" fmla="*/ 513592 h 905044"/>
              <a:gd name="connsiteX24" fmla="*/ 381126 w 905044"/>
              <a:gd name="connsiteY24" fmla="*/ 566890 h 905044"/>
              <a:gd name="connsiteX25" fmla="*/ 458004 w 905044"/>
              <a:gd name="connsiteY25" fmla="*/ 550720 h 905044"/>
              <a:gd name="connsiteX26" fmla="*/ 505619 w 905044"/>
              <a:gd name="connsiteY26" fmla="*/ 589164 h 905044"/>
              <a:gd name="connsiteX27" fmla="*/ 483336 w 905044"/>
              <a:gd name="connsiteY27" fmla="*/ 588289 h 905044"/>
              <a:gd name="connsiteX28" fmla="*/ 369330 w 905044"/>
              <a:gd name="connsiteY28" fmla="*/ 666475 h 905044"/>
              <a:gd name="connsiteX29" fmla="*/ 447073 w 905044"/>
              <a:gd name="connsiteY29" fmla="*/ 736364 h 905044"/>
              <a:gd name="connsiteX30" fmla="*/ 506485 w 905044"/>
              <a:gd name="connsiteY30" fmla="*/ 707101 h 905044"/>
              <a:gd name="connsiteX31" fmla="*/ 507359 w 905044"/>
              <a:gd name="connsiteY31" fmla="*/ 730682 h 905044"/>
              <a:gd name="connsiteX32" fmla="*/ 569385 w 905044"/>
              <a:gd name="connsiteY32" fmla="*/ 730682 h 905044"/>
              <a:gd name="connsiteX33" fmla="*/ 569385 w 905044"/>
              <a:gd name="connsiteY33" fmla="*/ 597460 h 905044"/>
              <a:gd name="connsiteX34" fmla="*/ 468483 w 905044"/>
              <a:gd name="connsiteY34" fmla="*/ 498307 h 905044"/>
              <a:gd name="connsiteX35" fmla="*/ 290692 w 905044"/>
              <a:gd name="connsiteY35" fmla="*/ 435407 h 905044"/>
              <a:gd name="connsiteX36" fmla="*/ 224292 w 905044"/>
              <a:gd name="connsiteY36" fmla="*/ 447192 h 905044"/>
              <a:gd name="connsiteX37" fmla="*/ 224292 w 905044"/>
              <a:gd name="connsiteY37" fmla="*/ 503989 h 905044"/>
              <a:gd name="connsiteX38" fmla="*/ 191107 w 905044"/>
              <a:gd name="connsiteY38" fmla="*/ 503989 h 905044"/>
              <a:gd name="connsiteX39" fmla="*/ 191107 w 905044"/>
              <a:gd name="connsiteY39" fmla="*/ 555526 h 905044"/>
              <a:gd name="connsiteX40" fmla="*/ 224302 w 905044"/>
              <a:gd name="connsiteY40" fmla="*/ 555526 h 905044"/>
              <a:gd name="connsiteX41" fmla="*/ 224302 w 905044"/>
              <a:gd name="connsiteY41" fmla="*/ 652497 h 905044"/>
              <a:gd name="connsiteX42" fmla="*/ 304237 w 905044"/>
              <a:gd name="connsiteY42" fmla="*/ 735057 h 905044"/>
              <a:gd name="connsiteX43" fmla="*/ 345296 w 905044"/>
              <a:gd name="connsiteY43" fmla="*/ 730682 h 905044"/>
              <a:gd name="connsiteX44" fmla="*/ 345296 w 905044"/>
              <a:gd name="connsiteY44" fmla="*/ 680020 h 905044"/>
              <a:gd name="connsiteX45" fmla="*/ 321704 w 905044"/>
              <a:gd name="connsiteY45" fmla="*/ 682635 h 905044"/>
              <a:gd name="connsiteX46" fmla="*/ 290692 w 905044"/>
              <a:gd name="connsiteY46" fmla="*/ 648122 h 905044"/>
              <a:gd name="connsiteX47" fmla="*/ 290692 w 905044"/>
              <a:gd name="connsiteY47" fmla="*/ 555526 h 905044"/>
              <a:gd name="connsiteX48" fmla="*/ 348343 w 905044"/>
              <a:gd name="connsiteY48" fmla="*/ 555526 h 905044"/>
              <a:gd name="connsiteX49" fmla="*/ 348343 w 905044"/>
              <a:gd name="connsiteY49" fmla="*/ 503989 h 905044"/>
              <a:gd name="connsiteX50" fmla="*/ 290692 w 905044"/>
              <a:gd name="connsiteY50" fmla="*/ 503989 h 905044"/>
              <a:gd name="connsiteX51" fmla="*/ 761999 w 905044"/>
              <a:gd name="connsiteY51" fmla="*/ 415758 h 905044"/>
              <a:gd name="connsiteX52" fmla="*/ 651493 w 905044"/>
              <a:gd name="connsiteY52" fmla="*/ 435417 h 905044"/>
              <a:gd name="connsiteX53" fmla="*/ 651493 w 905044"/>
              <a:gd name="connsiteY53" fmla="*/ 473419 h 905044"/>
              <a:gd name="connsiteX54" fmla="*/ 761999 w 905044"/>
              <a:gd name="connsiteY54" fmla="*/ 473419 h 905044"/>
              <a:gd name="connsiteX55" fmla="*/ 761999 w 905044"/>
              <a:gd name="connsiteY55" fmla="*/ 473409 h 905044"/>
              <a:gd name="connsiteX56" fmla="*/ 132580 w 905044"/>
              <a:gd name="connsiteY56" fmla="*/ 404394 h 905044"/>
              <a:gd name="connsiteX57" fmla="*/ 93271 w 905044"/>
              <a:gd name="connsiteY57" fmla="*/ 442396 h 905044"/>
              <a:gd name="connsiteX58" fmla="*/ 132580 w 905044"/>
              <a:gd name="connsiteY58" fmla="*/ 480398 h 905044"/>
              <a:gd name="connsiteX59" fmla="*/ 171899 w 905044"/>
              <a:gd name="connsiteY59" fmla="*/ 442396 h 905044"/>
              <a:gd name="connsiteX60" fmla="*/ 132580 w 905044"/>
              <a:gd name="connsiteY60" fmla="*/ 404394 h 905044"/>
              <a:gd name="connsiteX61" fmla="*/ 452522 w 905044"/>
              <a:gd name="connsiteY61" fmla="*/ 0 h 905044"/>
              <a:gd name="connsiteX62" fmla="*/ 787720 w 905044"/>
              <a:gd name="connsiteY62" fmla="*/ 31656 h 905044"/>
              <a:gd name="connsiteX63" fmla="*/ 873388 w 905044"/>
              <a:gd name="connsiteY63" fmla="*/ 117324 h 905044"/>
              <a:gd name="connsiteX64" fmla="*/ 905044 w 905044"/>
              <a:gd name="connsiteY64" fmla="*/ 452523 h 905044"/>
              <a:gd name="connsiteX65" fmla="*/ 873388 w 905044"/>
              <a:gd name="connsiteY65" fmla="*/ 787720 h 905044"/>
              <a:gd name="connsiteX66" fmla="*/ 787720 w 905044"/>
              <a:gd name="connsiteY66" fmla="*/ 873388 h 905044"/>
              <a:gd name="connsiteX67" fmla="*/ 452522 w 905044"/>
              <a:gd name="connsiteY67" fmla="*/ 905044 h 905044"/>
              <a:gd name="connsiteX68" fmla="*/ 117324 w 905044"/>
              <a:gd name="connsiteY68" fmla="*/ 873388 h 905044"/>
              <a:gd name="connsiteX69" fmla="*/ 31656 w 905044"/>
              <a:gd name="connsiteY69" fmla="*/ 787720 h 905044"/>
              <a:gd name="connsiteX70" fmla="*/ 0 w 905044"/>
              <a:gd name="connsiteY70" fmla="*/ 452523 h 905044"/>
              <a:gd name="connsiteX71" fmla="*/ 31656 w 905044"/>
              <a:gd name="connsiteY71" fmla="*/ 117324 h 905044"/>
              <a:gd name="connsiteX72" fmla="*/ 117324 w 905044"/>
              <a:gd name="connsiteY72" fmla="*/ 31656 h 905044"/>
              <a:gd name="connsiteX73" fmla="*/ 452522 w 905044"/>
              <a:gd name="connsiteY73" fmla="*/ 0 h 90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905044" h="905044">
                <a:moveTo>
                  <a:pt x="489439" y="629348"/>
                </a:moveTo>
                <a:cubicBezTo>
                  <a:pt x="494679" y="629348"/>
                  <a:pt x="502985" y="629791"/>
                  <a:pt x="506042" y="630233"/>
                </a:cubicBezTo>
                <a:lnTo>
                  <a:pt x="506042" y="648133"/>
                </a:lnTo>
                <a:cubicBezTo>
                  <a:pt x="506042" y="672167"/>
                  <a:pt x="489872" y="688759"/>
                  <a:pt x="466723" y="688759"/>
                </a:cubicBezTo>
                <a:cubicBezTo>
                  <a:pt x="446189" y="688759"/>
                  <a:pt x="433528" y="679588"/>
                  <a:pt x="433528" y="661235"/>
                </a:cubicBezTo>
                <a:cubicBezTo>
                  <a:pt x="433528" y="640268"/>
                  <a:pt x="453630" y="629348"/>
                  <a:pt x="489439" y="629348"/>
                </a:cubicBezTo>
                <a:close/>
                <a:moveTo>
                  <a:pt x="602138" y="503989"/>
                </a:moveTo>
                <a:lnTo>
                  <a:pt x="602138" y="651190"/>
                </a:lnTo>
                <a:cubicBezTo>
                  <a:pt x="602148" y="703169"/>
                  <a:pt x="631844" y="736364"/>
                  <a:pt x="678574" y="736364"/>
                </a:cubicBezTo>
                <a:cubicBezTo>
                  <a:pt x="706097" y="736364"/>
                  <a:pt x="724882" y="726308"/>
                  <a:pt x="739725" y="706226"/>
                </a:cubicBezTo>
                <a:lnTo>
                  <a:pt x="740600" y="730682"/>
                </a:lnTo>
                <a:lnTo>
                  <a:pt x="804375" y="730682"/>
                </a:lnTo>
                <a:lnTo>
                  <a:pt x="804375" y="503989"/>
                </a:lnTo>
                <a:lnTo>
                  <a:pt x="737985" y="503989"/>
                </a:lnTo>
                <a:lnTo>
                  <a:pt x="737985" y="637644"/>
                </a:lnTo>
                <a:cubicBezTo>
                  <a:pt x="737985" y="665167"/>
                  <a:pt x="724439" y="682635"/>
                  <a:pt x="702165" y="682635"/>
                </a:cubicBezTo>
                <a:cubicBezTo>
                  <a:pt x="680324" y="682635"/>
                  <a:pt x="668528" y="667782"/>
                  <a:pt x="668528" y="640268"/>
                </a:cubicBezTo>
                <a:lnTo>
                  <a:pt x="668528" y="503989"/>
                </a:lnTo>
                <a:close/>
                <a:moveTo>
                  <a:pt x="99385" y="503989"/>
                </a:moveTo>
                <a:lnTo>
                  <a:pt x="99385" y="730682"/>
                </a:lnTo>
                <a:lnTo>
                  <a:pt x="165775" y="730682"/>
                </a:lnTo>
                <a:lnTo>
                  <a:pt x="165775" y="503989"/>
                </a:lnTo>
                <a:close/>
                <a:moveTo>
                  <a:pt x="468483" y="498307"/>
                </a:moveTo>
                <a:cubicBezTo>
                  <a:pt x="435298" y="498307"/>
                  <a:pt x="407775" y="503547"/>
                  <a:pt x="381126" y="513592"/>
                </a:cubicBezTo>
                <a:lnTo>
                  <a:pt x="381126" y="566890"/>
                </a:lnTo>
                <a:cubicBezTo>
                  <a:pt x="407332" y="556834"/>
                  <a:pt x="433538" y="550720"/>
                  <a:pt x="458004" y="550720"/>
                </a:cubicBezTo>
                <a:cubicBezTo>
                  <a:pt x="488575" y="550720"/>
                  <a:pt x="505619" y="564697"/>
                  <a:pt x="505619" y="589164"/>
                </a:cubicBezTo>
                <a:cubicBezTo>
                  <a:pt x="500381" y="588731"/>
                  <a:pt x="491642" y="588289"/>
                  <a:pt x="483336" y="588289"/>
                </a:cubicBezTo>
                <a:cubicBezTo>
                  <a:pt x="413446" y="588289"/>
                  <a:pt x="369330" y="617120"/>
                  <a:pt x="369330" y="666475"/>
                </a:cubicBezTo>
                <a:cubicBezTo>
                  <a:pt x="369320" y="709283"/>
                  <a:pt x="399458" y="736364"/>
                  <a:pt x="447073" y="736364"/>
                </a:cubicBezTo>
                <a:cubicBezTo>
                  <a:pt x="473722" y="736364"/>
                  <a:pt x="492939" y="725443"/>
                  <a:pt x="506485" y="707101"/>
                </a:cubicBezTo>
                <a:lnTo>
                  <a:pt x="507359" y="730682"/>
                </a:lnTo>
                <a:lnTo>
                  <a:pt x="569385" y="730682"/>
                </a:lnTo>
                <a:lnTo>
                  <a:pt x="569385" y="597460"/>
                </a:lnTo>
                <a:cubicBezTo>
                  <a:pt x="569385" y="532820"/>
                  <a:pt x="533133" y="498307"/>
                  <a:pt x="468483" y="498307"/>
                </a:cubicBezTo>
                <a:close/>
                <a:moveTo>
                  <a:pt x="290692" y="435407"/>
                </a:moveTo>
                <a:lnTo>
                  <a:pt x="224292" y="447192"/>
                </a:lnTo>
                <a:lnTo>
                  <a:pt x="224292" y="503989"/>
                </a:lnTo>
                <a:lnTo>
                  <a:pt x="191107" y="503989"/>
                </a:lnTo>
                <a:lnTo>
                  <a:pt x="191107" y="555526"/>
                </a:lnTo>
                <a:lnTo>
                  <a:pt x="224302" y="555526"/>
                </a:lnTo>
                <a:lnTo>
                  <a:pt x="224302" y="652497"/>
                </a:lnTo>
                <a:cubicBezTo>
                  <a:pt x="224302" y="707534"/>
                  <a:pt x="253142" y="735057"/>
                  <a:pt x="304237" y="735057"/>
                </a:cubicBezTo>
                <a:cubicBezTo>
                  <a:pt x="322589" y="735057"/>
                  <a:pt x="337875" y="732865"/>
                  <a:pt x="345296" y="730682"/>
                </a:cubicBezTo>
                <a:lnTo>
                  <a:pt x="345296" y="680020"/>
                </a:lnTo>
                <a:cubicBezTo>
                  <a:pt x="340489" y="681328"/>
                  <a:pt x="331751" y="682635"/>
                  <a:pt x="321704" y="682635"/>
                </a:cubicBezTo>
                <a:cubicBezTo>
                  <a:pt x="300305" y="682635"/>
                  <a:pt x="290692" y="672157"/>
                  <a:pt x="290692" y="648122"/>
                </a:cubicBezTo>
                <a:lnTo>
                  <a:pt x="290692" y="555526"/>
                </a:lnTo>
                <a:lnTo>
                  <a:pt x="348343" y="555526"/>
                </a:lnTo>
                <a:lnTo>
                  <a:pt x="348343" y="503989"/>
                </a:lnTo>
                <a:lnTo>
                  <a:pt x="290692" y="503989"/>
                </a:lnTo>
                <a:close/>
                <a:moveTo>
                  <a:pt x="761999" y="415758"/>
                </a:moveTo>
                <a:lnTo>
                  <a:pt x="651493" y="435417"/>
                </a:lnTo>
                <a:lnTo>
                  <a:pt x="651493" y="473419"/>
                </a:lnTo>
                <a:lnTo>
                  <a:pt x="761999" y="473419"/>
                </a:lnTo>
                <a:lnTo>
                  <a:pt x="761999" y="473409"/>
                </a:lnTo>
                <a:close/>
                <a:moveTo>
                  <a:pt x="132580" y="404394"/>
                </a:moveTo>
                <a:cubicBezTo>
                  <a:pt x="109431" y="404394"/>
                  <a:pt x="93271" y="420122"/>
                  <a:pt x="93271" y="442396"/>
                </a:cubicBezTo>
                <a:cubicBezTo>
                  <a:pt x="93271" y="465112"/>
                  <a:pt x="109431" y="480398"/>
                  <a:pt x="132580" y="480398"/>
                </a:cubicBezTo>
                <a:cubicBezTo>
                  <a:pt x="155739" y="480398"/>
                  <a:pt x="171899" y="464680"/>
                  <a:pt x="171899" y="442396"/>
                </a:cubicBezTo>
                <a:cubicBezTo>
                  <a:pt x="171899" y="419679"/>
                  <a:pt x="155739" y="404394"/>
                  <a:pt x="132580" y="404394"/>
                </a:cubicBezTo>
                <a:close/>
                <a:moveTo>
                  <a:pt x="452522" y="0"/>
                </a:moveTo>
                <a:cubicBezTo>
                  <a:pt x="584739" y="0"/>
                  <a:pt x="705784" y="11172"/>
                  <a:pt x="787720" y="31656"/>
                </a:cubicBezTo>
                <a:cubicBezTo>
                  <a:pt x="838000" y="42829"/>
                  <a:pt x="864076" y="72625"/>
                  <a:pt x="873388" y="117324"/>
                </a:cubicBezTo>
                <a:cubicBezTo>
                  <a:pt x="892012" y="195530"/>
                  <a:pt x="905044" y="320305"/>
                  <a:pt x="905044" y="452523"/>
                </a:cubicBezTo>
                <a:cubicBezTo>
                  <a:pt x="905044" y="584739"/>
                  <a:pt x="892012" y="709514"/>
                  <a:pt x="873388" y="787720"/>
                </a:cubicBezTo>
                <a:cubicBezTo>
                  <a:pt x="864076" y="832409"/>
                  <a:pt x="838000" y="862205"/>
                  <a:pt x="787720" y="873388"/>
                </a:cubicBezTo>
                <a:cubicBezTo>
                  <a:pt x="705784" y="893872"/>
                  <a:pt x="584739" y="905044"/>
                  <a:pt x="452522" y="905044"/>
                </a:cubicBezTo>
                <a:cubicBezTo>
                  <a:pt x="320305" y="905044"/>
                  <a:pt x="199260" y="893872"/>
                  <a:pt x="117324" y="873388"/>
                </a:cubicBezTo>
                <a:cubicBezTo>
                  <a:pt x="67044" y="862215"/>
                  <a:pt x="40969" y="832419"/>
                  <a:pt x="31656" y="787720"/>
                </a:cubicBezTo>
                <a:cubicBezTo>
                  <a:pt x="13032" y="709514"/>
                  <a:pt x="0" y="584739"/>
                  <a:pt x="0" y="452523"/>
                </a:cubicBezTo>
                <a:cubicBezTo>
                  <a:pt x="0" y="320305"/>
                  <a:pt x="13032" y="195530"/>
                  <a:pt x="31656" y="117324"/>
                </a:cubicBezTo>
                <a:cubicBezTo>
                  <a:pt x="40969" y="72635"/>
                  <a:pt x="67044" y="42839"/>
                  <a:pt x="117324" y="31656"/>
                </a:cubicBezTo>
                <a:cubicBezTo>
                  <a:pt x="199260" y="11172"/>
                  <a:pt x="320305" y="0"/>
                  <a:pt x="45252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0" marR="0" lvl="3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Itau Display Pro" panose="020B0503020204020204" pitchFamily="34" charset="0"/>
              <a:ea typeface="+mn-ea"/>
              <a:cs typeface="Itau Display Pro" panose="020B0503020204020204" pitchFamily="34" charset="0"/>
            </a:endParaRP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C34A06C1-DDCF-EA4E-4A71-108665ED57A3}"/>
              </a:ext>
            </a:extLst>
          </p:cNvPr>
          <p:cNvSpPr/>
          <p:nvPr userDrawn="1"/>
        </p:nvSpPr>
        <p:spPr>
          <a:xfrm>
            <a:off x="4998085" y="1788796"/>
            <a:ext cx="440689" cy="3315842"/>
          </a:xfrm>
          <a:custGeom>
            <a:avLst/>
            <a:gdLst>
              <a:gd name="csX0" fmla="*/ 9017 w 440689"/>
              <a:gd name="csY0" fmla="*/ 0 h 3315842"/>
              <a:gd name="csX1" fmla="*/ 315468 w 440689"/>
              <a:gd name="csY1" fmla="*/ 331089 h 3315842"/>
              <a:gd name="csX2" fmla="*/ 440690 w 440689"/>
              <a:gd name="csY2" fmla="*/ 1656842 h 3315842"/>
              <a:gd name="csX3" fmla="*/ 315468 w 440689"/>
              <a:gd name="csY3" fmla="*/ 2982595 h 3315842"/>
              <a:gd name="csX4" fmla="*/ 0 w 440689"/>
              <a:gd name="csY4" fmla="*/ 3315843 h 33158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40689" h="3315842">
                <a:moveTo>
                  <a:pt x="9017" y="0"/>
                </a:moveTo>
                <a:cubicBezTo>
                  <a:pt x="167767" y="42418"/>
                  <a:pt x="274066" y="144526"/>
                  <a:pt x="315468" y="331089"/>
                </a:cubicBezTo>
                <a:cubicBezTo>
                  <a:pt x="396494" y="655193"/>
                  <a:pt x="440690" y="1133856"/>
                  <a:pt x="440690" y="1656842"/>
                </a:cubicBezTo>
                <a:cubicBezTo>
                  <a:pt x="440690" y="2179828"/>
                  <a:pt x="396494" y="2658491"/>
                  <a:pt x="315468" y="2982595"/>
                </a:cubicBezTo>
                <a:cubicBezTo>
                  <a:pt x="273304" y="3172587"/>
                  <a:pt x="163703" y="3274949"/>
                  <a:pt x="0" y="3315843"/>
                </a:cubicBezTo>
              </a:path>
            </a:pathLst>
          </a:custGeom>
          <a:noFill/>
          <a:ln w="19050" cap="flat">
            <a:solidFill>
              <a:schemeClr val="accent3"/>
            </a:solidFill>
            <a:prstDash val="solid"/>
            <a:round/>
          </a:ln>
        </p:spPr>
        <p:txBody>
          <a:bodyPr/>
          <a:lstStyle/>
          <a:p>
            <a:endParaRPr lang="pt-BR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3DCE5A91-37E0-1D90-0C7B-0678745BEDB5}"/>
              </a:ext>
            </a:extLst>
          </p:cNvPr>
          <p:cNvSpPr/>
          <p:nvPr userDrawn="1"/>
        </p:nvSpPr>
        <p:spPr>
          <a:xfrm>
            <a:off x="1859407" y="1655953"/>
            <a:ext cx="3147694" cy="3579367"/>
          </a:xfrm>
          <a:custGeom>
            <a:avLst/>
            <a:gdLst>
              <a:gd name="csX0" fmla="*/ 3147695 w 3147694"/>
              <a:gd name="csY0" fmla="*/ 132842 h 3579367"/>
              <a:gd name="csX1" fmla="*/ 3115437 w 3147694"/>
              <a:gd name="csY1" fmla="*/ 125222 h 3579367"/>
              <a:gd name="csX2" fmla="*/ 1789684 w 3147694"/>
              <a:gd name="csY2" fmla="*/ 0 h 3579367"/>
              <a:gd name="csX3" fmla="*/ 463931 w 3147694"/>
              <a:gd name="csY3" fmla="*/ 125222 h 3579367"/>
              <a:gd name="csX4" fmla="*/ 125222 w 3147694"/>
              <a:gd name="csY4" fmla="*/ 463931 h 3579367"/>
              <a:gd name="csX5" fmla="*/ 0 w 3147694"/>
              <a:gd name="csY5" fmla="*/ 1789684 h 3579367"/>
              <a:gd name="csX6" fmla="*/ 125222 w 3147694"/>
              <a:gd name="csY6" fmla="*/ 3115437 h 3579367"/>
              <a:gd name="csX7" fmla="*/ 463931 w 3147694"/>
              <a:gd name="csY7" fmla="*/ 3454146 h 3579367"/>
              <a:gd name="csX8" fmla="*/ 1789684 w 3147694"/>
              <a:gd name="csY8" fmla="*/ 3579368 h 3579367"/>
              <a:gd name="csX9" fmla="*/ 3115437 w 3147694"/>
              <a:gd name="csY9" fmla="*/ 3454146 h 3579367"/>
              <a:gd name="csX10" fmla="*/ 3138678 w 3147694"/>
              <a:gd name="csY10" fmla="*/ 3448685 h 35793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147694" h="3579367">
                <a:moveTo>
                  <a:pt x="3147695" y="132842"/>
                </a:moveTo>
                <a:cubicBezTo>
                  <a:pt x="3137154" y="130048"/>
                  <a:pt x="3126359" y="127508"/>
                  <a:pt x="3115437" y="125222"/>
                </a:cubicBezTo>
                <a:cubicBezTo>
                  <a:pt x="2806065" y="51562"/>
                  <a:pt x="2312670" y="0"/>
                  <a:pt x="1789684" y="0"/>
                </a:cubicBezTo>
                <a:cubicBezTo>
                  <a:pt x="1266698" y="0"/>
                  <a:pt x="773430" y="51562"/>
                  <a:pt x="463931" y="125222"/>
                </a:cubicBezTo>
                <a:cubicBezTo>
                  <a:pt x="287274" y="162052"/>
                  <a:pt x="169418" y="265049"/>
                  <a:pt x="125222" y="463931"/>
                </a:cubicBezTo>
                <a:cubicBezTo>
                  <a:pt x="44196" y="788035"/>
                  <a:pt x="0" y="1266698"/>
                  <a:pt x="0" y="1789684"/>
                </a:cubicBezTo>
                <a:cubicBezTo>
                  <a:pt x="0" y="2312670"/>
                  <a:pt x="44196" y="2791333"/>
                  <a:pt x="125222" y="3115437"/>
                </a:cubicBezTo>
                <a:cubicBezTo>
                  <a:pt x="169418" y="3314319"/>
                  <a:pt x="287274" y="3417316"/>
                  <a:pt x="463931" y="3454146"/>
                </a:cubicBezTo>
                <a:cubicBezTo>
                  <a:pt x="773303" y="3527806"/>
                  <a:pt x="1266698" y="3579368"/>
                  <a:pt x="1789684" y="3579368"/>
                </a:cubicBezTo>
                <a:cubicBezTo>
                  <a:pt x="2312670" y="3579368"/>
                  <a:pt x="2805938" y="3527806"/>
                  <a:pt x="3115437" y="3454146"/>
                </a:cubicBezTo>
                <a:cubicBezTo>
                  <a:pt x="3123311" y="3452495"/>
                  <a:pt x="3131058" y="3450590"/>
                  <a:pt x="3138678" y="3448685"/>
                </a:cubicBezTo>
              </a:path>
            </a:pathLst>
          </a:custGeom>
          <a:noFill/>
          <a:ln w="19050" cap="flat">
            <a:solidFill>
              <a:schemeClr val="accent6"/>
            </a:solidFill>
            <a:prstDash val="solid"/>
            <a:round/>
          </a:ln>
        </p:spPr>
        <p:txBody>
          <a:bodyPr/>
          <a:lstStyle/>
          <a:p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1DA08FEA-7819-9486-85BD-D476D146D177}"/>
              </a:ext>
            </a:extLst>
          </p:cNvPr>
          <p:cNvSpPr/>
          <p:nvPr userDrawn="1"/>
        </p:nvSpPr>
        <p:spPr>
          <a:xfrm>
            <a:off x="4998085" y="1788796"/>
            <a:ext cx="165608" cy="3315716"/>
          </a:xfrm>
          <a:custGeom>
            <a:avLst/>
            <a:gdLst>
              <a:gd name="csX0" fmla="*/ 9017 w 165608"/>
              <a:gd name="csY0" fmla="*/ 0 h 3315716"/>
              <a:gd name="csX1" fmla="*/ 11811 w 165608"/>
              <a:gd name="csY1" fmla="*/ 11049 h 3315716"/>
              <a:gd name="csX2" fmla="*/ 165608 w 165608"/>
              <a:gd name="csY2" fmla="*/ 1640205 h 3315716"/>
              <a:gd name="csX3" fmla="*/ 11811 w 165608"/>
              <a:gd name="csY3" fmla="*/ 3269361 h 3315716"/>
              <a:gd name="csX4" fmla="*/ 0 w 165608"/>
              <a:gd name="csY4" fmla="*/ 3315716 h 3315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5608" h="3315716">
                <a:moveTo>
                  <a:pt x="9017" y="0"/>
                </a:moveTo>
                <a:cubicBezTo>
                  <a:pt x="9906" y="3683"/>
                  <a:pt x="10922" y="7239"/>
                  <a:pt x="11811" y="11049"/>
                </a:cubicBezTo>
                <a:cubicBezTo>
                  <a:pt x="111379" y="409321"/>
                  <a:pt x="165608" y="997585"/>
                  <a:pt x="165608" y="1640205"/>
                </a:cubicBezTo>
                <a:cubicBezTo>
                  <a:pt x="165608" y="2282825"/>
                  <a:pt x="111379" y="2871089"/>
                  <a:pt x="11811" y="3269361"/>
                </a:cubicBezTo>
                <a:cubicBezTo>
                  <a:pt x="8255" y="3285363"/>
                  <a:pt x="4318" y="3300730"/>
                  <a:pt x="0" y="3315716"/>
                </a:cubicBezTo>
              </a:path>
            </a:pathLst>
          </a:custGeom>
          <a:noFill/>
          <a:ln w="19050" cap="flat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C4CFA365-39C9-7314-FE3D-5FF10FB49D5A}"/>
              </a:ext>
            </a:extLst>
          </p:cNvPr>
          <p:cNvSpPr/>
          <p:nvPr userDrawn="1"/>
        </p:nvSpPr>
        <p:spPr>
          <a:xfrm>
            <a:off x="765175" y="1229742"/>
            <a:ext cx="4241926" cy="4398517"/>
          </a:xfrm>
          <a:custGeom>
            <a:avLst/>
            <a:gdLst>
              <a:gd name="csX0" fmla="*/ 4241927 w 4241926"/>
              <a:gd name="csY0" fmla="*/ 559054 h 4398517"/>
              <a:gd name="csX1" fmla="*/ 3828415 w 4241926"/>
              <a:gd name="csY1" fmla="*/ 153797 h 4398517"/>
              <a:gd name="csX2" fmla="*/ 2199259 w 4241926"/>
              <a:gd name="csY2" fmla="*/ 0 h 4398517"/>
              <a:gd name="csX3" fmla="*/ 570103 w 4241926"/>
              <a:gd name="csY3" fmla="*/ 153797 h 4398517"/>
              <a:gd name="csX4" fmla="*/ 153797 w 4241926"/>
              <a:gd name="csY4" fmla="*/ 570103 h 4398517"/>
              <a:gd name="csX5" fmla="*/ 0 w 4241926"/>
              <a:gd name="csY5" fmla="*/ 2199259 h 4398517"/>
              <a:gd name="csX6" fmla="*/ 153797 w 4241926"/>
              <a:gd name="csY6" fmla="*/ 3828415 h 4398517"/>
              <a:gd name="csX7" fmla="*/ 570103 w 4241926"/>
              <a:gd name="csY7" fmla="*/ 4244721 h 4398517"/>
              <a:gd name="csX8" fmla="*/ 2199259 w 4241926"/>
              <a:gd name="csY8" fmla="*/ 4398518 h 4398517"/>
              <a:gd name="csX9" fmla="*/ 3828415 w 4241926"/>
              <a:gd name="csY9" fmla="*/ 4244721 h 4398517"/>
              <a:gd name="csX10" fmla="*/ 4232783 w 4241926"/>
              <a:gd name="csY10" fmla="*/ 3874770 h 43985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241926" h="4398517">
                <a:moveTo>
                  <a:pt x="4241927" y="559054"/>
                </a:moveTo>
                <a:cubicBezTo>
                  <a:pt x="4185666" y="322072"/>
                  <a:pt x="4042283" y="198374"/>
                  <a:pt x="3828415" y="153797"/>
                </a:cubicBezTo>
                <a:cubicBezTo>
                  <a:pt x="3448177" y="63246"/>
                  <a:pt x="2841879" y="0"/>
                  <a:pt x="2199259" y="0"/>
                </a:cubicBezTo>
                <a:cubicBezTo>
                  <a:pt x="1556639" y="0"/>
                  <a:pt x="950341" y="63246"/>
                  <a:pt x="570103" y="153797"/>
                </a:cubicBezTo>
                <a:cubicBezTo>
                  <a:pt x="352933" y="199009"/>
                  <a:pt x="208153" y="325628"/>
                  <a:pt x="153797" y="570103"/>
                </a:cubicBezTo>
                <a:cubicBezTo>
                  <a:pt x="54229" y="968375"/>
                  <a:pt x="0" y="1556639"/>
                  <a:pt x="0" y="2199259"/>
                </a:cubicBezTo>
                <a:cubicBezTo>
                  <a:pt x="0" y="2841879"/>
                  <a:pt x="54229" y="3430143"/>
                  <a:pt x="153797" y="3828415"/>
                </a:cubicBezTo>
                <a:cubicBezTo>
                  <a:pt x="208026" y="4072763"/>
                  <a:pt x="352933" y="4199382"/>
                  <a:pt x="570103" y="4244721"/>
                </a:cubicBezTo>
                <a:cubicBezTo>
                  <a:pt x="950341" y="4335272"/>
                  <a:pt x="1556639" y="4398518"/>
                  <a:pt x="2199259" y="4398518"/>
                </a:cubicBezTo>
                <a:cubicBezTo>
                  <a:pt x="2841879" y="4398518"/>
                  <a:pt x="3448177" y="4335272"/>
                  <a:pt x="3828415" y="4244721"/>
                </a:cubicBezTo>
                <a:cubicBezTo>
                  <a:pt x="4031361" y="4202430"/>
                  <a:pt x="4171061" y="4089019"/>
                  <a:pt x="4232783" y="3874770"/>
                </a:cubicBezTo>
              </a:path>
            </a:pathLst>
          </a:custGeom>
          <a:noFill/>
          <a:ln w="19050" cap="flat">
            <a:solidFill>
              <a:schemeClr val="bg1"/>
            </a:solidFill>
            <a:prstDash val="solid"/>
            <a:round/>
          </a:ln>
        </p:spPr>
        <p:txBody>
          <a:bodyPr/>
          <a:lstStyle/>
          <a:p>
            <a:endParaRPr lang="pt-BR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85674859-F439-FAF0-A81B-FCC6A7EBF2E0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B8E0FCE8-FF62-089F-2AFD-2CEC1719C3E2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FCB8A390-3A75-6454-1B4F-EC4D4A7A2D4B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25E0D921-B53C-2D16-DBFC-34BF38A8E778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10D98062-1C6B-59D8-1092-5D848DBAB014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723279FD-C162-0CD5-3F9C-B31BDF3444F0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753CEF2F-9E6A-F0B4-2969-6877A564C1FE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B691BDD8-5FC7-6B9A-D1FE-53AEF78EE104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24425D2E-10C2-7395-2708-5715F11591A3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6BD7A5DD-52B6-026C-4353-E330B6F4A103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FE667955-7040-0B3E-5B6F-317C6083800F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F371C8C5-2580-B27E-141E-66E5444030E6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685D9114-4D01-5471-F410-30987E692691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4312D50-07BC-6090-83E9-7C6E2A2B0713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16CD387D-26A2-BD85-B740-4B4C0B954F4D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FB6D0622-B6FA-5091-5276-EF9F9605892F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3CEA659A-FA33-5CB2-F8EF-6179ABEC7064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8B0CFCF3-D6EB-74DD-1F29-A1348A8DB6DF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8B2663B9-5681-F058-1549-DE839C75BFAB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D067A37A-D604-71E5-0AB0-238F91009825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802BC63D-6C5E-4D4E-79C3-0D5D1D29B4F4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E2E33216-9BBD-43BD-CC89-E476EA7ADDA4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CA8CD4E3-BA2E-B455-6D44-AA9CC7271A3B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C10D5396-CCDF-6B58-7781-8F84AB6B8245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32" name="Retângulo: Cantos Arredondados 31">
              <a:extLst>
                <a:ext uri="{FF2B5EF4-FFF2-40B4-BE49-F238E27FC236}">
                  <a16:creationId xmlns:a16="http://schemas.microsoft.com/office/drawing/2014/main" id="{954D070E-EBBE-D20A-4CF9-A8BA049ABEE6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3" name="Retângulo: Cantos Arredondados 32">
              <a:extLst>
                <a:ext uri="{FF2B5EF4-FFF2-40B4-BE49-F238E27FC236}">
                  <a16:creationId xmlns:a16="http://schemas.microsoft.com/office/drawing/2014/main" id="{7CCD8C9E-EB1B-DE32-2DD1-DF5F688569FE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35D58C0B-A511-E9BA-E056-6D30D967DA7F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A0666ECF-577C-6533-B9D0-7BD054ADDB79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  <p:sp>
        <p:nvSpPr>
          <p:cNvPr id="39" name="Espaço Reservado para Texto 19">
            <a:extLst>
              <a:ext uri="{FF2B5EF4-FFF2-40B4-BE49-F238E27FC236}">
                <a16:creationId xmlns:a16="http://schemas.microsoft.com/office/drawing/2014/main" id="{C5E138C9-0804-95FA-0B89-2F179295448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138174" y="3295206"/>
            <a:ext cx="4794122" cy="119109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200">
                <a:solidFill>
                  <a:schemeClr val="bg1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Exemplo de </a:t>
            </a:r>
            <a:br>
              <a:rPr lang="pt-BR"/>
            </a:br>
            <a:r>
              <a:rPr lang="pt-BR"/>
              <a:t>título da subcapa</a:t>
            </a:r>
          </a:p>
        </p:txBody>
      </p:sp>
    </p:spTree>
    <p:extLst>
      <p:ext uri="{BB962C8B-B14F-4D97-AF65-F5344CB8AC3E}">
        <p14:creationId xmlns:p14="http://schemas.microsoft.com/office/powerpoint/2010/main" val="11998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nexo 1 fundo cla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852E8BF8-8C95-38FB-3CF9-65FEBCAE82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0792"/>
          <a:stretch>
            <a:fillRect/>
          </a:stretch>
        </p:blipFill>
        <p:spPr>
          <a:xfrm>
            <a:off x="0" y="-1"/>
            <a:ext cx="12192000" cy="685799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47B6308-A75D-9CFD-6A37-4A3578DCF89E}"/>
              </a:ext>
            </a:extLst>
          </p:cNvPr>
          <p:cNvSpPr txBox="1">
            <a:spLocks/>
          </p:cNvSpPr>
          <p:nvPr userDrawn="1"/>
        </p:nvSpPr>
        <p:spPr>
          <a:xfrm>
            <a:off x="11083333" y="3221832"/>
            <a:ext cx="423862" cy="423862"/>
          </a:xfrm>
          <a:custGeom>
            <a:avLst/>
            <a:gdLst>
              <a:gd name="connsiteX0" fmla="*/ 489439 w 905044"/>
              <a:gd name="connsiteY0" fmla="*/ 629348 h 905044"/>
              <a:gd name="connsiteX1" fmla="*/ 506042 w 905044"/>
              <a:gd name="connsiteY1" fmla="*/ 630233 h 905044"/>
              <a:gd name="connsiteX2" fmla="*/ 506042 w 905044"/>
              <a:gd name="connsiteY2" fmla="*/ 648133 h 905044"/>
              <a:gd name="connsiteX3" fmla="*/ 466723 w 905044"/>
              <a:gd name="connsiteY3" fmla="*/ 688759 h 905044"/>
              <a:gd name="connsiteX4" fmla="*/ 433528 w 905044"/>
              <a:gd name="connsiteY4" fmla="*/ 661235 h 905044"/>
              <a:gd name="connsiteX5" fmla="*/ 489439 w 905044"/>
              <a:gd name="connsiteY5" fmla="*/ 629348 h 905044"/>
              <a:gd name="connsiteX6" fmla="*/ 602138 w 905044"/>
              <a:gd name="connsiteY6" fmla="*/ 503989 h 905044"/>
              <a:gd name="connsiteX7" fmla="*/ 602138 w 905044"/>
              <a:gd name="connsiteY7" fmla="*/ 651190 h 905044"/>
              <a:gd name="connsiteX8" fmla="*/ 678574 w 905044"/>
              <a:gd name="connsiteY8" fmla="*/ 736364 h 905044"/>
              <a:gd name="connsiteX9" fmla="*/ 739725 w 905044"/>
              <a:gd name="connsiteY9" fmla="*/ 706226 h 905044"/>
              <a:gd name="connsiteX10" fmla="*/ 740600 w 905044"/>
              <a:gd name="connsiteY10" fmla="*/ 730682 h 905044"/>
              <a:gd name="connsiteX11" fmla="*/ 804375 w 905044"/>
              <a:gd name="connsiteY11" fmla="*/ 730682 h 905044"/>
              <a:gd name="connsiteX12" fmla="*/ 804375 w 905044"/>
              <a:gd name="connsiteY12" fmla="*/ 503989 h 905044"/>
              <a:gd name="connsiteX13" fmla="*/ 737985 w 905044"/>
              <a:gd name="connsiteY13" fmla="*/ 503989 h 905044"/>
              <a:gd name="connsiteX14" fmla="*/ 737985 w 905044"/>
              <a:gd name="connsiteY14" fmla="*/ 637644 h 905044"/>
              <a:gd name="connsiteX15" fmla="*/ 702165 w 905044"/>
              <a:gd name="connsiteY15" fmla="*/ 682635 h 905044"/>
              <a:gd name="connsiteX16" fmla="*/ 668528 w 905044"/>
              <a:gd name="connsiteY16" fmla="*/ 640268 h 905044"/>
              <a:gd name="connsiteX17" fmla="*/ 668528 w 905044"/>
              <a:gd name="connsiteY17" fmla="*/ 503989 h 905044"/>
              <a:gd name="connsiteX18" fmla="*/ 99385 w 905044"/>
              <a:gd name="connsiteY18" fmla="*/ 503989 h 905044"/>
              <a:gd name="connsiteX19" fmla="*/ 99385 w 905044"/>
              <a:gd name="connsiteY19" fmla="*/ 730682 h 905044"/>
              <a:gd name="connsiteX20" fmla="*/ 165775 w 905044"/>
              <a:gd name="connsiteY20" fmla="*/ 730682 h 905044"/>
              <a:gd name="connsiteX21" fmla="*/ 165775 w 905044"/>
              <a:gd name="connsiteY21" fmla="*/ 503989 h 905044"/>
              <a:gd name="connsiteX22" fmla="*/ 468483 w 905044"/>
              <a:gd name="connsiteY22" fmla="*/ 498307 h 905044"/>
              <a:gd name="connsiteX23" fmla="*/ 381126 w 905044"/>
              <a:gd name="connsiteY23" fmla="*/ 513592 h 905044"/>
              <a:gd name="connsiteX24" fmla="*/ 381126 w 905044"/>
              <a:gd name="connsiteY24" fmla="*/ 566890 h 905044"/>
              <a:gd name="connsiteX25" fmla="*/ 458004 w 905044"/>
              <a:gd name="connsiteY25" fmla="*/ 550720 h 905044"/>
              <a:gd name="connsiteX26" fmla="*/ 505619 w 905044"/>
              <a:gd name="connsiteY26" fmla="*/ 589164 h 905044"/>
              <a:gd name="connsiteX27" fmla="*/ 483336 w 905044"/>
              <a:gd name="connsiteY27" fmla="*/ 588289 h 905044"/>
              <a:gd name="connsiteX28" fmla="*/ 369330 w 905044"/>
              <a:gd name="connsiteY28" fmla="*/ 666475 h 905044"/>
              <a:gd name="connsiteX29" fmla="*/ 447073 w 905044"/>
              <a:gd name="connsiteY29" fmla="*/ 736364 h 905044"/>
              <a:gd name="connsiteX30" fmla="*/ 506485 w 905044"/>
              <a:gd name="connsiteY30" fmla="*/ 707101 h 905044"/>
              <a:gd name="connsiteX31" fmla="*/ 507359 w 905044"/>
              <a:gd name="connsiteY31" fmla="*/ 730682 h 905044"/>
              <a:gd name="connsiteX32" fmla="*/ 569385 w 905044"/>
              <a:gd name="connsiteY32" fmla="*/ 730682 h 905044"/>
              <a:gd name="connsiteX33" fmla="*/ 569385 w 905044"/>
              <a:gd name="connsiteY33" fmla="*/ 597460 h 905044"/>
              <a:gd name="connsiteX34" fmla="*/ 468483 w 905044"/>
              <a:gd name="connsiteY34" fmla="*/ 498307 h 905044"/>
              <a:gd name="connsiteX35" fmla="*/ 290692 w 905044"/>
              <a:gd name="connsiteY35" fmla="*/ 435407 h 905044"/>
              <a:gd name="connsiteX36" fmla="*/ 224292 w 905044"/>
              <a:gd name="connsiteY36" fmla="*/ 447192 h 905044"/>
              <a:gd name="connsiteX37" fmla="*/ 224292 w 905044"/>
              <a:gd name="connsiteY37" fmla="*/ 503989 h 905044"/>
              <a:gd name="connsiteX38" fmla="*/ 191107 w 905044"/>
              <a:gd name="connsiteY38" fmla="*/ 503989 h 905044"/>
              <a:gd name="connsiteX39" fmla="*/ 191107 w 905044"/>
              <a:gd name="connsiteY39" fmla="*/ 555526 h 905044"/>
              <a:gd name="connsiteX40" fmla="*/ 224302 w 905044"/>
              <a:gd name="connsiteY40" fmla="*/ 555526 h 905044"/>
              <a:gd name="connsiteX41" fmla="*/ 224302 w 905044"/>
              <a:gd name="connsiteY41" fmla="*/ 652497 h 905044"/>
              <a:gd name="connsiteX42" fmla="*/ 304237 w 905044"/>
              <a:gd name="connsiteY42" fmla="*/ 735057 h 905044"/>
              <a:gd name="connsiteX43" fmla="*/ 345296 w 905044"/>
              <a:gd name="connsiteY43" fmla="*/ 730682 h 905044"/>
              <a:gd name="connsiteX44" fmla="*/ 345296 w 905044"/>
              <a:gd name="connsiteY44" fmla="*/ 680020 h 905044"/>
              <a:gd name="connsiteX45" fmla="*/ 321704 w 905044"/>
              <a:gd name="connsiteY45" fmla="*/ 682635 h 905044"/>
              <a:gd name="connsiteX46" fmla="*/ 290692 w 905044"/>
              <a:gd name="connsiteY46" fmla="*/ 648122 h 905044"/>
              <a:gd name="connsiteX47" fmla="*/ 290692 w 905044"/>
              <a:gd name="connsiteY47" fmla="*/ 555526 h 905044"/>
              <a:gd name="connsiteX48" fmla="*/ 348343 w 905044"/>
              <a:gd name="connsiteY48" fmla="*/ 555526 h 905044"/>
              <a:gd name="connsiteX49" fmla="*/ 348343 w 905044"/>
              <a:gd name="connsiteY49" fmla="*/ 503989 h 905044"/>
              <a:gd name="connsiteX50" fmla="*/ 290692 w 905044"/>
              <a:gd name="connsiteY50" fmla="*/ 503989 h 905044"/>
              <a:gd name="connsiteX51" fmla="*/ 761999 w 905044"/>
              <a:gd name="connsiteY51" fmla="*/ 415758 h 905044"/>
              <a:gd name="connsiteX52" fmla="*/ 651493 w 905044"/>
              <a:gd name="connsiteY52" fmla="*/ 435417 h 905044"/>
              <a:gd name="connsiteX53" fmla="*/ 651493 w 905044"/>
              <a:gd name="connsiteY53" fmla="*/ 473419 h 905044"/>
              <a:gd name="connsiteX54" fmla="*/ 761999 w 905044"/>
              <a:gd name="connsiteY54" fmla="*/ 473419 h 905044"/>
              <a:gd name="connsiteX55" fmla="*/ 761999 w 905044"/>
              <a:gd name="connsiteY55" fmla="*/ 473409 h 905044"/>
              <a:gd name="connsiteX56" fmla="*/ 132580 w 905044"/>
              <a:gd name="connsiteY56" fmla="*/ 404394 h 905044"/>
              <a:gd name="connsiteX57" fmla="*/ 93271 w 905044"/>
              <a:gd name="connsiteY57" fmla="*/ 442396 h 905044"/>
              <a:gd name="connsiteX58" fmla="*/ 132580 w 905044"/>
              <a:gd name="connsiteY58" fmla="*/ 480398 h 905044"/>
              <a:gd name="connsiteX59" fmla="*/ 171899 w 905044"/>
              <a:gd name="connsiteY59" fmla="*/ 442396 h 905044"/>
              <a:gd name="connsiteX60" fmla="*/ 132580 w 905044"/>
              <a:gd name="connsiteY60" fmla="*/ 404394 h 905044"/>
              <a:gd name="connsiteX61" fmla="*/ 452522 w 905044"/>
              <a:gd name="connsiteY61" fmla="*/ 0 h 905044"/>
              <a:gd name="connsiteX62" fmla="*/ 787720 w 905044"/>
              <a:gd name="connsiteY62" fmla="*/ 31656 h 905044"/>
              <a:gd name="connsiteX63" fmla="*/ 873388 w 905044"/>
              <a:gd name="connsiteY63" fmla="*/ 117324 h 905044"/>
              <a:gd name="connsiteX64" fmla="*/ 905044 w 905044"/>
              <a:gd name="connsiteY64" fmla="*/ 452523 h 905044"/>
              <a:gd name="connsiteX65" fmla="*/ 873388 w 905044"/>
              <a:gd name="connsiteY65" fmla="*/ 787720 h 905044"/>
              <a:gd name="connsiteX66" fmla="*/ 787720 w 905044"/>
              <a:gd name="connsiteY66" fmla="*/ 873388 h 905044"/>
              <a:gd name="connsiteX67" fmla="*/ 452522 w 905044"/>
              <a:gd name="connsiteY67" fmla="*/ 905044 h 905044"/>
              <a:gd name="connsiteX68" fmla="*/ 117324 w 905044"/>
              <a:gd name="connsiteY68" fmla="*/ 873388 h 905044"/>
              <a:gd name="connsiteX69" fmla="*/ 31656 w 905044"/>
              <a:gd name="connsiteY69" fmla="*/ 787720 h 905044"/>
              <a:gd name="connsiteX70" fmla="*/ 0 w 905044"/>
              <a:gd name="connsiteY70" fmla="*/ 452523 h 905044"/>
              <a:gd name="connsiteX71" fmla="*/ 31656 w 905044"/>
              <a:gd name="connsiteY71" fmla="*/ 117324 h 905044"/>
              <a:gd name="connsiteX72" fmla="*/ 117324 w 905044"/>
              <a:gd name="connsiteY72" fmla="*/ 31656 h 905044"/>
              <a:gd name="connsiteX73" fmla="*/ 452522 w 905044"/>
              <a:gd name="connsiteY73" fmla="*/ 0 h 90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905044" h="905044">
                <a:moveTo>
                  <a:pt x="489439" y="629348"/>
                </a:moveTo>
                <a:cubicBezTo>
                  <a:pt x="494679" y="629348"/>
                  <a:pt x="502985" y="629791"/>
                  <a:pt x="506042" y="630233"/>
                </a:cubicBezTo>
                <a:lnTo>
                  <a:pt x="506042" y="648133"/>
                </a:lnTo>
                <a:cubicBezTo>
                  <a:pt x="506042" y="672167"/>
                  <a:pt x="489872" y="688759"/>
                  <a:pt x="466723" y="688759"/>
                </a:cubicBezTo>
                <a:cubicBezTo>
                  <a:pt x="446189" y="688759"/>
                  <a:pt x="433528" y="679588"/>
                  <a:pt x="433528" y="661235"/>
                </a:cubicBezTo>
                <a:cubicBezTo>
                  <a:pt x="433528" y="640268"/>
                  <a:pt x="453630" y="629348"/>
                  <a:pt x="489439" y="629348"/>
                </a:cubicBezTo>
                <a:close/>
                <a:moveTo>
                  <a:pt x="602138" y="503989"/>
                </a:moveTo>
                <a:lnTo>
                  <a:pt x="602138" y="651190"/>
                </a:lnTo>
                <a:cubicBezTo>
                  <a:pt x="602148" y="703169"/>
                  <a:pt x="631844" y="736364"/>
                  <a:pt x="678574" y="736364"/>
                </a:cubicBezTo>
                <a:cubicBezTo>
                  <a:pt x="706097" y="736364"/>
                  <a:pt x="724882" y="726308"/>
                  <a:pt x="739725" y="706226"/>
                </a:cubicBezTo>
                <a:lnTo>
                  <a:pt x="740600" y="730682"/>
                </a:lnTo>
                <a:lnTo>
                  <a:pt x="804375" y="730682"/>
                </a:lnTo>
                <a:lnTo>
                  <a:pt x="804375" y="503989"/>
                </a:lnTo>
                <a:lnTo>
                  <a:pt x="737985" y="503989"/>
                </a:lnTo>
                <a:lnTo>
                  <a:pt x="737985" y="637644"/>
                </a:lnTo>
                <a:cubicBezTo>
                  <a:pt x="737985" y="665167"/>
                  <a:pt x="724439" y="682635"/>
                  <a:pt x="702165" y="682635"/>
                </a:cubicBezTo>
                <a:cubicBezTo>
                  <a:pt x="680324" y="682635"/>
                  <a:pt x="668528" y="667782"/>
                  <a:pt x="668528" y="640268"/>
                </a:cubicBezTo>
                <a:lnTo>
                  <a:pt x="668528" y="503989"/>
                </a:lnTo>
                <a:close/>
                <a:moveTo>
                  <a:pt x="99385" y="503989"/>
                </a:moveTo>
                <a:lnTo>
                  <a:pt x="99385" y="730682"/>
                </a:lnTo>
                <a:lnTo>
                  <a:pt x="165775" y="730682"/>
                </a:lnTo>
                <a:lnTo>
                  <a:pt x="165775" y="503989"/>
                </a:lnTo>
                <a:close/>
                <a:moveTo>
                  <a:pt x="468483" y="498307"/>
                </a:moveTo>
                <a:cubicBezTo>
                  <a:pt x="435298" y="498307"/>
                  <a:pt x="407775" y="503547"/>
                  <a:pt x="381126" y="513592"/>
                </a:cubicBezTo>
                <a:lnTo>
                  <a:pt x="381126" y="566890"/>
                </a:lnTo>
                <a:cubicBezTo>
                  <a:pt x="407332" y="556834"/>
                  <a:pt x="433538" y="550720"/>
                  <a:pt x="458004" y="550720"/>
                </a:cubicBezTo>
                <a:cubicBezTo>
                  <a:pt x="488575" y="550720"/>
                  <a:pt x="505619" y="564697"/>
                  <a:pt x="505619" y="589164"/>
                </a:cubicBezTo>
                <a:cubicBezTo>
                  <a:pt x="500381" y="588731"/>
                  <a:pt x="491642" y="588289"/>
                  <a:pt x="483336" y="588289"/>
                </a:cubicBezTo>
                <a:cubicBezTo>
                  <a:pt x="413446" y="588289"/>
                  <a:pt x="369330" y="617120"/>
                  <a:pt x="369330" y="666475"/>
                </a:cubicBezTo>
                <a:cubicBezTo>
                  <a:pt x="369320" y="709283"/>
                  <a:pt x="399458" y="736364"/>
                  <a:pt x="447073" y="736364"/>
                </a:cubicBezTo>
                <a:cubicBezTo>
                  <a:pt x="473722" y="736364"/>
                  <a:pt x="492939" y="725443"/>
                  <a:pt x="506485" y="707101"/>
                </a:cubicBezTo>
                <a:lnTo>
                  <a:pt x="507359" y="730682"/>
                </a:lnTo>
                <a:lnTo>
                  <a:pt x="569385" y="730682"/>
                </a:lnTo>
                <a:lnTo>
                  <a:pt x="569385" y="597460"/>
                </a:lnTo>
                <a:cubicBezTo>
                  <a:pt x="569385" y="532820"/>
                  <a:pt x="533133" y="498307"/>
                  <a:pt x="468483" y="498307"/>
                </a:cubicBezTo>
                <a:close/>
                <a:moveTo>
                  <a:pt x="290692" y="435407"/>
                </a:moveTo>
                <a:lnTo>
                  <a:pt x="224292" y="447192"/>
                </a:lnTo>
                <a:lnTo>
                  <a:pt x="224292" y="503989"/>
                </a:lnTo>
                <a:lnTo>
                  <a:pt x="191107" y="503989"/>
                </a:lnTo>
                <a:lnTo>
                  <a:pt x="191107" y="555526"/>
                </a:lnTo>
                <a:lnTo>
                  <a:pt x="224302" y="555526"/>
                </a:lnTo>
                <a:lnTo>
                  <a:pt x="224302" y="652497"/>
                </a:lnTo>
                <a:cubicBezTo>
                  <a:pt x="224302" y="707534"/>
                  <a:pt x="253142" y="735057"/>
                  <a:pt x="304237" y="735057"/>
                </a:cubicBezTo>
                <a:cubicBezTo>
                  <a:pt x="322589" y="735057"/>
                  <a:pt x="337875" y="732865"/>
                  <a:pt x="345296" y="730682"/>
                </a:cubicBezTo>
                <a:lnTo>
                  <a:pt x="345296" y="680020"/>
                </a:lnTo>
                <a:cubicBezTo>
                  <a:pt x="340489" y="681328"/>
                  <a:pt x="331751" y="682635"/>
                  <a:pt x="321704" y="682635"/>
                </a:cubicBezTo>
                <a:cubicBezTo>
                  <a:pt x="300305" y="682635"/>
                  <a:pt x="290692" y="672157"/>
                  <a:pt x="290692" y="648122"/>
                </a:cubicBezTo>
                <a:lnTo>
                  <a:pt x="290692" y="555526"/>
                </a:lnTo>
                <a:lnTo>
                  <a:pt x="348343" y="555526"/>
                </a:lnTo>
                <a:lnTo>
                  <a:pt x="348343" y="503989"/>
                </a:lnTo>
                <a:lnTo>
                  <a:pt x="290692" y="503989"/>
                </a:lnTo>
                <a:close/>
                <a:moveTo>
                  <a:pt x="761999" y="415758"/>
                </a:moveTo>
                <a:lnTo>
                  <a:pt x="651493" y="435417"/>
                </a:lnTo>
                <a:lnTo>
                  <a:pt x="651493" y="473419"/>
                </a:lnTo>
                <a:lnTo>
                  <a:pt x="761999" y="473419"/>
                </a:lnTo>
                <a:lnTo>
                  <a:pt x="761999" y="473409"/>
                </a:lnTo>
                <a:close/>
                <a:moveTo>
                  <a:pt x="132580" y="404394"/>
                </a:moveTo>
                <a:cubicBezTo>
                  <a:pt x="109431" y="404394"/>
                  <a:pt x="93271" y="420122"/>
                  <a:pt x="93271" y="442396"/>
                </a:cubicBezTo>
                <a:cubicBezTo>
                  <a:pt x="93271" y="465112"/>
                  <a:pt x="109431" y="480398"/>
                  <a:pt x="132580" y="480398"/>
                </a:cubicBezTo>
                <a:cubicBezTo>
                  <a:pt x="155739" y="480398"/>
                  <a:pt x="171899" y="464680"/>
                  <a:pt x="171899" y="442396"/>
                </a:cubicBezTo>
                <a:cubicBezTo>
                  <a:pt x="171899" y="419679"/>
                  <a:pt x="155739" y="404394"/>
                  <a:pt x="132580" y="404394"/>
                </a:cubicBezTo>
                <a:close/>
                <a:moveTo>
                  <a:pt x="452522" y="0"/>
                </a:moveTo>
                <a:cubicBezTo>
                  <a:pt x="584739" y="0"/>
                  <a:pt x="705784" y="11172"/>
                  <a:pt x="787720" y="31656"/>
                </a:cubicBezTo>
                <a:cubicBezTo>
                  <a:pt x="838000" y="42829"/>
                  <a:pt x="864076" y="72625"/>
                  <a:pt x="873388" y="117324"/>
                </a:cubicBezTo>
                <a:cubicBezTo>
                  <a:pt x="892012" y="195530"/>
                  <a:pt x="905044" y="320305"/>
                  <a:pt x="905044" y="452523"/>
                </a:cubicBezTo>
                <a:cubicBezTo>
                  <a:pt x="905044" y="584739"/>
                  <a:pt x="892012" y="709514"/>
                  <a:pt x="873388" y="787720"/>
                </a:cubicBezTo>
                <a:cubicBezTo>
                  <a:pt x="864076" y="832409"/>
                  <a:pt x="838000" y="862205"/>
                  <a:pt x="787720" y="873388"/>
                </a:cubicBezTo>
                <a:cubicBezTo>
                  <a:pt x="705784" y="893872"/>
                  <a:pt x="584739" y="905044"/>
                  <a:pt x="452522" y="905044"/>
                </a:cubicBezTo>
                <a:cubicBezTo>
                  <a:pt x="320305" y="905044"/>
                  <a:pt x="199260" y="893872"/>
                  <a:pt x="117324" y="873388"/>
                </a:cubicBezTo>
                <a:cubicBezTo>
                  <a:pt x="67044" y="862215"/>
                  <a:pt x="40969" y="832419"/>
                  <a:pt x="31656" y="787720"/>
                </a:cubicBezTo>
                <a:cubicBezTo>
                  <a:pt x="13032" y="709514"/>
                  <a:pt x="0" y="584739"/>
                  <a:pt x="0" y="452523"/>
                </a:cubicBezTo>
                <a:cubicBezTo>
                  <a:pt x="0" y="320305"/>
                  <a:pt x="13032" y="195530"/>
                  <a:pt x="31656" y="117324"/>
                </a:cubicBezTo>
                <a:cubicBezTo>
                  <a:pt x="40969" y="72635"/>
                  <a:pt x="67044" y="42839"/>
                  <a:pt x="117324" y="31656"/>
                </a:cubicBezTo>
                <a:cubicBezTo>
                  <a:pt x="199260" y="11172"/>
                  <a:pt x="320305" y="0"/>
                  <a:pt x="45252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0" marR="0" lvl="3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Itau Display Pro" panose="020B0503020204020204" pitchFamily="34" charset="0"/>
              <a:ea typeface="+mn-ea"/>
              <a:cs typeface="Itau Display Pro" panose="020B0503020204020204" pitchFamily="34" charset="0"/>
            </a:endParaRPr>
          </a:p>
        </p:txBody>
      </p:sp>
      <p:sp>
        <p:nvSpPr>
          <p:cNvPr id="5" name="Espaço Reservado para Texto 19">
            <a:extLst>
              <a:ext uri="{FF2B5EF4-FFF2-40B4-BE49-F238E27FC236}">
                <a16:creationId xmlns:a16="http://schemas.microsoft.com/office/drawing/2014/main" id="{949C2FAC-F640-087F-912E-F1D29637ED2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637052" y="3057138"/>
            <a:ext cx="3178662" cy="86491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75000"/>
              </a:lnSpc>
              <a:spcBef>
                <a:spcPts val="0"/>
              </a:spcBef>
              <a:buNone/>
              <a:defRPr sz="6600" spc="-150">
                <a:solidFill>
                  <a:schemeClr val="accent4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Anexos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E9CABA36-AD79-F3AF-B9F0-0666F27EF90C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EFAE7457-8E79-EC34-9DC3-0CF2488498B3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1900971F-E020-7581-EA69-179EB1C3B7BA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3CD0FC0B-7402-A5AB-CF53-E89D30FE084C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CC50FA9D-416B-7D3B-DB39-6CD90589893B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D49CA1E4-02DA-B76D-D85E-583839008E28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6D15E4D9-856A-0E9A-48FD-53F4B910A6E8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D741F402-2B45-8C9C-3994-DB0023BB7965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4334A8E9-CE21-5183-AA3C-E825595E82FA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9D731AD6-C0B8-97F6-C92D-A7FFB489CE57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A532CF6B-1577-BDDF-C780-6B1012AED39D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4CFD7895-795B-4CB5-8152-A8B69E7EF98E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27367968-C8E0-7C8D-4026-BF43075878CD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8426860-E29B-A5D0-6FD2-7C65D4F52D01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64B3E3E6-3201-FAD3-0B42-5A34C86E1F4E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4B91D01F-38ED-EB6C-89F3-F9107CA6252B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4C857BC0-BFC5-AED6-AE57-3115FBADA681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95B3BA3C-AB4F-7411-8720-B0A4787242D0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0BA02F94-BB69-6E7A-FB3A-69964B6DE1C5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E78CB2FF-46D1-E8B8-BA04-1D836FB5C27B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D5E34DC1-10C2-AB2A-FC67-D181AE53A1F7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37161BE8-6816-C41E-5258-2E1E82BC7AFC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08CFA92C-D623-A24C-2483-A5D4FF3C1FD6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EF7ACBBD-47A8-4879-35C4-3CFFE4B46551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16C0B629-D10F-9631-93F2-21A2955914ED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2CBD0FAE-2FA6-DC3A-5977-FCACD5587948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16EE0AA4-977C-2A0B-B938-C3BF67029B4A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AFA29AC7-F0B1-5103-FEEC-D6A54C0E412B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  <p:sp>
        <p:nvSpPr>
          <p:cNvPr id="33" name="Espaço Reservado para Texto 40">
            <a:extLst>
              <a:ext uri="{FF2B5EF4-FFF2-40B4-BE49-F238E27FC236}">
                <a16:creationId xmlns:a16="http://schemas.microsoft.com/office/drawing/2014/main" id="{E7519486-76C6-CB07-72D7-B68771F7AA41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637052" y="3840387"/>
            <a:ext cx="3238500" cy="349250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Cap. X |  Título do Capítulo</a:t>
            </a:r>
          </a:p>
        </p:txBody>
      </p:sp>
    </p:spTree>
    <p:extLst>
      <p:ext uri="{BB962C8B-B14F-4D97-AF65-F5344CB8AC3E}">
        <p14:creationId xmlns:p14="http://schemas.microsoft.com/office/powerpoint/2010/main" val="1543694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nexo 2 fundo clar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ráfico 32">
            <a:extLst>
              <a:ext uri="{FF2B5EF4-FFF2-40B4-BE49-F238E27FC236}">
                <a16:creationId xmlns:a16="http://schemas.microsoft.com/office/drawing/2014/main" id="{07C8CFC2-C38C-42C4-3A51-5E1D949F17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268" r="19376" b="6433"/>
          <a:stretch>
            <a:fillRect/>
          </a:stretch>
        </p:blipFill>
        <p:spPr>
          <a:xfrm>
            <a:off x="-1" y="0"/>
            <a:ext cx="12215455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F2BEB54-902B-833A-1ADF-8358AF24C053}"/>
              </a:ext>
            </a:extLst>
          </p:cNvPr>
          <p:cNvSpPr txBox="1">
            <a:spLocks/>
          </p:cNvSpPr>
          <p:nvPr userDrawn="1"/>
        </p:nvSpPr>
        <p:spPr>
          <a:xfrm>
            <a:off x="1265011" y="1478275"/>
            <a:ext cx="410966" cy="410966"/>
          </a:xfrm>
          <a:custGeom>
            <a:avLst/>
            <a:gdLst>
              <a:gd name="connsiteX0" fmla="*/ 489439 w 905044"/>
              <a:gd name="connsiteY0" fmla="*/ 629348 h 905044"/>
              <a:gd name="connsiteX1" fmla="*/ 506042 w 905044"/>
              <a:gd name="connsiteY1" fmla="*/ 630233 h 905044"/>
              <a:gd name="connsiteX2" fmla="*/ 506042 w 905044"/>
              <a:gd name="connsiteY2" fmla="*/ 648133 h 905044"/>
              <a:gd name="connsiteX3" fmla="*/ 466723 w 905044"/>
              <a:gd name="connsiteY3" fmla="*/ 688759 h 905044"/>
              <a:gd name="connsiteX4" fmla="*/ 433528 w 905044"/>
              <a:gd name="connsiteY4" fmla="*/ 661235 h 905044"/>
              <a:gd name="connsiteX5" fmla="*/ 489439 w 905044"/>
              <a:gd name="connsiteY5" fmla="*/ 629348 h 905044"/>
              <a:gd name="connsiteX6" fmla="*/ 602138 w 905044"/>
              <a:gd name="connsiteY6" fmla="*/ 503989 h 905044"/>
              <a:gd name="connsiteX7" fmla="*/ 602138 w 905044"/>
              <a:gd name="connsiteY7" fmla="*/ 651190 h 905044"/>
              <a:gd name="connsiteX8" fmla="*/ 678574 w 905044"/>
              <a:gd name="connsiteY8" fmla="*/ 736364 h 905044"/>
              <a:gd name="connsiteX9" fmla="*/ 739725 w 905044"/>
              <a:gd name="connsiteY9" fmla="*/ 706226 h 905044"/>
              <a:gd name="connsiteX10" fmla="*/ 740600 w 905044"/>
              <a:gd name="connsiteY10" fmla="*/ 730682 h 905044"/>
              <a:gd name="connsiteX11" fmla="*/ 804375 w 905044"/>
              <a:gd name="connsiteY11" fmla="*/ 730682 h 905044"/>
              <a:gd name="connsiteX12" fmla="*/ 804375 w 905044"/>
              <a:gd name="connsiteY12" fmla="*/ 503989 h 905044"/>
              <a:gd name="connsiteX13" fmla="*/ 737985 w 905044"/>
              <a:gd name="connsiteY13" fmla="*/ 503989 h 905044"/>
              <a:gd name="connsiteX14" fmla="*/ 737985 w 905044"/>
              <a:gd name="connsiteY14" fmla="*/ 637644 h 905044"/>
              <a:gd name="connsiteX15" fmla="*/ 702165 w 905044"/>
              <a:gd name="connsiteY15" fmla="*/ 682635 h 905044"/>
              <a:gd name="connsiteX16" fmla="*/ 668528 w 905044"/>
              <a:gd name="connsiteY16" fmla="*/ 640268 h 905044"/>
              <a:gd name="connsiteX17" fmla="*/ 668528 w 905044"/>
              <a:gd name="connsiteY17" fmla="*/ 503989 h 905044"/>
              <a:gd name="connsiteX18" fmla="*/ 99385 w 905044"/>
              <a:gd name="connsiteY18" fmla="*/ 503989 h 905044"/>
              <a:gd name="connsiteX19" fmla="*/ 99385 w 905044"/>
              <a:gd name="connsiteY19" fmla="*/ 730682 h 905044"/>
              <a:gd name="connsiteX20" fmla="*/ 165775 w 905044"/>
              <a:gd name="connsiteY20" fmla="*/ 730682 h 905044"/>
              <a:gd name="connsiteX21" fmla="*/ 165775 w 905044"/>
              <a:gd name="connsiteY21" fmla="*/ 503989 h 905044"/>
              <a:gd name="connsiteX22" fmla="*/ 468483 w 905044"/>
              <a:gd name="connsiteY22" fmla="*/ 498307 h 905044"/>
              <a:gd name="connsiteX23" fmla="*/ 381126 w 905044"/>
              <a:gd name="connsiteY23" fmla="*/ 513592 h 905044"/>
              <a:gd name="connsiteX24" fmla="*/ 381126 w 905044"/>
              <a:gd name="connsiteY24" fmla="*/ 566890 h 905044"/>
              <a:gd name="connsiteX25" fmla="*/ 458004 w 905044"/>
              <a:gd name="connsiteY25" fmla="*/ 550720 h 905044"/>
              <a:gd name="connsiteX26" fmla="*/ 505619 w 905044"/>
              <a:gd name="connsiteY26" fmla="*/ 589164 h 905044"/>
              <a:gd name="connsiteX27" fmla="*/ 483336 w 905044"/>
              <a:gd name="connsiteY27" fmla="*/ 588289 h 905044"/>
              <a:gd name="connsiteX28" fmla="*/ 369330 w 905044"/>
              <a:gd name="connsiteY28" fmla="*/ 666475 h 905044"/>
              <a:gd name="connsiteX29" fmla="*/ 447073 w 905044"/>
              <a:gd name="connsiteY29" fmla="*/ 736364 h 905044"/>
              <a:gd name="connsiteX30" fmla="*/ 506485 w 905044"/>
              <a:gd name="connsiteY30" fmla="*/ 707101 h 905044"/>
              <a:gd name="connsiteX31" fmla="*/ 507359 w 905044"/>
              <a:gd name="connsiteY31" fmla="*/ 730682 h 905044"/>
              <a:gd name="connsiteX32" fmla="*/ 569385 w 905044"/>
              <a:gd name="connsiteY32" fmla="*/ 730682 h 905044"/>
              <a:gd name="connsiteX33" fmla="*/ 569385 w 905044"/>
              <a:gd name="connsiteY33" fmla="*/ 597460 h 905044"/>
              <a:gd name="connsiteX34" fmla="*/ 468483 w 905044"/>
              <a:gd name="connsiteY34" fmla="*/ 498307 h 905044"/>
              <a:gd name="connsiteX35" fmla="*/ 290692 w 905044"/>
              <a:gd name="connsiteY35" fmla="*/ 435407 h 905044"/>
              <a:gd name="connsiteX36" fmla="*/ 224292 w 905044"/>
              <a:gd name="connsiteY36" fmla="*/ 447192 h 905044"/>
              <a:gd name="connsiteX37" fmla="*/ 224292 w 905044"/>
              <a:gd name="connsiteY37" fmla="*/ 503989 h 905044"/>
              <a:gd name="connsiteX38" fmla="*/ 191107 w 905044"/>
              <a:gd name="connsiteY38" fmla="*/ 503989 h 905044"/>
              <a:gd name="connsiteX39" fmla="*/ 191107 w 905044"/>
              <a:gd name="connsiteY39" fmla="*/ 555526 h 905044"/>
              <a:gd name="connsiteX40" fmla="*/ 224302 w 905044"/>
              <a:gd name="connsiteY40" fmla="*/ 555526 h 905044"/>
              <a:gd name="connsiteX41" fmla="*/ 224302 w 905044"/>
              <a:gd name="connsiteY41" fmla="*/ 652497 h 905044"/>
              <a:gd name="connsiteX42" fmla="*/ 304237 w 905044"/>
              <a:gd name="connsiteY42" fmla="*/ 735057 h 905044"/>
              <a:gd name="connsiteX43" fmla="*/ 345296 w 905044"/>
              <a:gd name="connsiteY43" fmla="*/ 730682 h 905044"/>
              <a:gd name="connsiteX44" fmla="*/ 345296 w 905044"/>
              <a:gd name="connsiteY44" fmla="*/ 680020 h 905044"/>
              <a:gd name="connsiteX45" fmla="*/ 321704 w 905044"/>
              <a:gd name="connsiteY45" fmla="*/ 682635 h 905044"/>
              <a:gd name="connsiteX46" fmla="*/ 290692 w 905044"/>
              <a:gd name="connsiteY46" fmla="*/ 648122 h 905044"/>
              <a:gd name="connsiteX47" fmla="*/ 290692 w 905044"/>
              <a:gd name="connsiteY47" fmla="*/ 555526 h 905044"/>
              <a:gd name="connsiteX48" fmla="*/ 348343 w 905044"/>
              <a:gd name="connsiteY48" fmla="*/ 555526 h 905044"/>
              <a:gd name="connsiteX49" fmla="*/ 348343 w 905044"/>
              <a:gd name="connsiteY49" fmla="*/ 503989 h 905044"/>
              <a:gd name="connsiteX50" fmla="*/ 290692 w 905044"/>
              <a:gd name="connsiteY50" fmla="*/ 503989 h 905044"/>
              <a:gd name="connsiteX51" fmla="*/ 761999 w 905044"/>
              <a:gd name="connsiteY51" fmla="*/ 415758 h 905044"/>
              <a:gd name="connsiteX52" fmla="*/ 651493 w 905044"/>
              <a:gd name="connsiteY52" fmla="*/ 435417 h 905044"/>
              <a:gd name="connsiteX53" fmla="*/ 651493 w 905044"/>
              <a:gd name="connsiteY53" fmla="*/ 473419 h 905044"/>
              <a:gd name="connsiteX54" fmla="*/ 761999 w 905044"/>
              <a:gd name="connsiteY54" fmla="*/ 473419 h 905044"/>
              <a:gd name="connsiteX55" fmla="*/ 761999 w 905044"/>
              <a:gd name="connsiteY55" fmla="*/ 473409 h 905044"/>
              <a:gd name="connsiteX56" fmla="*/ 132580 w 905044"/>
              <a:gd name="connsiteY56" fmla="*/ 404394 h 905044"/>
              <a:gd name="connsiteX57" fmla="*/ 93271 w 905044"/>
              <a:gd name="connsiteY57" fmla="*/ 442396 h 905044"/>
              <a:gd name="connsiteX58" fmla="*/ 132580 w 905044"/>
              <a:gd name="connsiteY58" fmla="*/ 480398 h 905044"/>
              <a:gd name="connsiteX59" fmla="*/ 171899 w 905044"/>
              <a:gd name="connsiteY59" fmla="*/ 442396 h 905044"/>
              <a:gd name="connsiteX60" fmla="*/ 132580 w 905044"/>
              <a:gd name="connsiteY60" fmla="*/ 404394 h 905044"/>
              <a:gd name="connsiteX61" fmla="*/ 452522 w 905044"/>
              <a:gd name="connsiteY61" fmla="*/ 0 h 905044"/>
              <a:gd name="connsiteX62" fmla="*/ 787720 w 905044"/>
              <a:gd name="connsiteY62" fmla="*/ 31656 h 905044"/>
              <a:gd name="connsiteX63" fmla="*/ 873388 w 905044"/>
              <a:gd name="connsiteY63" fmla="*/ 117324 h 905044"/>
              <a:gd name="connsiteX64" fmla="*/ 905044 w 905044"/>
              <a:gd name="connsiteY64" fmla="*/ 452523 h 905044"/>
              <a:gd name="connsiteX65" fmla="*/ 873388 w 905044"/>
              <a:gd name="connsiteY65" fmla="*/ 787720 h 905044"/>
              <a:gd name="connsiteX66" fmla="*/ 787720 w 905044"/>
              <a:gd name="connsiteY66" fmla="*/ 873388 h 905044"/>
              <a:gd name="connsiteX67" fmla="*/ 452522 w 905044"/>
              <a:gd name="connsiteY67" fmla="*/ 905044 h 905044"/>
              <a:gd name="connsiteX68" fmla="*/ 117324 w 905044"/>
              <a:gd name="connsiteY68" fmla="*/ 873388 h 905044"/>
              <a:gd name="connsiteX69" fmla="*/ 31656 w 905044"/>
              <a:gd name="connsiteY69" fmla="*/ 787720 h 905044"/>
              <a:gd name="connsiteX70" fmla="*/ 0 w 905044"/>
              <a:gd name="connsiteY70" fmla="*/ 452523 h 905044"/>
              <a:gd name="connsiteX71" fmla="*/ 31656 w 905044"/>
              <a:gd name="connsiteY71" fmla="*/ 117324 h 905044"/>
              <a:gd name="connsiteX72" fmla="*/ 117324 w 905044"/>
              <a:gd name="connsiteY72" fmla="*/ 31656 h 905044"/>
              <a:gd name="connsiteX73" fmla="*/ 452522 w 905044"/>
              <a:gd name="connsiteY73" fmla="*/ 0 h 90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905044" h="905044">
                <a:moveTo>
                  <a:pt x="489439" y="629348"/>
                </a:moveTo>
                <a:cubicBezTo>
                  <a:pt x="494679" y="629348"/>
                  <a:pt x="502985" y="629791"/>
                  <a:pt x="506042" y="630233"/>
                </a:cubicBezTo>
                <a:lnTo>
                  <a:pt x="506042" y="648133"/>
                </a:lnTo>
                <a:cubicBezTo>
                  <a:pt x="506042" y="672167"/>
                  <a:pt x="489872" y="688759"/>
                  <a:pt x="466723" y="688759"/>
                </a:cubicBezTo>
                <a:cubicBezTo>
                  <a:pt x="446189" y="688759"/>
                  <a:pt x="433528" y="679588"/>
                  <a:pt x="433528" y="661235"/>
                </a:cubicBezTo>
                <a:cubicBezTo>
                  <a:pt x="433528" y="640268"/>
                  <a:pt x="453630" y="629348"/>
                  <a:pt x="489439" y="629348"/>
                </a:cubicBezTo>
                <a:close/>
                <a:moveTo>
                  <a:pt x="602138" y="503989"/>
                </a:moveTo>
                <a:lnTo>
                  <a:pt x="602138" y="651190"/>
                </a:lnTo>
                <a:cubicBezTo>
                  <a:pt x="602148" y="703169"/>
                  <a:pt x="631844" y="736364"/>
                  <a:pt x="678574" y="736364"/>
                </a:cubicBezTo>
                <a:cubicBezTo>
                  <a:pt x="706097" y="736364"/>
                  <a:pt x="724882" y="726308"/>
                  <a:pt x="739725" y="706226"/>
                </a:cubicBezTo>
                <a:lnTo>
                  <a:pt x="740600" y="730682"/>
                </a:lnTo>
                <a:lnTo>
                  <a:pt x="804375" y="730682"/>
                </a:lnTo>
                <a:lnTo>
                  <a:pt x="804375" y="503989"/>
                </a:lnTo>
                <a:lnTo>
                  <a:pt x="737985" y="503989"/>
                </a:lnTo>
                <a:lnTo>
                  <a:pt x="737985" y="637644"/>
                </a:lnTo>
                <a:cubicBezTo>
                  <a:pt x="737985" y="665167"/>
                  <a:pt x="724439" y="682635"/>
                  <a:pt x="702165" y="682635"/>
                </a:cubicBezTo>
                <a:cubicBezTo>
                  <a:pt x="680324" y="682635"/>
                  <a:pt x="668528" y="667782"/>
                  <a:pt x="668528" y="640268"/>
                </a:cubicBezTo>
                <a:lnTo>
                  <a:pt x="668528" y="503989"/>
                </a:lnTo>
                <a:close/>
                <a:moveTo>
                  <a:pt x="99385" y="503989"/>
                </a:moveTo>
                <a:lnTo>
                  <a:pt x="99385" y="730682"/>
                </a:lnTo>
                <a:lnTo>
                  <a:pt x="165775" y="730682"/>
                </a:lnTo>
                <a:lnTo>
                  <a:pt x="165775" y="503989"/>
                </a:lnTo>
                <a:close/>
                <a:moveTo>
                  <a:pt x="468483" y="498307"/>
                </a:moveTo>
                <a:cubicBezTo>
                  <a:pt x="435298" y="498307"/>
                  <a:pt x="407775" y="503547"/>
                  <a:pt x="381126" y="513592"/>
                </a:cubicBezTo>
                <a:lnTo>
                  <a:pt x="381126" y="566890"/>
                </a:lnTo>
                <a:cubicBezTo>
                  <a:pt x="407332" y="556834"/>
                  <a:pt x="433538" y="550720"/>
                  <a:pt x="458004" y="550720"/>
                </a:cubicBezTo>
                <a:cubicBezTo>
                  <a:pt x="488575" y="550720"/>
                  <a:pt x="505619" y="564697"/>
                  <a:pt x="505619" y="589164"/>
                </a:cubicBezTo>
                <a:cubicBezTo>
                  <a:pt x="500381" y="588731"/>
                  <a:pt x="491642" y="588289"/>
                  <a:pt x="483336" y="588289"/>
                </a:cubicBezTo>
                <a:cubicBezTo>
                  <a:pt x="413446" y="588289"/>
                  <a:pt x="369330" y="617120"/>
                  <a:pt x="369330" y="666475"/>
                </a:cubicBezTo>
                <a:cubicBezTo>
                  <a:pt x="369320" y="709283"/>
                  <a:pt x="399458" y="736364"/>
                  <a:pt x="447073" y="736364"/>
                </a:cubicBezTo>
                <a:cubicBezTo>
                  <a:pt x="473722" y="736364"/>
                  <a:pt x="492939" y="725443"/>
                  <a:pt x="506485" y="707101"/>
                </a:cubicBezTo>
                <a:lnTo>
                  <a:pt x="507359" y="730682"/>
                </a:lnTo>
                <a:lnTo>
                  <a:pt x="569385" y="730682"/>
                </a:lnTo>
                <a:lnTo>
                  <a:pt x="569385" y="597460"/>
                </a:lnTo>
                <a:cubicBezTo>
                  <a:pt x="569385" y="532820"/>
                  <a:pt x="533133" y="498307"/>
                  <a:pt x="468483" y="498307"/>
                </a:cubicBezTo>
                <a:close/>
                <a:moveTo>
                  <a:pt x="290692" y="435407"/>
                </a:moveTo>
                <a:lnTo>
                  <a:pt x="224292" y="447192"/>
                </a:lnTo>
                <a:lnTo>
                  <a:pt x="224292" y="503989"/>
                </a:lnTo>
                <a:lnTo>
                  <a:pt x="191107" y="503989"/>
                </a:lnTo>
                <a:lnTo>
                  <a:pt x="191107" y="555526"/>
                </a:lnTo>
                <a:lnTo>
                  <a:pt x="224302" y="555526"/>
                </a:lnTo>
                <a:lnTo>
                  <a:pt x="224302" y="652497"/>
                </a:lnTo>
                <a:cubicBezTo>
                  <a:pt x="224302" y="707534"/>
                  <a:pt x="253142" y="735057"/>
                  <a:pt x="304237" y="735057"/>
                </a:cubicBezTo>
                <a:cubicBezTo>
                  <a:pt x="322589" y="735057"/>
                  <a:pt x="337875" y="732865"/>
                  <a:pt x="345296" y="730682"/>
                </a:cubicBezTo>
                <a:lnTo>
                  <a:pt x="345296" y="680020"/>
                </a:lnTo>
                <a:cubicBezTo>
                  <a:pt x="340489" y="681328"/>
                  <a:pt x="331751" y="682635"/>
                  <a:pt x="321704" y="682635"/>
                </a:cubicBezTo>
                <a:cubicBezTo>
                  <a:pt x="300305" y="682635"/>
                  <a:pt x="290692" y="672157"/>
                  <a:pt x="290692" y="648122"/>
                </a:cubicBezTo>
                <a:lnTo>
                  <a:pt x="290692" y="555526"/>
                </a:lnTo>
                <a:lnTo>
                  <a:pt x="348343" y="555526"/>
                </a:lnTo>
                <a:lnTo>
                  <a:pt x="348343" y="503989"/>
                </a:lnTo>
                <a:lnTo>
                  <a:pt x="290692" y="503989"/>
                </a:lnTo>
                <a:close/>
                <a:moveTo>
                  <a:pt x="761999" y="415758"/>
                </a:moveTo>
                <a:lnTo>
                  <a:pt x="651493" y="435417"/>
                </a:lnTo>
                <a:lnTo>
                  <a:pt x="651493" y="473419"/>
                </a:lnTo>
                <a:lnTo>
                  <a:pt x="761999" y="473419"/>
                </a:lnTo>
                <a:lnTo>
                  <a:pt x="761999" y="473409"/>
                </a:lnTo>
                <a:close/>
                <a:moveTo>
                  <a:pt x="132580" y="404394"/>
                </a:moveTo>
                <a:cubicBezTo>
                  <a:pt x="109431" y="404394"/>
                  <a:pt x="93271" y="420122"/>
                  <a:pt x="93271" y="442396"/>
                </a:cubicBezTo>
                <a:cubicBezTo>
                  <a:pt x="93271" y="465112"/>
                  <a:pt x="109431" y="480398"/>
                  <a:pt x="132580" y="480398"/>
                </a:cubicBezTo>
                <a:cubicBezTo>
                  <a:pt x="155739" y="480398"/>
                  <a:pt x="171899" y="464680"/>
                  <a:pt x="171899" y="442396"/>
                </a:cubicBezTo>
                <a:cubicBezTo>
                  <a:pt x="171899" y="419679"/>
                  <a:pt x="155739" y="404394"/>
                  <a:pt x="132580" y="404394"/>
                </a:cubicBezTo>
                <a:close/>
                <a:moveTo>
                  <a:pt x="452522" y="0"/>
                </a:moveTo>
                <a:cubicBezTo>
                  <a:pt x="584739" y="0"/>
                  <a:pt x="705784" y="11172"/>
                  <a:pt x="787720" y="31656"/>
                </a:cubicBezTo>
                <a:cubicBezTo>
                  <a:pt x="838000" y="42829"/>
                  <a:pt x="864076" y="72625"/>
                  <a:pt x="873388" y="117324"/>
                </a:cubicBezTo>
                <a:cubicBezTo>
                  <a:pt x="892012" y="195530"/>
                  <a:pt x="905044" y="320305"/>
                  <a:pt x="905044" y="452523"/>
                </a:cubicBezTo>
                <a:cubicBezTo>
                  <a:pt x="905044" y="584739"/>
                  <a:pt x="892012" y="709514"/>
                  <a:pt x="873388" y="787720"/>
                </a:cubicBezTo>
                <a:cubicBezTo>
                  <a:pt x="864076" y="832409"/>
                  <a:pt x="838000" y="862205"/>
                  <a:pt x="787720" y="873388"/>
                </a:cubicBezTo>
                <a:cubicBezTo>
                  <a:pt x="705784" y="893872"/>
                  <a:pt x="584739" y="905044"/>
                  <a:pt x="452522" y="905044"/>
                </a:cubicBezTo>
                <a:cubicBezTo>
                  <a:pt x="320305" y="905044"/>
                  <a:pt x="199260" y="893872"/>
                  <a:pt x="117324" y="873388"/>
                </a:cubicBezTo>
                <a:cubicBezTo>
                  <a:pt x="67044" y="862215"/>
                  <a:pt x="40969" y="832419"/>
                  <a:pt x="31656" y="787720"/>
                </a:cubicBezTo>
                <a:cubicBezTo>
                  <a:pt x="13032" y="709514"/>
                  <a:pt x="0" y="584739"/>
                  <a:pt x="0" y="452523"/>
                </a:cubicBezTo>
                <a:cubicBezTo>
                  <a:pt x="0" y="320305"/>
                  <a:pt x="13032" y="195530"/>
                  <a:pt x="31656" y="117324"/>
                </a:cubicBezTo>
                <a:cubicBezTo>
                  <a:pt x="40969" y="72635"/>
                  <a:pt x="67044" y="42839"/>
                  <a:pt x="117324" y="31656"/>
                </a:cubicBezTo>
                <a:cubicBezTo>
                  <a:pt x="199260" y="11172"/>
                  <a:pt x="320305" y="0"/>
                  <a:pt x="45252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0" marR="0" lvl="3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Itau Display Pro" panose="020B0503020204020204" pitchFamily="34" charset="0"/>
              <a:ea typeface="+mn-ea"/>
              <a:cs typeface="Itau Display Pro" panose="020B0503020204020204" pitchFamily="34" charset="0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3B13F8DE-F257-C2FD-E983-86BFAC759A8E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071707B0-B7EB-01EA-545E-159A7B192915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312013AA-F180-22B4-3F7C-742CC46DF0D7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4E9EB33E-EDDE-9119-A955-A25B51B8E381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9AAC7CD3-3166-C435-8B3E-DA814F6F4FAC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E6F3C5AE-FF73-9C13-C507-4F60B967208D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E5CA9611-7970-DAAA-3863-3D43A861A7C1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C21B4A11-D799-ADF5-F30A-E63244CA1A43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12FFBBF2-AC8C-35A6-240D-C8099E881EE2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C94AC7CF-E8FC-43BC-C59C-971C7D2B321D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05809E1D-7B26-D2D4-457A-EFDDBE80A9A8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C1966B88-B434-6822-8EB7-BBFE8D136416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21462D02-E7A6-08D0-ADCB-A3D4AACB929E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E27DD66-68D9-EC60-FA4A-6C6AE61C5300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6C6C6DD7-24C0-8429-915C-1BF6D45539E8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87F1E07A-4F9E-BADF-3014-27B0A5A39B71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F637D2F6-4DD1-5EE1-56E2-33DA0BFD24A2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AEEE35D-D02A-50A6-4D53-FFBE7580268D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98C5171D-9B80-562A-A829-0A9C197CC078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1C9B8D6D-9210-3246-5DD2-FCF3C9254C9E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C5B9E332-64F1-EA20-9D9B-89B745D3EB45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FBC16894-2873-49A2-7027-0FE1CAA287B1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0AF3912F-73C9-F647-7329-C5AB3F730429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047AAE0A-2148-D8D5-AAB6-46FA56D0C43F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BE955E06-AC0A-1302-DDCD-4D8DB591951E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521E2CAD-EF68-20F2-AEC0-8B1F638DA0DB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58219582-3BB5-23FC-F0CA-5F4ED4D9BB87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3CCFBBC4-943D-BF6A-294F-62F493245305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  <p:sp>
        <p:nvSpPr>
          <p:cNvPr id="35" name="Espaço Reservado para Texto 19">
            <a:extLst>
              <a:ext uri="{FF2B5EF4-FFF2-40B4-BE49-F238E27FC236}">
                <a16:creationId xmlns:a16="http://schemas.microsoft.com/office/drawing/2014/main" id="{6D3A162B-29E6-0A6D-E18F-A32099DDF165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153167" y="4312025"/>
            <a:ext cx="4084734" cy="93512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75000"/>
              </a:lnSpc>
              <a:spcBef>
                <a:spcPts val="0"/>
              </a:spcBef>
              <a:buNone/>
              <a:defRPr sz="7200">
                <a:solidFill>
                  <a:schemeClr val="accent4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Anexos</a:t>
            </a:r>
          </a:p>
        </p:txBody>
      </p:sp>
      <p:sp>
        <p:nvSpPr>
          <p:cNvPr id="36" name="Espaço Reservado para Texto 40">
            <a:extLst>
              <a:ext uri="{FF2B5EF4-FFF2-40B4-BE49-F238E27FC236}">
                <a16:creationId xmlns:a16="http://schemas.microsoft.com/office/drawing/2014/main" id="{00B954ED-4C41-1D37-8903-06EE8D5A8DB0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153167" y="5107350"/>
            <a:ext cx="3238500" cy="349250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Cap. X |  Título do Capítulo</a:t>
            </a:r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199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nexo 2 fundo escu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áfico 8">
            <a:extLst>
              <a:ext uri="{FF2B5EF4-FFF2-40B4-BE49-F238E27FC236}">
                <a16:creationId xmlns:a16="http://schemas.microsoft.com/office/drawing/2014/main" id="{350A6BC1-9801-F1D1-3B46-F79975A7F7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259" r="19365" b="626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19450224-B841-BBFF-C757-0C993F51B8B1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77D0E0CC-17D0-9794-4DDF-1A804D780CFA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4DE5187C-0E28-BE7F-94B0-57BD03D9114C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73A1309C-F887-6186-917D-E8DD486CB973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0A6175CE-C657-3679-9EED-CB5A500C2105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E72C8895-F8CF-7EE5-5425-50945695857C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DF2A6741-E044-C914-0DDF-0BE52F02021E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279138C8-DF67-D30C-1128-36114598F195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034C6CE4-4FB8-5240-41E5-6741718801CA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24A0B28B-7BEF-8B33-CA9A-03F6FE4F17E2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C9F5E171-1376-B50D-2B9D-DC383F6DFFD9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1EFF3C98-E537-9DAC-1D0A-CC99262C9123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AB3A0E59-4F6D-A69C-22C5-910518375156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BF2FE84-7790-4976-30D3-B2534B7D7BFE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68E2FB12-10C5-B68D-589F-88BAE7D5A2D3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68C4E1BA-CE9D-E04B-DB04-BB6BB40F2B96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021DA1B6-BBAF-53AB-7F3C-2A863B351E16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D1EE8733-9BCB-D373-5022-C4CD55706506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3D778EE3-4638-2829-077E-4209C267C687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2D7F6254-182A-A981-25F1-23CED7B6D86B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AB22F9BA-D281-03DE-0925-7FD78D9DAD83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31A2A532-A193-534F-264D-D0EDE0B2166F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77C9BF3A-BD14-FA86-A056-FE47EAB398F7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B5E16CDC-E3E4-63D3-272D-C567D233D4EA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70E2E43-4D5B-83A3-18C6-E1D2E4147570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DC691D10-C848-043E-378C-1D1B5B1E902E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8813FEAA-3A43-8407-AC41-EC12AE93A31A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D15C0606-7717-A904-5AC8-7AC4F592930F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69293D2C-3DC6-9E01-E4EF-7E7396A69B53}"/>
              </a:ext>
            </a:extLst>
          </p:cNvPr>
          <p:cNvSpPr txBox="1">
            <a:spLocks/>
          </p:cNvSpPr>
          <p:nvPr userDrawn="1"/>
        </p:nvSpPr>
        <p:spPr>
          <a:xfrm>
            <a:off x="1265011" y="1478275"/>
            <a:ext cx="410966" cy="410966"/>
          </a:xfrm>
          <a:custGeom>
            <a:avLst/>
            <a:gdLst>
              <a:gd name="connsiteX0" fmla="*/ 489439 w 905044"/>
              <a:gd name="connsiteY0" fmla="*/ 629348 h 905044"/>
              <a:gd name="connsiteX1" fmla="*/ 506042 w 905044"/>
              <a:gd name="connsiteY1" fmla="*/ 630233 h 905044"/>
              <a:gd name="connsiteX2" fmla="*/ 506042 w 905044"/>
              <a:gd name="connsiteY2" fmla="*/ 648133 h 905044"/>
              <a:gd name="connsiteX3" fmla="*/ 466723 w 905044"/>
              <a:gd name="connsiteY3" fmla="*/ 688759 h 905044"/>
              <a:gd name="connsiteX4" fmla="*/ 433528 w 905044"/>
              <a:gd name="connsiteY4" fmla="*/ 661235 h 905044"/>
              <a:gd name="connsiteX5" fmla="*/ 489439 w 905044"/>
              <a:gd name="connsiteY5" fmla="*/ 629348 h 905044"/>
              <a:gd name="connsiteX6" fmla="*/ 602138 w 905044"/>
              <a:gd name="connsiteY6" fmla="*/ 503989 h 905044"/>
              <a:gd name="connsiteX7" fmla="*/ 602138 w 905044"/>
              <a:gd name="connsiteY7" fmla="*/ 651190 h 905044"/>
              <a:gd name="connsiteX8" fmla="*/ 678574 w 905044"/>
              <a:gd name="connsiteY8" fmla="*/ 736364 h 905044"/>
              <a:gd name="connsiteX9" fmla="*/ 739725 w 905044"/>
              <a:gd name="connsiteY9" fmla="*/ 706226 h 905044"/>
              <a:gd name="connsiteX10" fmla="*/ 740600 w 905044"/>
              <a:gd name="connsiteY10" fmla="*/ 730682 h 905044"/>
              <a:gd name="connsiteX11" fmla="*/ 804375 w 905044"/>
              <a:gd name="connsiteY11" fmla="*/ 730682 h 905044"/>
              <a:gd name="connsiteX12" fmla="*/ 804375 w 905044"/>
              <a:gd name="connsiteY12" fmla="*/ 503989 h 905044"/>
              <a:gd name="connsiteX13" fmla="*/ 737985 w 905044"/>
              <a:gd name="connsiteY13" fmla="*/ 503989 h 905044"/>
              <a:gd name="connsiteX14" fmla="*/ 737985 w 905044"/>
              <a:gd name="connsiteY14" fmla="*/ 637644 h 905044"/>
              <a:gd name="connsiteX15" fmla="*/ 702165 w 905044"/>
              <a:gd name="connsiteY15" fmla="*/ 682635 h 905044"/>
              <a:gd name="connsiteX16" fmla="*/ 668528 w 905044"/>
              <a:gd name="connsiteY16" fmla="*/ 640268 h 905044"/>
              <a:gd name="connsiteX17" fmla="*/ 668528 w 905044"/>
              <a:gd name="connsiteY17" fmla="*/ 503989 h 905044"/>
              <a:gd name="connsiteX18" fmla="*/ 99385 w 905044"/>
              <a:gd name="connsiteY18" fmla="*/ 503989 h 905044"/>
              <a:gd name="connsiteX19" fmla="*/ 99385 w 905044"/>
              <a:gd name="connsiteY19" fmla="*/ 730682 h 905044"/>
              <a:gd name="connsiteX20" fmla="*/ 165775 w 905044"/>
              <a:gd name="connsiteY20" fmla="*/ 730682 h 905044"/>
              <a:gd name="connsiteX21" fmla="*/ 165775 w 905044"/>
              <a:gd name="connsiteY21" fmla="*/ 503989 h 905044"/>
              <a:gd name="connsiteX22" fmla="*/ 468483 w 905044"/>
              <a:gd name="connsiteY22" fmla="*/ 498307 h 905044"/>
              <a:gd name="connsiteX23" fmla="*/ 381126 w 905044"/>
              <a:gd name="connsiteY23" fmla="*/ 513592 h 905044"/>
              <a:gd name="connsiteX24" fmla="*/ 381126 w 905044"/>
              <a:gd name="connsiteY24" fmla="*/ 566890 h 905044"/>
              <a:gd name="connsiteX25" fmla="*/ 458004 w 905044"/>
              <a:gd name="connsiteY25" fmla="*/ 550720 h 905044"/>
              <a:gd name="connsiteX26" fmla="*/ 505619 w 905044"/>
              <a:gd name="connsiteY26" fmla="*/ 589164 h 905044"/>
              <a:gd name="connsiteX27" fmla="*/ 483336 w 905044"/>
              <a:gd name="connsiteY27" fmla="*/ 588289 h 905044"/>
              <a:gd name="connsiteX28" fmla="*/ 369330 w 905044"/>
              <a:gd name="connsiteY28" fmla="*/ 666475 h 905044"/>
              <a:gd name="connsiteX29" fmla="*/ 447073 w 905044"/>
              <a:gd name="connsiteY29" fmla="*/ 736364 h 905044"/>
              <a:gd name="connsiteX30" fmla="*/ 506485 w 905044"/>
              <a:gd name="connsiteY30" fmla="*/ 707101 h 905044"/>
              <a:gd name="connsiteX31" fmla="*/ 507359 w 905044"/>
              <a:gd name="connsiteY31" fmla="*/ 730682 h 905044"/>
              <a:gd name="connsiteX32" fmla="*/ 569385 w 905044"/>
              <a:gd name="connsiteY32" fmla="*/ 730682 h 905044"/>
              <a:gd name="connsiteX33" fmla="*/ 569385 w 905044"/>
              <a:gd name="connsiteY33" fmla="*/ 597460 h 905044"/>
              <a:gd name="connsiteX34" fmla="*/ 468483 w 905044"/>
              <a:gd name="connsiteY34" fmla="*/ 498307 h 905044"/>
              <a:gd name="connsiteX35" fmla="*/ 290692 w 905044"/>
              <a:gd name="connsiteY35" fmla="*/ 435407 h 905044"/>
              <a:gd name="connsiteX36" fmla="*/ 224292 w 905044"/>
              <a:gd name="connsiteY36" fmla="*/ 447192 h 905044"/>
              <a:gd name="connsiteX37" fmla="*/ 224292 w 905044"/>
              <a:gd name="connsiteY37" fmla="*/ 503989 h 905044"/>
              <a:gd name="connsiteX38" fmla="*/ 191107 w 905044"/>
              <a:gd name="connsiteY38" fmla="*/ 503989 h 905044"/>
              <a:gd name="connsiteX39" fmla="*/ 191107 w 905044"/>
              <a:gd name="connsiteY39" fmla="*/ 555526 h 905044"/>
              <a:gd name="connsiteX40" fmla="*/ 224302 w 905044"/>
              <a:gd name="connsiteY40" fmla="*/ 555526 h 905044"/>
              <a:gd name="connsiteX41" fmla="*/ 224302 w 905044"/>
              <a:gd name="connsiteY41" fmla="*/ 652497 h 905044"/>
              <a:gd name="connsiteX42" fmla="*/ 304237 w 905044"/>
              <a:gd name="connsiteY42" fmla="*/ 735057 h 905044"/>
              <a:gd name="connsiteX43" fmla="*/ 345296 w 905044"/>
              <a:gd name="connsiteY43" fmla="*/ 730682 h 905044"/>
              <a:gd name="connsiteX44" fmla="*/ 345296 w 905044"/>
              <a:gd name="connsiteY44" fmla="*/ 680020 h 905044"/>
              <a:gd name="connsiteX45" fmla="*/ 321704 w 905044"/>
              <a:gd name="connsiteY45" fmla="*/ 682635 h 905044"/>
              <a:gd name="connsiteX46" fmla="*/ 290692 w 905044"/>
              <a:gd name="connsiteY46" fmla="*/ 648122 h 905044"/>
              <a:gd name="connsiteX47" fmla="*/ 290692 w 905044"/>
              <a:gd name="connsiteY47" fmla="*/ 555526 h 905044"/>
              <a:gd name="connsiteX48" fmla="*/ 348343 w 905044"/>
              <a:gd name="connsiteY48" fmla="*/ 555526 h 905044"/>
              <a:gd name="connsiteX49" fmla="*/ 348343 w 905044"/>
              <a:gd name="connsiteY49" fmla="*/ 503989 h 905044"/>
              <a:gd name="connsiteX50" fmla="*/ 290692 w 905044"/>
              <a:gd name="connsiteY50" fmla="*/ 503989 h 905044"/>
              <a:gd name="connsiteX51" fmla="*/ 761999 w 905044"/>
              <a:gd name="connsiteY51" fmla="*/ 415758 h 905044"/>
              <a:gd name="connsiteX52" fmla="*/ 651493 w 905044"/>
              <a:gd name="connsiteY52" fmla="*/ 435417 h 905044"/>
              <a:gd name="connsiteX53" fmla="*/ 651493 w 905044"/>
              <a:gd name="connsiteY53" fmla="*/ 473419 h 905044"/>
              <a:gd name="connsiteX54" fmla="*/ 761999 w 905044"/>
              <a:gd name="connsiteY54" fmla="*/ 473419 h 905044"/>
              <a:gd name="connsiteX55" fmla="*/ 761999 w 905044"/>
              <a:gd name="connsiteY55" fmla="*/ 473409 h 905044"/>
              <a:gd name="connsiteX56" fmla="*/ 132580 w 905044"/>
              <a:gd name="connsiteY56" fmla="*/ 404394 h 905044"/>
              <a:gd name="connsiteX57" fmla="*/ 93271 w 905044"/>
              <a:gd name="connsiteY57" fmla="*/ 442396 h 905044"/>
              <a:gd name="connsiteX58" fmla="*/ 132580 w 905044"/>
              <a:gd name="connsiteY58" fmla="*/ 480398 h 905044"/>
              <a:gd name="connsiteX59" fmla="*/ 171899 w 905044"/>
              <a:gd name="connsiteY59" fmla="*/ 442396 h 905044"/>
              <a:gd name="connsiteX60" fmla="*/ 132580 w 905044"/>
              <a:gd name="connsiteY60" fmla="*/ 404394 h 905044"/>
              <a:gd name="connsiteX61" fmla="*/ 452522 w 905044"/>
              <a:gd name="connsiteY61" fmla="*/ 0 h 905044"/>
              <a:gd name="connsiteX62" fmla="*/ 787720 w 905044"/>
              <a:gd name="connsiteY62" fmla="*/ 31656 h 905044"/>
              <a:gd name="connsiteX63" fmla="*/ 873388 w 905044"/>
              <a:gd name="connsiteY63" fmla="*/ 117324 h 905044"/>
              <a:gd name="connsiteX64" fmla="*/ 905044 w 905044"/>
              <a:gd name="connsiteY64" fmla="*/ 452523 h 905044"/>
              <a:gd name="connsiteX65" fmla="*/ 873388 w 905044"/>
              <a:gd name="connsiteY65" fmla="*/ 787720 h 905044"/>
              <a:gd name="connsiteX66" fmla="*/ 787720 w 905044"/>
              <a:gd name="connsiteY66" fmla="*/ 873388 h 905044"/>
              <a:gd name="connsiteX67" fmla="*/ 452522 w 905044"/>
              <a:gd name="connsiteY67" fmla="*/ 905044 h 905044"/>
              <a:gd name="connsiteX68" fmla="*/ 117324 w 905044"/>
              <a:gd name="connsiteY68" fmla="*/ 873388 h 905044"/>
              <a:gd name="connsiteX69" fmla="*/ 31656 w 905044"/>
              <a:gd name="connsiteY69" fmla="*/ 787720 h 905044"/>
              <a:gd name="connsiteX70" fmla="*/ 0 w 905044"/>
              <a:gd name="connsiteY70" fmla="*/ 452523 h 905044"/>
              <a:gd name="connsiteX71" fmla="*/ 31656 w 905044"/>
              <a:gd name="connsiteY71" fmla="*/ 117324 h 905044"/>
              <a:gd name="connsiteX72" fmla="*/ 117324 w 905044"/>
              <a:gd name="connsiteY72" fmla="*/ 31656 h 905044"/>
              <a:gd name="connsiteX73" fmla="*/ 452522 w 905044"/>
              <a:gd name="connsiteY73" fmla="*/ 0 h 90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905044" h="905044">
                <a:moveTo>
                  <a:pt x="489439" y="629348"/>
                </a:moveTo>
                <a:cubicBezTo>
                  <a:pt x="494679" y="629348"/>
                  <a:pt x="502985" y="629791"/>
                  <a:pt x="506042" y="630233"/>
                </a:cubicBezTo>
                <a:lnTo>
                  <a:pt x="506042" y="648133"/>
                </a:lnTo>
                <a:cubicBezTo>
                  <a:pt x="506042" y="672167"/>
                  <a:pt x="489872" y="688759"/>
                  <a:pt x="466723" y="688759"/>
                </a:cubicBezTo>
                <a:cubicBezTo>
                  <a:pt x="446189" y="688759"/>
                  <a:pt x="433528" y="679588"/>
                  <a:pt x="433528" y="661235"/>
                </a:cubicBezTo>
                <a:cubicBezTo>
                  <a:pt x="433528" y="640268"/>
                  <a:pt x="453630" y="629348"/>
                  <a:pt x="489439" y="629348"/>
                </a:cubicBezTo>
                <a:close/>
                <a:moveTo>
                  <a:pt x="602138" y="503989"/>
                </a:moveTo>
                <a:lnTo>
                  <a:pt x="602138" y="651190"/>
                </a:lnTo>
                <a:cubicBezTo>
                  <a:pt x="602148" y="703169"/>
                  <a:pt x="631844" y="736364"/>
                  <a:pt x="678574" y="736364"/>
                </a:cubicBezTo>
                <a:cubicBezTo>
                  <a:pt x="706097" y="736364"/>
                  <a:pt x="724882" y="726308"/>
                  <a:pt x="739725" y="706226"/>
                </a:cubicBezTo>
                <a:lnTo>
                  <a:pt x="740600" y="730682"/>
                </a:lnTo>
                <a:lnTo>
                  <a:pt x="804375" y="730682"/>
                </a:lnTo>
                <a:lnTo>
                  <a:pt x="804375" y="503989"/>
                </a:lnTo>
                <a:lnTo>
                  <a:pt x="737985" y="503989"/>
                </a:lnTo>
                <a:lnTo>
                  <a:pt x="737985" y="637644"/>
                </a:lnTo>
                <a:cubicBezTo>
                  <a:pt x="737985" y="665167"/>
                  <a:pt x="724439" y="682635"/>
                  <a:pt x="702165" y="682635"/>
                </a:cubicBezTo>
                <a:cubicBezTo>
                  <a:pt x="680324" y="682635"/>
                  <a:pt x="668528" y="667782"/>
                  <a:pt x="668528" y="640268"/>
                </a:cubicBezTo>
                <a:lnTo>
                  <a:pt x="668528" y="503989"/>
                </a:lnTo>
                <a:close/>
                <a:moveTo>
                  <a:pt x="99385" y="503989"/>
                </a:moveTo>
                <a:lnTo>
                  <a:pt x="99385" y="730682"/>
                </a:lnTo>
                <a:lnTo>
                  <a:pt x="165775" y="730682"/>
                </a:lnTo>
                <a:lnTo>
                  <a:pt x="165775" y="503989"/>
                </a:lnTo>
                <a:close/>
                <a:moveTo>
                  <a:pt x="468483" y="498307"/>
                </a:moveTo>
                <a:cubicBezTo>
                  <a:pt x="435298" y="498307"/>
                  <a:pt x="407775" y="503547"/>
                  <a:pt x="381126" y="513592"/>
                </a:cubicBezTo>
                <a:lnTo>
                  <a:pt x="381126" y="566890"/>
                </a:lnTo>
                <a:cubicBezTo>
                  <a:pt x="407332" y="556834"/>
                  <a:pt x="433538" y="550720"/>
                  <a:pt x="458004" y="550720"/>
                </a:cubicBezTo>
                <a:cubicBezTo>
                  <a:pt x="488575" y="550720"/>
                  <a:pt x="505619" y="564697"/>
                  <a:pt x="505619" y="589164"/>
                </a:cubicBezTo>
                <a:cubicBezTo>
                  <a:pt x="500381" y="588731"/>
                  <a:pt x="491642" y="588289"/>
                  <a:pt x="483336" y="588289"/>
                </a:cubicBezTo>
                <a:cubicBezTo>
                  <a:pt x="413446" y="588289"/>
                  <a:pt x="369330" y="617120"/>
                  <a:pt x="369330" y="666475"/>
                </a:cubicBezTo>
                <a:cubicBezTo>
                  <a:pt x="369320" y="709283"/>
                  <a:pt x="399458" y="736364"/>
                  <a:pt x="447073" y="736364"/>
                </a:cubicBezTo>
                <a:cubicBezTo>
                  <a:pt x="473722" y="736364"/>
                  <a:pt x="492939" y="725443"/>
                  <a:pt x="506485" y="707101"/>
                </a:cubicBezTo>
                <a:lnTo>
                  <a:pt x="507359" y="730682"/>
                </a:lnTo>
                <a:lnTo>
                  <a:pt x="569385" y="730682"/>
                </a:lnTo>
                <a:lnTo>
                  <a:pt x="569385" y="597460"/>
                </a:lnTo>
                <a:cubicBezTo>
                  <a:pt x="569385" y="532820"/>
                  <a:pt x="533133" y="498307"/>
                  <a:pt x="468483" y="498307"/>
                </a:cubicBezTo>
                <a:close/>
                <a:moveTo>
                  <a:pt x="290692" y="435407"/>
                </a:moveTo>
                <a:lnTo>
                  <a:pt x="224292" y="447192"/>
                </a:lnTo>
                <a:lnTo>
                  <a:pt x="224292" y="503989"/>
                </a:lnTo>
                <a:lnTo>
                  <a:pt x="191107" y="503989"/>
                </a:lnTo>
                <a:lnTo>
                  <a:pt x="191107" y="555526"/>
                </a:lnTo>
                <a:lnTo>
                  <a:pt x="224302" y="555526"/>
                </a:lnTo>
                <a:lnTo>
                  <a:pt x="224302" y="652497"/>
                </a:lnTo>
                <a:cubicBezTo>
                  <a:pt x="224302" y="707534"/>
                  <a:pt x="253142" y="735057"/>
                  <a:pt x="304237" y="735057"/>
                </a:cubicBezTo>
                <a:cubicBezTo>
                  <a:pt x="322589" y="735057"/>
                  <a:pt x="337875" y="732865"/>
                  <a:pt x="345296" y="730682"/>
                </a:cubicBezTo>
                <a:lnTo>
                  <a:pt x="345296" y="680020"/>
                </a:lnTo>
                <a:cubicBezTo>
                  <a:pt x="340489" y="681328"/>
                  <a:pt x="331751" y="682635"/>
                  <a:pt x="321704" y="682635"/>
                </a:cubicBezTo>
                <a:cubicBezTo>
                  <a:pt x="300305" y="682635"/>
                  <a:pt x="290692" y="672157"/>
                  <a:pt x="290692" y="648122"/>
                </a:cubicBezTo>
                <a:lnTo>
                  <a:pt x="290692" y="555526"/>
                </a:lnTo>
                <a:lnTo>
                  <a:pt x="348343" y="555526"/>
                </a:lnTo>
                <a:lnTo>
                  <a:pt x="348343" y="503989"/>
                </a:lnTo>
                <a:lnTo>
                  <a:pt x="290692" y="503989"/>
                </a:lnTo>
                <a:close/>
                <a:moveTo>
                  <a:pt x="761999" y="415758"/>
                </a:moveTo>
                <a:lnTo>
                  <a:pt x="651493" y="435417"/>
                </a:lnTo>
                <a:lnTo>
                  <a:pt x="651493" y="473419"/>
                </a:lnTo>
                <a:lnTo>
                  <a:pt x="761999" y="473419"/>
                </a:lnTo>
                <a:lnTo>
                  <a:pt x="761999" y="473409"/>
                </a:lnTo>
                <a:close/>
                <a:moveTo>
                  <a:pt x="132580" y="404394"/>
                </a:moveTo>
                <a:cubicBezTo>
                  <a:pt x="109431" y="404394"/>
                  <a:pt x="93271" y="420122"/>
                  <a:pt x="93271" y="442396"/>
                </a:cubicBezTo>
                <a:cubicBezTo>
                  <a:pt x="93271" y="465112"/>
                  <a:pt x="109431" y="480398"/>
                  <a:pt x="132580" y="480398"/>
                </a:cubicBezTo>
                <a:cubicBezTo>
                  <a:pt x="155739" y="480398"/>
                  <a:pt x="171899" y="464680"/>
                  <a:pt x="171899" y="442396"/>
                </a:cubicBezTo>
                <a:cubicBezTo>
                  <a:pt x="171899" y="419679"/>
                  <a:pt x="155739" y="404394"/>
                  <a:pt x="132580" y="404394"/>
                </a:cubicBezTo>
                <a:close/>
                <a:moveTo>
                  <a:pt x="452522" y="0"/>
                </a:moveTo>
                <a:cubicBezTo>
                  <a:pt x="584739" y="0"/>
                  <a:pt x="705784" y="11172"/>
                  <a:pt x="787720" y="31656"/>
                </a:cubicBezTo>
                <a:cubicBezTo>
                  <a:pt x="838000" y="42829"/>
                  <a:pt x="864076" y="72625"/>
                  <a:pt x="873388" y="117324"/>
                </a:cubicBezTo>
                <a:cubicBezTo>
                  <a:pt x="892012" y="195530"/>
                  <a:pt x="905044" y="320305"/>
                  <a:pt x="905044" y="452523"/>
                </a:cubicBezTo>
                <a:cubicBezTo>
                  <a:pt x="905044" y="584739"/>
                  <a:pt x="892012" y="709514"/>
                  <a:pt x="873388" y="787720"/>
                </a:cubicBezTo>
                <a:cubicBezTo>
                  <a:pt x="864076" y="832409"/>
                  <a:pt x="838000" y="862205"/>
                  <a:pt x="787720" y="873388"/>
                </a:cubicBezTo>
                <a:cubicBezTo>
                  <a:pt x="705784" y="893872"/>
                  <a:pt x="584739" y="905044"/>
                  <a:pt x="452522" y="905044"/>
                </a:cubicBezTo>
                <a:cubicBezTo>
                  <a:pt x="320305" y="905044"/>
                  <a:pt x="199260" y="893872"/>
                  <a:pt x="117324" y="873388"/>
                </a:cubicBezTo>
                <a:cubicBezTo>
                  <a:pt x="67044" y="862215"/>
                  <a:pt x="40969" y="832419"/>
                  <a:pt x="31656" y="787720"/>
                </a:cubicBezTo>
                <a:cubicBezTo>
                  <a:pt x="13032" y="709514"/>
                  <a:pt x="0" y="584739"/>
                  <a:pt x="0" y="452523"/>
                </a:cubicBezTo>
                <a:cubicBezTo>
                  <a:pt x="0" y="320305"/>
                  <a:pt x="13032" y="195530"/>
                  <a:pt x="31656" y="117324"/>
                </a:cubicBezTo>
                <a:cubicBezTo>
                  <a:pt x="40969" y="72635"/>
                  <a:pt x="67044" y="42839"/>
                  <a:pt x="117324" y="31656"/>
                </a:cubicBezTo>
                <a:cubicBezTo>
                  <a:pt x="199260" y="11172"/>
                  <a:pt x="320305" y="0"/>
                  <a:pt x="45252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0" marR="0" lvl="3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Itau Display Pro" panose="020B0503020204020204" pitchFamily="34" charset="0"/>
              <a:ea typeface="+mn-ea"/>
              <a:cs typeface="Itau Display Pro" panose="020B0503020204020204" pitchFamily="34" charset="0"/>
            </a:endParaRPr>
          </a:p>
        </p:txBody>
      </p:sp>
      <p:sp>
        <p:nvSpPr>
          <p:cNvPr id="34" name="Espaço Reservado para Texto 19">
            <a:extLst>
              <a:ext uri="{FF2B5EF4-FFF2-40B4-BE49-F238E27FC236}">
                <a16:creationId xmlns:a16="http://schemas.microsoft.com/office/drawing/2014/main" id="{FF1ACF5B-D0BB-DFF7-7A51-0127513C781A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153167" y="4312025"/>
            <a:ext cx="4084734" cy="93512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75000"/>
              </a:lnSpc>
              <a:spcBef>
                <a:spcPts val="0"/>
              </a:spcBef>
              <a:buNone/>
              <a:defRPr sz="7200">
                <a:solidFill>
                  <a:schemeClr val="bg1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Anexos</a:t>
            </a:r>
          </a:p>
        </p:txBody>
      </p:sp>
      <p:sp>
        <p:nvSpPr>
          <p:cNvPr id="35" name="Espaço Reservado para Texto 40">
            <a:extLst>
              <a:ext uri="{FF2B5EF4-FFF2-40B4-BE49-F238E27FC236}">
                <a16:creationId xmlns:a16="http://schemas.microsoft.com/office/drawing/2014/main" id="{DAF72A2B-F817-6459-BAA0-F925D3A3BAD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153167" y="5107350"/>
            <a:ext cx="3238500" cy="349250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Cap. X |  Título do Capítulo</a:t>
            </a:r>
          </a:p>
        </p:txBody>
      </p:sp>
    </p:spTree>
    <p:extLst>
      <p:ext uri="{BB962C8B-B14F-4D97-AF65-F5344CB8AC3E}">
        <p14:creationId xmlns:p14="http://schemas.microsoft.com/office/powerpoint/2010/main" val="968496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nexo 3 fundo escur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Agrupar 36">
            <a:extLst>
              <a:ext uri="{FF2B5EF4-FFF2-40B4-BE49-F238E27FC236}">
                <a16:creationId xmlns:a16="http://schemas.microsoft.com/office/drawing/2014/main" id="{847BC308-12CC-A367-5E96-ADEAEFC23B2E}"/>
              </a:ext>
            </a:extLst>
          </p:cNvPr>
          <p:cNvGrpSpPr/>
          <p:nvPr userDrawn="1"/>
        </p:nvGrpSpPr>
        <p:grpSpPr>
          <a:xfrm>
            <a:off x="6454580" y="381000"/>
            <a:ext cx="5737420" cy="6096000"/>
            <a:chOff x="1365116" y="381000"/>
            <a:chExt cx="5737420" cy="6096000"/>
          </a:xfrm>
        </p:grpSpPr>
        <p:pic>
          <p:nvPicPr>
            <p:cNvPr id="16" name="Gráfico 15">
              <a:extLst>
                <a:ext uri="{FF2B5EF4-FFF2-40B4-BE49-F238E27FC236}">
                  <a16:creationId xmlns:a16="http://schemas.microsoft.com/office/drawing/2014/main" id="{C4190C4C-7A7F-E380-30FB-7F15287826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12127"/>
            <a:stretch>
              <a:fillRect/>
            </a:stretch>
          </p:blipFill>
          <p:spPr>
            <a:xfrm>
              <a:off x="1745774" y="381000"/>
              <a:ext cx="5356762" cy="6096000"/>
            </a:xfrm>
            <a:prstGeom prst="rect">
              <a:avLst/>
            </a:prstGeom>
          </p:spPr>
        </p:pic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F8F55FF4-0B31-59B5-C40C-88946D0A97FF}"/>
                </a:ext>
              </a:extLst>
            </p:cNvPr>
            <p:cNvSpPr/>
            <p:nvPr/>
          </p:nvSpPr>
          <p:spPr>
            <a:xfrm flipH="1">
              <a:off x="1823019" y="983359"/>
              <a:ext cx="4521199" cy="4891277"/>
            </a:xfrm>
            <a:custGeom>
              <a:avLst/>
              <a:gdLst>
                <a:gd name="connsiteX0" fmla="*/ 4308475 w 4521199"/>
                <a:gd name="connsiteY0" fmla="*/ 4700778 h 4891277"/>
                <a:gd name="connsiteX1" fmla="*/ 4521200 w 4521199"/>
                <a:gd name="connsiteY1" fmla="*/ 2445639 h 4891277"/>
                <a:gd name="connsiteX2" fmla="*/ 4308475 w 4521199"/>
                <a:gd name="connsiteY2" fmla="*/ 190500 h 4891277"/>
                <a:gd name="connsiteX3" fmla="*/ 4308348 w 4521199"/>
                <a:gd name="connsiteY3" fmla="*/ 189865 h 4891277"/>
                <a:gd name="connsiteX4" fmla="*/ 4306189 w 4521199"/>
                <a:gd name="connsiteY4" fmla="*/ 180721 h 4891277"/>
                <a:gd name="connsiteX5" fmla="*/ 4271010 w 4521199"/>
                <a:gd name="connsiteY5" fmla="*/ 172339 h 4891277"/>
                <a:gd name="connsiteX6" fmla="*/ 4270248 w 4521199"/>
                <a:gd name="connsiteY6" fmla="*/ 172212 h 4891277"/>
                <a:gd name="connsiteX7" fmla="*/ 2445639 w 4521199"/>
                <a:gd name="connsiteY7" fmla="*/ 0 h 4891277"/>
                <a:gd name="connsiteX8" fmla="*/ 621030 w 4521199"/>
                <a:gd name="connsiteY8" fmla="*/ 172212 h 4891277"/>
                <a:gd name="connsiteX9" fmla="*/ 620268 w 4521199"/>
                <a:gd name="connsiteY9" fmla="*/ 172339 h 4891277"/>
                <a:gd name="connsiteX10" fmla="*/ 172212 w 4521199"/>
                <a:gd name="connsiteY10" fmla="*/ 620649 h 4891277"/>
                <a:gd name="connsiteX11" fmla="*/ 172085 w 4521199"/>
                <a:gd name="connsiteY11" fmla="*/ 621284 h 4891277"/>
                <a:gd name="connsiteX12" fmla="*/ 0 w 4521199"/>
                <a:gd name="connsiteY12" fmla="*/ 2445639 h 4891277"/>
                <a:gd name="connsiteX13" fmla="*/ 172085 w 4521199"/>
                <a:gd name="connsiteY13" fmla="*/ 4269994 h 4891277"/>
                <a:gd name="connsiteX14" fmla="*/ 172212 w 4521199"/>
                <a:gd name="connsiteY14" fmla="*/ 4270629 h 4891277"/>
                <a:gd name="connsiteX15" fmla="*/ 620268 w 4521199"/>
                <a:gd name="connsiteY15" fmla="*/ 4718939 h 4891277"/>
                <a:gd name="connsiteX16" fmla="*/ 621030 w 4521199"/>
                <a:gd name="connsiteY16" fmla="*/ 4719066 h 4891277"/>
                <a:gd name="connsiteX17" fmla="*/ 2445639 w 4521199"/>
                <a:gd name="connsiteY17" fmla="*/ 4891278 h 4891277"/>
                <a:gd name="connsiteX18" fmla="*/ 4270248 w 4521199"/>
                <a:gd name="connsiteY18" fmla="*/ 4719066 h 4891277"/>
                <a:gd name="connsiteX19" fmla="*/ 4271010 w 4521199"/>
                <a:gd name="connsiteY19" fmla="*/ 4718939 h 4891277"/>
                <a:gd name="connsiteX20" fmla="*/ 4306189 w 4521199"/>
                <a:gd name="connsiteY20" fmla="*/ 4710557 h 4891277"/>
                <a:gd name="connsiteX21" fmla="*/ 4308348 w 4521199"/>
                <a:gd name="connsiteY21" fmla="*/ 4701412 h 4891277"/>
                <a:gd name="connsiteX22" fmla="*/ 4308475 w 4521199"/>
                <a:gd name="connsiteY22" fmla="*/ 4700778 h 4891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521199" h="4891277">
                  <a:moveTo>
                    <a:pt x="4308475" y="4700778"/>
                  </a:moveTo>
                  <a:cubicBezTo>
                    <a:pt x="4445635" y="4151884"/>
                    <a:pt x="4521200" y="3351022"/>
                    <a:pt x="4521200" y="2445639"/>
                  </a:cubicBezTo>
                  <a:cubicBezTo>
                    <a:pt x="4521200" y="1540256"/>
                    <a:pt x="4445635" y="739394"/>
                    <a:pt x="4308475" y="190500"/>
                  </a:cubicBezTo>
                  <a:cubicBezTo>
                    <a:pt x="4308475" y="190246"/>
                    <a:pt x="4308475" y="190119"/>
                    <a:pt x="4308348" y="189865"/>
                  </a:cubicBezTo>
                  <a:cubicBezTo>
                    <a:pt x="4307713" y="186817"/>
                    <a:pt x="4306951" y="183769"/>
                    <a:pt x="4306189" y="180721"/>
                  </a:cubicBezTo>
                  <a:cubicBezTo>
                    <a:pt x="4294632" y="177800"/>
                    <a:pt x="4283075" y="174879"/>
                    <a:pt x="4271010" y="172339"/>
                  </a:cubicBezTo>
                  <a:cubicBezTo>
                    <a:pt x="4270756" y="172339"/>
                    <a:pt x="4270502" y="172339"/>
                    <a:pt x="4270248" y="172212"/>
                  </a:cubicBezTo>
                  <a:cubicBezTo>
                    <a:pt x="3824351" y="66040"/>
                    <a:pt x="3125216" y="0"/>
                    <a:pt x="2445639" y="0"/>
                  </a:cubicBezTo>
                  <a:cubicBezTo>
                    <a:pt x="1766062" y="0"/>
                    <a:pt x="1066927" y="65913"/>
                    <a:pt x="621030" y="172212"/>
                  </a:cubicBezTo>
                  <a:cubicBezTo>
                    <a:pt x="620776" y="172212"/>
                    <a:pt x="620522" y="172212"/>
                    <a:pt x="620268" y="172339"/>
                  </a:cubicBezTo>
                  <a:cubicBezTo>
                    <a:pt x="374396" y="223647"/>
                    <a:pt x="227838" y="370205"/>
                    <a:pt x="172212" y="620649"/>
                  </a:cubicBezTo>
                  <a:cubicBezTo>
                    <a:pt x="172212" y="620903"/>
                    <a:pt x="172212" y="621030"/>
                    <a:pt x="172085" y="621284"/>
                  </a:cubicBezTo>
                  <a:cubicBezTo>
                    <a:pt x="61087" y="1065149"/>
                    <a:pt x="0" y="1713103"/>
                    <a:pt x="0" y="2445639"/>
                  </a:cubicBezTo>
                  <a:cubicBezTo>
                    <a:pt x="0" y="3178175"/>
                    <a:pt x="61087" y="3826129"/>
                    <a:pt x="172085" y="4269994"/>
                  </a:cubicBezTo>
                  <a:cubicBezTo>
                    <a:pt x="172085" y="4270248"/>
                    <a:pt x="172085" y="4270375"/>
                    <a:pt x="172212" y="4270629"/>
                  </a:cubicBezTo>
                  <a:cubicBezTo>
                    <a:pt x="227838" y="4521073"/>
                    <a:pt x="374396" y="4667758"/>
                    <a:pt x="620268" y="4718939"/>
                  </a:cubicBezTo>
                  <a:cubicBezTo>
                    <a:pt x="620522" y="4718939"/>
                    <a:pt x="620776" y="4718939"/>
                    <a:pt x="621030" y="4719066"/>
                  </a:cubicBezTo>
                  <a:cubicBezTo>
                    <a:pt x="1066927" y="4825237"/>
                    <a:pt x="1766062" y="4891278"/>
                    <a:pt x="2445639" y="4891278"/>
                  </a:cubicBezTo>
                  <a:cubicBezTo>
                    <a:pt x="3125216" y="4891278"/>
                    <a:pt x="3824351" y="4825365"/>
                    <a:pt x="4270248" y="4719066"/>
                  </a:cubicBezTo>
                  <a:cubicBezTo>
                    <a:pt x="4270502" y="4719066"/>
                    <a:pt x="4270756" y="4719066"/>
                    <a:pt x="4271010" y="4718939"/>
                  </a:cubicBezTo>
                  <a:cubicBezTo>
                    <a:pt x="4283075" y="4716398"/>
                    <a:pt x="4294632" y="4713478"/>
                    <a:pt x="4306189" y="4710557"/>
                  </a:cubicBezTo>
                  <a:cubicBezTo>
                    <a:pt x="4306951" y="4707509"/>
                    <a:pt x="4307713" y="4704460"/>
                    <a:pt x="4308348" y="4701412"/>
                  </a:cubicBezTo>
                  <a:cubicBezTo>
                    <a:pt x="4308348" y="4701159"/>
                    <a:pt x="4308348" y="4701032"/>
                    <a:pt x="4308475" y="4700778"/>
                  </a:cubicBezTo>
                  <a:close/>
                </a:path>
              </a:pathLst>
            </a:custGeom>
            <a:noFill/>
            <a:ln w="12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CE3F362A-28DC-344B-F921-66D340CEF90F}"/>
                </a:ext>
              </a:extLst>
            </p:cNvPr>
            <p:cNvSpPr/>
            <p:nvPr/>
          </p:nvSpPr>
          <p:spPr>
            <a:xfrm flipH="1">
              <a:off x="1452941" y="1171954"/>
              <a:ext cx="557148" cy="4514087"/>
            </a:xfrm>
            <a:custGeom>
              <a:avLst/>
              <a:gdLst>
                <a:gd name="connsiteX0" fmla="*/ 0 w 557148"/>
                <a:gd name="connsiteY0" fmla="*/ 4514088 h 4514087"/>
                <a:gd name="connsiteX1" fmla="*/ 384937 w 557148"/>
                <a:gd name="connsiteY1" fmla="*/ 4082034 h 4514087"/>
                <a:gd name="connsiteX2" fmla="*/ 385064 w 557148"/>
                <a:gd name="connsiteY2" fmla="*/ 4081398 h 4514087"/>
                <a:gd name="connsiteX3" fmla="*/ 557149 w 557148"/>
                <a:gd name="connsiteY3" fmla="*/ 2257044 h 4514087"/>
                <a:gd name="connsiteX4" fmla="*/ 385064 w 557148"/>
                <a:gd name="connsiteY4" fmla="*/ 432689 h 4514087"/>
                <a:gd name="connsiteX5" fmla="*/ 384937 w 557148"/>
                <a:gd name="connsiteY5" fmla="*/ 432054 h 4514087"/>
                <a:gd name="connsiteX6" fmla="*/ 0 w 557148"/>
                <a:gd name="connsiteY6" fmla="*/ 0 h 4514087"/>
                <a:gd name="connsiteX7" fmla="*/ 212471 w 557148"/>
                <a:gd name="connsiteY7" fmla="*/ 2257044 h 4514087"/>
                <a:gd name="connsiteX8" fmla="*/ 0 w 557148"/>
                <a:gd name="connsiteY8" fmla="*/ 4514088 h 451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7148" h="4514087">
                  <a:moveTo>
                    <a:pt x="0" y="4514088"/>
                  </a:moveTo>
                  <a:cubicBezTo>
                    <a:pt x="207899" y="4451858"/>
                    <a:pt x="334264" y="4310126"/>
                    <a:pt x="384937" y="4082034"/>
                  </a:cubicBezTo>
                  <a:cubicBezTo>
                    <a:pt x="384937" y="4081779"/>
                    <a:pt x="384937" y="4081653"/>
                    <a:pt x="385064" y="4081398"/>
                  </a:cubicBezTo>
                  <a:cubicBezTo>
                    <a:pt x="496062" y="3637534"/>
                    <a:pt x="557149" y="2989580"/>
                    <a:pt x="557149" y="2257044"/>
                  </a:cubicBezTo>
                  <a:cubicBezTo>
                    <a:pt x="557149" y="1524508"/>
                    <a:pt x="496062" y="876554"/>
                    <a:pt x="385064" y="432689"/>
                  </a:cubicBezTo>
                  <a:cubicBezTo>
                    <a:pt x="385064" y="432435"/>
                    <a:pt x="385064" y="432308"/>
                    <a:pt x="384937" y="432054"/>
                  </a:cubicBezTo>
                  <a:cubicBezTo>
                    <a:pt x="334264" y="203962"/>
                    <a:pt x="207899" y="62230"/>
                    <a:pt x="0" y="0"/>
                  </a:cubicBezTo>
                  <a:cubicBezTo>
                    <a:pt x="137541" y="552704"/>
                    <a:pt x="212471" y="1367282"/>
                    <a:pt x="212471" y="2257044"/>
                  </a:cubicBezTo>
                  <a:cubicBezTo>
                    <a:pt x="212471" y="3146806"/>
                    <a:pt x="137541" y="3961384"/>
                    <a:pt x="0" y="4514088"/>
                  </a:cubicBezTo>
                  <a:close/>
                </a:path>
              </a:pathLst>
            </a:custGeom>
            <a:noFill/>
            <a:ln w="12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9FD00F2A-708E-F812-B99C-A665FF8A4843}"/>
                </a:ext>
              </a:extLst>
            </p:cNvPr>
            <p:cNvGrpSpPr/>
            <p:nvPr userDrawn="1"/>
          </p:nvGrpSpPr>
          <p:grpSpPr>
            <a:xfrm flipH="1">
              <a:off x="1365116" y="951312"/>
              <a:ext cx="4957026" cy="4957150"/>
              <a:chOff x="6515329" y="951312"/>
              <a:chExt cx="4957026" cy="4957150"/>
            </a:xfrm>
          </p:grpSpPr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23B8F10B-5E71-218B-7631-4EA5445A45BE}"/>
                  </a:ext>
                </a:extLst>
              </p:cNvPr>
              <p:cNvSpPr/>
              <p:nvPr/>
            </p:nvSpPr>
            <p:spPr>
              <a:xfrm>
                <a:off x="10867824" y="1135079"/>
                <a:ext cx="604531" cy="4589996"/>
              </a:xfrm>
              <a:custGeom>
                <a:avLst/>
                <a:gdLst>
                  <a:gd name="csX0" fmla="*/ 431790 w 604531"/>
                  <a:gd name="csY0" fmla="*/ 465248 h 4589996"/>
                  <a:gd name="csX1" fmla="*/ 26868 w 604531"/>
                  <a:gd name="csY1" fmla="*/ 7351 h 4589996"/>
                  <a:gd name="csX2" fmla="*/ 12547 w 604531"/>
                  <a:gd name="csY2" fmla="*/ 3295 h 4589996"/>
                  <a:gd name="csX3" fmla="*/ 7224 w 604531"/>
                  <a:gd name="csY3" fmla="*/ 1901 h 4589996"/>
                  <a:gd name="csX4" fmla="*/ 127 w 604531"/>
                  <a:gd name="csY4" fmla="*/ 0 h 4589996"/>
                  <a:gd name="csX5" fmla="*/ 3802 w 604531"/>
                  <a:gd name="csY5" fmla="*/ 14194 h 4589996"/>
                  <a:gd name="csX6" fmla="*/ 7097 w 604531"/>
                  <a:gd name="csY6" fmla="*/ 28262 h 4589996"/>
                  <a:gd name="csX7" fmla="*/ 19391 w 604531"/>
                  <a:gd name="csY7" fmla="*/ 31684 h 4589996"/>
                  <a:gd name="csX8" fmla="*/ 407076 w 604531"/>
                  <a:gd name="csY8" fmla="*/ 471078 h 4589996"/>
                  <a:gd name="csX9" fmla="*/ 407076 w 604531"/>
                  <a:gd name="csY9" fmla="*/ 471458 h 4589996"/>
                  <a:gd name="csX10" fmla="*/ 579311 w 604531"/>
                  <a:gd name="csY10" fmla="*/ 2295062 h 4589996"/>
                  <a:gd name="csX11" fmla="*/ 407076 w 604531"/>
                  <a:gd name="csY11" fmla="*/ 4119046 h 4589996"/>
                  <a:gd name="csX12" fmla="*/ 7224 w 604531"/>
                  <a:gd name="csY12" fmla="*/ 4561481 h 4589996"/>
                  <a:gd name="csX13" fmla="*/ 3802 w 604531"/>
                  <a:gd name="csY13" fmla="*/ 4575802 h 4589996"/>
                  <a:gd name="csX14" fmla="*/ 0 w 604531"/>
                  <a:gd name="csY14" fmla="*/ 4589997 h 4589996"/>
                  <a:gd name="csX15" fmla="*/ 760 w 604531"/>
                  <a:gd name="csY15" fmla="*/ 4589743 h 4589996"/>
                  <a:gd name="csX16" fmla="*/ 7224 w 604531"/>
                  <a:gd name="csY16" fmla="*/ 4587969 h 4589996"/>
                  <a:gd name="csX17" fmla="*/ 431663 w 604531"/>
                  <a:gd name="csY17" fmla="*/ 4124875 h 4589996"/>
                  <a:gd name="csX18" fmla="*/ 604531 w 604531"/>
                  <a:gd name="csY18" fmla="*/ 2295062 h 4589996"/>
                  <a:gd name="csX19" fmla="*/ 431663 w 604531"/>
                  <a:gd name="csY19" fmla="*/ 465501 h 45899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604531" h="4589996">
                    <a:moveTo>
                      <a:pt x="431790" y="465248"/>
                    </a:moveTo>
                    <a:cubicBezTo>
                      <a:pt x="378180" y="223942"/>
                      <a:pt x="245615" y="74141"/>
                      <a:pt x="26868" y="7351"/>
                    </a:cubicBezTo>
                    <a:cubicBezTo>
                      <a:pt x="22179" y="5957"/>
                      <a:pt x="17363" y="4562"/>
                      <a:pt x="12547" y="3295"/>
                    </a:cubicBezTo>
                    <a:lnTo>
                      <a:pt x="7224" y="1901"/>
                    </a:lnTo>
                    <a:cubicBezTo>
                      <a:pt x="4816" y="1267"/>
                      <a:pt x="2535" y="634"/>
                      <a:pt x="127" y="0"/>
                    </a:cubicBezTo>
                    <a:cubicBezTo>
                      <a:pt x="1394" y="4689"/>
                      <a:pt x="2662" y="9378"/>
                      <a:pt x="3802" y="14194"/>
                    </a:cubicBezTo>
                    <a:cubicBezTo>
                      <a:pt x="4943" y="18884"/>
                      <a:pt x="6083" y="23573"/>
                      <a:pt x="7097" y="28262"/>
                    </a:cubicBezTo>
                    <a:cubicBezTo>
                      <a:pt x="11153" y="29403"/>
                      <a:pt x="15335" y="30543"/>
                      <a:pt x="19391" y="31684"/>
                    </a:cubicBezTo>
                    <a:cubicBezTo>
                      <a:pt x="228759" y="95686"/>
                      <a:pt x="355621" y="239404"/>
                      <a:pt x="407076" y="471078"/>
                    </a:cubicBezTo>
                    <a:lnTo>
                      <a:pt x="407076" y="471458"/>
                    </a:lnTo>
                    <a:cubicBezTo>
                      <a:pt x="518097" y="915414"/>
                      <a:pt x="579311" y="1563035"/>
                      <a:pt x="579311" y="2295062"/>
                    </a:cubicBezTo>
                    <a:cubicBezTo>
                      <a:pt x="579311" y="3027089"/>
                      <a:pt x="518224" y="3674709"/>
                      <a:pt x="407076" y="4119046"/>
                    </a:cubicBezTo>
                    <a:cubicBezTo>
                      <a:pt x="354734" y="4354648"/>
                      <a:pt x="223816" y="4499254"/>
                      <a:pt x="7224" y="4561481"/>
                    </a:cubicBezTo>
                    <a:cubicBezTo>
                      <a:pt x="6083" y="4566297"/>
                      <a:pt x="5069" y="4571113"/>
                      <a:pt x="3802" y="4575802"/>
                    </a:cubicBezTo>
                    <a:cubicBezTo>
                      <a:pt x="2662" y="4580618"/>
                      <a:pt x="1267" y="4585307"/>
                      <a:pt x="0" y="4589997"/>
                    </a:cubicBezTo>
                    <a:cubicBezTo>
                      <a:pt x="254" y="4589997"/>
                      <a:pt x="507" y="4589870"/>
                      <a:pt x="760" y="4589743"/>
                    </a:cubicBezTo>
                    <a:lnTo>
                      <a:pt x="7224" y="4587969"/>
                    </a:lnTo>
                    <a:cubicBezTo>
                      <a:pt x="237757" y="4524094"/>
                      <a:pt x="376660" y="4372518"/>
                      <a:pt x="431663" y="4124875"/>
                    </a:cubicBezTo>
                    <a:cubicBezTo>
                      <a:pt x="543191" y="3679018"/>
                      <a:pt x="604531" y="3029116"/>
                      <a:pt x="604531" y="2295062"/>
                    </a:cubicBezTo>
                    <a:cubicBezTo>
                      <a:pt x="604531" y="1561007"/>
                      <a:pt x="543191" y="911358"/>
                      <a:pt x="431663" y="465501"/>
                    </a:cubicBezTo>
                    <a:close/>
                  </a:path>
                </a:pathLst>
              </a:custGeom>
              <a:solidFill>
                <a:schemeClr val="bg1"/>
              </a:solidFill>
              <a:ln w="1266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8ABE8C29-7560-6EBA-0810-5A100D032400}"/>
                  </a:ext>
                </a:extLst>
              </p:cNvPr>
              <p:cNvSpPr/>
              <p:nvPr/>
            </p:nvSpPr>
            <p:spPr>
              <a:xfrm>
                <a:off x="6515329" y="951312"/>
                <a:ext cx="4359972" cy="4957150"/>
              </a:xfrm>
              <a:custGeom>
                <a:avLst/>
                <a:gdLst>
                  <a:gd name="csX0" fmla="*/ 4359847 w 4359972"/>
                  <a:gd name="csY0" fmla="*/ 4744994 h 4957150"/>
                  <a:gd name="csX1" fmla="*/ 4353130 w 4359972"/>
                  <a:gd name="csY1" fmla="*/ 4747022 h 4957150"/>
                  <a:gd name="csX2" fmla="*/ 4346539 w 4359972"/>
                  <a:gd name="csY2" fmla="*/ 4748923 h 4957150"/>
                  <a:gd name="csX3" fmla="*/ 4329937 w 4359972"/>
                  <a:gd name="csY3" fmla="*/ 4753359 h 4957150"/>
                  <a:gd name="csX4" fmla="*/ 4302435 w 4359972"/>
                  <a:gd name="csY4" fmla="*/ 4759569 h 4957150"/>
                  <a:gd name="csX5" fmla="*/ 2478704 w 4359972"/>
                  <a:gd name="csY5" fmla="*/ 4931677 h 4957150"/>
                  <a:gd name="csX6" fmla="*/ 654592 w 4359972"/>
                  <a:gd name="csY6" fmla="*/ 4759443 h 4957150"/>
                  <a:gd name="csX7" fmla="*/ 197581 w 4359972"/>
                  <a:gd name="csY7" fmla="*/ 4302053 h 4957150"/>
                  <a:gd name="csX8" fmla="*/ 25347 w 4359972"/>
                  <a:gd name="csY8" fmla="*/ 2478575 h 4957150"/>
                  <a:gd name="csX9" fmla="*/ 197581 w 4359972"/>
                  <a:gd name="csY9" fmla="*/ 654591 h 4957150"/>
                  <a:gd name="csX10" fmla="*/ 654845 w 4359972"/>
                  <a:gd name="csY10" fmla="*/ 197455 h 4957150"/>
                  <a:gd name="csX11" fmla="*/ 2478577 w 4359972"/>
                  <a:gd name="csY11" fmla="*/ 25347 h 4957150"/>
                  <a:gd name="csX12" fmla="*/ 4302689 w 4359972"/>
                  <a:gd name="csY12" fmla="*/ 197581 h 4957150"/>
                  <a:gd name="csX13" fmla="*/ 4353003 w 4359972"/>
                  <a:gd name="csY13" fmla="*/ 210001 h 4957150"/>
                  <a:gd name="csX14" fmla="*/ 4358452 w 4359972"/>
                  <a:gd name="csY14" fmla="*/ 211522 h 4957150"/>
                  <a:gd name="csX15" fmla="*/ 4359720 w 4359972"/>
                  <a:gd name="csY15" fmla="*/ 211903 h 4957150"/>
                  <a:gd name="csX16" fmla="*/ 4356425 w 4359972"/>
                  <a:gd name="csY16" fmla="*/ 197835 h 4957150"/>
                  <a:gd name="csX17" fmla="*/ 4352750 w 4359972"/>
                  <a:gd name="csY17" fmla="*/ 183640 h 4957150"/>
                  <a:gd name="csX18" fmla="*/ 4308265 w 4359972"/>
                  <a:gd name="csY18" fmla="*/ 172868 h 4957150"/>
                  <a:gd name="csX19" fmla="*/ 2478577 w 4359972"/>
                  <a:gd name="csY19" fmla="*/ 0 h 4957150"/>
                  <a:gd name="csX20" fmla="*/ 649269 w 4359972"/>
                  <a:gd name="csY20" fmla="*/ 172741 h 4957150"/>
                  <a:gd name="csX21" fmla="*/ 172868 w 4359972"/>
                  <a:gd name="csY21" fmla="*/ 648761 h 4957150"/>
                  <a:gd name="csX22" fmla="*/ 0 w 4359972"/>
                  <a:gd name="csY22" fmla="*/ 2478575 h 4957150"/>
                  <a:gd name="csX23" fmla="*/ 172741 w 4359972"/>
                  <a:gd name="csY23" fmla="*/ 4308009 h 4957150"/>
                  <a:gd name="csX24" fmla="*/ 648889 w 4359972"/>
                  <a:gd name="csY24" fmla="*/ 4784283 h 4957150"/>
                  <a:gd name="csX25" fmla="*/ 2478577 w 4359972"/>
                  <a:gd name="csY25" fmla="*/ 4957151 h 4957150"/>
                  <a:gd name="csX26" fmla="*/ 4307885 w 4359972"/>
                  <a:gd name="csY26" fmla="*/ 4784410 h 4957150"/>
                  <a:gd name="csX27" fmla="*/ 4335893 w 4359972"/>
                  <a:gd name="csY27" fmla="*/ 4778073 h 4957150"/>
                  <a:gd name="csX28" fmla="*/ 4352750 w 4359972"/>
                  <a:gd name="csY28" fmla="*/ 4773510 h 4957150"/>
                  <a:gd name="csX29" fmla="*/ 4356551 w 4359972"/>
                  <a:gd name="csY29" fmla="*/ 4759316 h 4957150"/>
                  <a:gd name="csX30" fmla="*/ 4359973 w 4359972"/>
                  <a:gd name="csY30" fmla="*/ 4744994 h 49571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</a:cxnLst>
                <a:rect l="l" t="t" r="r" b="b"/>
                <a:pathLst>
                  <a:path w="4359972" h="4957150">
                    <a:moveTo>
                      <a:pt x="4359847" y="4744994"/>
                    </a:moveTo>
                    <a:cubicBezTo>
                      <a:pt x="4357565" y="4745628"/>
                      <a:pt x="4355411" y="4746389"/>
                      <a:pt x="4353130" y="4747022"/>
                    </a:cubicBezTo>
                    <a:lnTo>
                      <a:pt x="4346539" y="4748923"/>
                    </a:lnTo>
                    <a:cubicBezTo>
                      <a:pt x="4341090" y="4750444"/>
                      <a:pt x="4335513" y="4752092"/>
                      <a:pt x="4329937" y="4753359"/>
                    </a:cubicBezTo>
                    <a:cubicBezTo>
                      <a:pt x="4320939" y="4755514"/>
                      <a:pt x="4311941" y="4757668"/>
                      <a:pt x="4302435" y="4759569"/>
                    </a:cubicBezTo>
                    <a:cubicBezTo>
                      <a:pt x="3856578" y="4865774"/>
                      <a:pt x="3157755" y="4931677"/>
                      <a:pt x="2478704" y="4931677"/>
                    </a:cubicBezTo>
                    <a:cubicBezTo>
                      <a:pt x="1799652" y="4931677"/>
                      <a:pt x="1100829" y="4865647"/>
                      <a:pt x="654592" y="4759443"/>
                    </a:cubicBezTo>
                    <a:cubicBezTo>
                      <a:pt x="403781" y="4707227"/>
                      <a:pt x="254359" y="4557679"/>
                      <a:pt x="197581" y="4302053"/>
                    </a:cubicBezTo>
                    <a:cubicBezTo>
                      <a:pt x="86434" y="3858223"/>
                      <a:pt x="25347" y="3210602"/>
                      <a:pt x="25347" y="2478575"/>
                    </a:cubicBezTo>
                    <a:cubicBezTo>
                      <a:pt x="25347" y="1746548"/>
                      <a:pt x="86434" y="1098928"/>
                      <a:pt x="197581" y="654591"/>
                    </a:cubicBezTo>
                    <a:cubicBezTo>
                      <a:pt x="254232" y="399345"/>
                      <a:pt x="403781" y="249797"/>
                      <a:pt x="654845" y="197455"/>
                    </a:cubicBezTo>
                    <a:cubicBezTo>
                      <a:pt x="1100703" y="91377"/>
                      <a:pt x="1799525" y="25347"/>
                      <a:pt x="2478577" y="25347"/>
                    </a:cubicBezTo>
                    <a:cubicBezTo>
                      <a:pt x="3157628" y="25347"/>
                      <a:pt x="3856451" y="91377"/>
                      <a:pt x="4302689" y="197581"/>
                    </a:cubicBezTo>
                    <a:cubicBezTo>
                      <a:pt x="4318277" y="200877"/>
                      <a:pt x="4334246" y="204805"/>
                      <a:pt x="4353003" y="210001"/>
                    </a:cubicBezTo>
                    <a:lnTo>
                      <a:pt x="4358452" y="211522"/>
                    </a:lnTo>
                    <a:cubicBezTo>
                      <a:pt x="4358452" y="211522"/>
                      <a:pt x="4359340" y="211776"/>
                      <a:pt x="4359720" y="211903"/>
                    </a:cubicBezTo>
                    <a:cubicBezTo>
                      <a:pt x="4358579" y="207213"/>
                      <a:pt x="4357565" y="202524"/>
                      <a:pt x="4356425" y="197835"/>
                    </a:cubicBezTo>
                    <a:cubicBezTo>
                      <a:pt x="4355284" y="193019"/>
                      <a:pt x="4354017" y="188456"/>
                      <a:pt x="4352750" y="183640"/>
                    </a:cubicBezTo>
                    <a:cubicBezTo>
                      <a:pt x="4336527" y="179205"/>
                      <a:pt x="4322079" y="175783"/>
                      <a:pt x="4308265" y="172868"/>
                    </a:cubicBezTo>
                    <a:cubicBezTo>
                      <a:pt x="3853789" y="64635"/>
                      <a:pt x="3169795" y="0"/>
                      <a:pt x="2478577" y="0"/>
                    </a:cubicBezTo>
                    <a:cubicBezTo>
                      <a:pt x="1787358" y="0"/>
                      <a:pt x="1103364" y="64635"/>
                      <a:pt x="649269" y="172741"/>
                    </a:cubicBezTo>
                    <a:cubicBezTo>
                      <a:pt x="387812" y="227238"/>
                      <a:pt x="231927" y="383123"/>
                      <a:pt x="172868" y="648761"/>
                    </a:cubicBezTo>
                    <a:cubicBezTo>
                      <a:pt x="61340" y="1094745"/>
                      <a:pt x="0" y="1744520"/>
                      <a:pt x="0" y="2478575"/>
                    </a:cubicBezTo>
                    <a:cubicBezTo>
                      <a:pt x="0" y="3212630"/>
                      <a:pt x="61340" y="3862405"/>
                      <a:pt x="172741" y="4308009"/>
                    </a:cubicBezTo>
                    <a:cubicBezTo>
                      <a:pt x="231800" y="4574028"/>
                      <a:pt x="387686" y="4729913"/>
                      <a:pt x="648889" y="4784283"/>
                    </a:cubicBezTo>
                    <a:cubicBezTo>
                      <a:pt x="1103364" y="4892515"/>
                      <a:pt x="1787358" y="4957151"/>
                      <a:pt x="2478577" y="4957151"/>
                    </a:cubicBezTo>
                    <a:cubicBezTo>
                      <a:pt x="3169795" y="4957151"/>
                      <a:pt x="3853789" y="4892515"/>
                      <a:pt x="4307885" y="4784410"/>
                    </a:cubicBezTo>
                    <a:cubicBezTo>
                      <a:pt x="4317390" y="4782382"/>
                      <a:pt x="4326642" y="4780354"/>
                      <a:pt x="4335893" y="4778073"/>
                    </a:cubicBezTo>
                    <a:cubicBezTo>
                      <a:pt x="4341597" y="4776678"/>
                      <a:pt x="4347173" y="4775158"/>
                      <a:pt x="4352750" y="4773510"/>
                    </a:cubicBezTo>
                    <a:cubicBezTo>
                      <a:pt x="4354017" y="4768694"/>
                      <a:pt x="4355411" y="4764132"/>
                      <a:pt x="4356551" y="4759316"/>
                    </a:cubicBezTo>
                    <a:cubicBezTo>
                      <a:pt x="4357692" y="4754627"/>
                      <a:pt x="4358833" y="4749811"/>
                      <a:pt x="4359973" y="4744994"/>
                    </a:cubicBezTo>
                    <a:close/>
                  </a:path>
                </a:pathLst>
              </a:custGeom>
              <a:solidFill>
                <a:srgbClr val="FF6200"/>
              </a:solidFill>
              <a:ln w="1266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12" name="Espaço Reservado para Texto 19">
            <a:extLst>
              <a:ext uri="{FF2B5EF4-FFF2-40B4-BE49-F238E27FC236}">
                <a16:creationId xmlns:a16="http://schemas.microsoft.com/office/drawing/2014/main" id="{1E66B6DA-C360-636F-8BDA-8DDFAF09F6D2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832186" y="4147767"/>
            <a:ext cx="3243321" cy="79464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75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Anexos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018E0D97-09FA-C865-2B9C-DB005FE277E3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F56220E3-1A6E-A2C1-42D9-B9117106E7A1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655FC935-17DE-7E8C-D9CF-B42EC41D6413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9E33F5AF-ADC3-407F-7B6F-CB1C76387E3F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0BADFF7C-02E9-2476-A3A1-B95E9504B2F6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49644651-18C2-F25C-040D-D30BA117E055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8A42B8CD-373B-21A6-09BE-E557762CD5C9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5953ED77-D1E3-5BBB-4147-6AE171D21B1E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4F158DB4-96FB-5568-AA71-C8D47254186B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17BEFD5E-6100-8A7C-2105-275D6ED4537A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692B1290-A82C-E584-ADFF-BC870DE84182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65B461CF-F3A0-8365-43B2-BAF2CB06D202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9469FE06-CC9A-A1B1-6D0F-34924FFA227D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C11D2F0-5EA2-0781-D508-6F731F155424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B4830999-F539-A32B-1405-918F719EE2AA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F0B863C2-7C82-D55C-A795-6C651E26DAF5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C6690DD0-F984-2937-D496-53A90B465A42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8709320C-3252-A779-1BEB-F5997B42B525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0DFDA380-FC91-0E9D-F3F3-8F8B5D9D9184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1E905641-D729-85B7-E600-FDE7091A3A24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1AF08535-B2DE-BAB5-E2CE-60C9467ED7A5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1B7AAF5D-81A6-F666-C18A-1439F9AFBABB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EEFBA09-B5B3-B295-1249-1256D9F6A9C4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F6412FEE-04E7-1DE5-1F14-CA8309BFCBE5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32" name="Retângulo: Cantos Arredondados 31">
              <a:extLst>
                <a:ext uri="{FF2B5EF4-FFF2-40B4-BE49-F238E27FC236}">
                  <a16:creationId xmlns:a16="http://schemas.microsoft.com/office/drawing/2014/main" id="{C11E26CD-23E4-C54B-687F-B42A99C36D58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3" name="Retângulo: Cantos Arredondados 32">
              <a:extLst>
                <a:ext uri="{FF2B5EF4-FFF2-40B4-BE49-F238E27FC236}">
                  <a16:creationId xmlns:a16="http://schemas.microsoft.com/office/drawing/2014/main" id="{AA1AA4B5-0849-5D57-D997-8A2B42422276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EB1A6D1F-3965-AC25-743B-3F795D9531D3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17434CE9-BDEF-1FD2-69F3-D667716B4019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  <p:sp>
        <p:nvSpPr>
          <p:cNvPr id="36" name="Espaço Reservado para Texto 40">
            <a:extLst>
              <a:ext uri="{FF2B5EF4-FFF2-40B4-BE49-F238E27FC236}">
                <a16:creationId xmlns:a16="http://schemas.microsoft.com/office/drawing/2014/main" id="{20E1B276-0E37-DC0B-AF8F-F8FF0587F605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32186" y="4868870"/>
            <a:ext cx="3238500" cy="349250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Cap. X |  Título do Capítulo</a:t>
            </a:r>
          </a:p>
          <a:p>
            <a:pPr lvl="0"/>
            <a:endParaRPr lang="pt-BR"/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605D1D6-32DF-0B57-79FF-DEF5889E3136}"/>
              </a:ext>
            </a:extLst>
          </p:cNvPr>
          <p:cNvSpPr txBox="1">
            <a:spLocks/>
          </p:cNvSpPr>
          <p:nvPr userDrawn="1"/>
        </p:nvSpPr>
        <p:spPr>
          <a:xfrm>
            <a:off x="911261" y="3217069"/>
            <a:ext cx="423862" cy="423862"/>
          </a:xfrm>
          <a:custGeom>
            <a:avLst/>
            <a:gdLst>
              <a:gd name="connsiteX0" fmla="*/ 489439 w 905044"/>
              <a:gd name="connsiteY0" fmla="*/ 629348 h 905044"/>
              <a:gd name="connsiteX1" fmla="*/ 506042 w 905044"/>
              <a:gd name="connsiteY1" fmla="*/ 630233 h 905044"/>
              <a:gd name="connsiteX2" fmla="*/ 506042 w 905044"/>
              <a:gd name="connsiteY2" fmla="*/ 648133 h 905044"/>
              <a:gd name="connsiteX3" fmla="*/ 466723 w 905044"/>
              <a:gd name="connsiteY3" fmla="*/ 688759 h 905044"/>
              <a:gd name="connsiteX4" fmla="*/ 433528 w 905044"/>
              <a:gd name="connsiteY4" fmla="*/ 661235 h 905044"/>
              <a:gd name="connsiteX5" fmla="*/ 489439 w 905044"/>
              <a:gd name="connsiteY5" fmla="*/ 629348 h 905044"/>
              <a:gd name="connsiteX6" fmla="*/ 602138 w 905044"/>
              <a:gd name="connsiteY6" fmla="*/ 503989 h 905044"/>
              <a:gd name="connsiteX7" fmla="*/ 602138 w 905044"/>
              <a:gd name="connsiteY7" fmla="*/ 651190 h 905044"/>
              <a:gd name="connsiteX8" fmla="*/ 678574 w 905044"/>
              <a:gd name="connsiteY8" fmla="*/ 736364 h 905044"/>
              <a:gd name="connsiteX9" fmla="*/ 739725 w 905044"/>
              <a:gd name="connsiteY9" fmla="*/ 706226 h 905044"/>
              <a:gd name="connsiteX10" fmla="*/ 740600 w 905044"/>
              <a:gd name="connsiteY10" fmla="*/ 730682 h 905044"/>
              <a:gd name="connsiteX11" fmla="*/ 804375 w 905044"/>
              <a:gd name="connsiteY11" fmla="*/ 730682 h 905044"/>
              <a:gd name="connsiteX12" fmla="*/ 804375 w 905044"/>
              <a:gd name="connsiteY12" fmla="*/ 503989 h 905044"/>
              <a:gd name="connsiteX13" fmla="*/ 737985 w 905044"/>
              <a:gd name="connsiteY13" fmla="*/ 503989 h 905044"/>
              <a:gd name="connsiteX14" fmla="*/ 737985 w 905044"/>
              <a:gd name="connsiteY14" fmla="*/ 637644 h 905044"/>
              <a:gd name="connsiteX15" fmla="*/ 702165 w 905044"/>
              <a:gd name="connsiteY15" fmla="*/ 682635 h 905044"/>
              <a:gd name="connsiteX16" fmla="*/ 668528 w 905044"/>
              <a:gd name="connsiteY16" fmla="*/ 640268 h 905044"/>
              <a:gd name="connsiteX17" fmla="*/ 668528 w 905044"/>
              <a:gd name="connsiteY17" fmla="*/ 503989 h 905044"/>
              <a:gd name="connsiteX18" fmla="*/ 99385 w 905044"/>
              <a:gd name="connsiteY18" fmla="*/ 503989 h 905044"/>
              <a:gd name="connsiteX19" fmla="*/ 99385 w 905044"/>
              <a:gd name="connsiteY19" fmla="*/ 730682 h 905044"/>
              <a:gd name="connsiteX20" fmla="*/ 165775 w 905044"/>
              <a:gd name="connsiteY20" fmla="*/ 730682 h 905044"/>
              <a:gd name="connsiteX21" fmla="*/ 165775 w 905044"/>
              <a:gd name="connsiteY21" fmla="*/ 503989 h 905044"/>
              <a:gd name="connsiteX22" fmla="*/ 468483 w 905044"/>
              <a:gd name="connsiteY22" fmla="*/ 498307 h 905044"/>
              <a:gd name="connsiteX23" fmla="*/ 381126 w 905044"/>
              <a:gd name="connsiteY23" fmla="*/ 513592 h 905044"/>
              <a:gd name="connsiteX24" fmla="*/ 381126 w 905044"/>
              <a:gd name="connsiteY24" fmla="*/ 566890 h 905044"/>
              <a:gd name="connsiteX25" fmla="*/ 458004 w 905044"/>
              <a:gd name="connsiteY25" fmla="*/ 550720 h 905044"/>
              <a:gd name="connsiteX26" fmla="*/ 505619 w 905044"/>
              <a:gd name="connsiteY26" fmla="*/ 589164 h 905044"/>
              <a:gd name="connsiteX27" fmla="*/ 483336 w 905044"/>
              <a:gd name="connsiteY27" fmla="*/ 588289 h 905044"/>
              <a:gd name="connsiteX28" fmla="*/ 369330 w 905044"/>
              <a:gd name="connsiteY28" fmla="*/ 666475 h 905044"/>
              <a:gd name="connsiteX29" fmla="*/ 447073 w 905044"/>
              <a:gd name="connsiteY29" fmla="*/ 736364 h 905044"/>
              <a:gd name="connsiteX30" fmla="*/ 506485 w 905044"/>
              <a:gd name="connsiteY30" fmla="*/ 707101 h 905044"/>
              <a:gd name="connsiteX31" fmla="*/ 507359 w 905044"/>
              <a:gd name="connsiteY31" fmla="*/ 730682 h 905044"/>
              <a:gd name="connsiteX32" fmla="*/ 569385 w 905044"/>
              <a:gd name="connsiteY32" fmla="*/ 730682 h 905044"/>
              <a:gd name="connsiteX33" fmla="*/ 569385 w 905044"/>
              <a:gd name="connsiteY33" fmla="*/ 597460 h 905044"/>
              <a:gd name="connsiteX34" fmla="*/ 468483 w 905044"/>
              <a:gd name="connsiteY34" fmla="*/ 498307 h 905044"/>
              <a:gd name="connsiteX35" fmla="*/ 290692 w 905044"/>
              <a:gd name="connsiteY35" fmla="*/ 435407 h 905044"/>
              <a:gd name="connsiteX36" fmla="*/ 224292 w 905044"/>
              <a:gd name="connsiteY36" fmla="*/ 447192 h 905044"/>
              <a:gd name="connsiteX37" fmla="*/ 224292 w 905044"/>
              <a:gd name="connsiteY37" fmla="*/ 503989 h 905044"/>
              <a:gd name="connsiteX38" fmla="*/ 191107 w 905044"/>
              <a:gd name="connsiteY38" fmla="*/ 503989 h 905044"/>
              <a:gd name="connsiteX39" fmla="*/ 191107 w 905044"/>
              <a:gd name="connsiteY39" fmla="*/ 555526 h 905044"/>
              <a:gd name="connsiteX40" fmla="*/ 224302 w 905044"/>
              <a:gd name="connsiteY40" fmla="*/ 555526 h 905044"/>
              <a:gd name="connsiteX41" fmla="*/ 224302 w 905044"/>
              <a:gd name="connsiteY41" fmla="*/ 652497 h 905044"/>
              <a:gd name="connsiteX42" fmla="*/ 304237 w 905044"/>
              <a:gd name="connsiteY42" fmla="*/ 735057 h 905044"/>
              <a:gd name="connsiteX43" fmla="*/ 345296 w 905044"/>
              <a:gd name="connsiteY43" fmla="*/ 730682 h 905044"/>
              <a:gd name="connsiteX44" fmla="*/ 345296 w 905044"/>
              <a:gd name="connsiteY44" fmla="*/ 680020 h 905044"/>
              <a:gd name="connsiteX45" fmla="*/ 321704 w 905044"/>
              <a:gd name="connsiteY45" fmla="*/ 682635 h 905044"/>
              <a:gd name="connsiteX46" fmla="*/ 290692 w 905044"/>
              <a:gd name="connsiteY46" fmla="*/ 648122 h 905044"/>
              <a:gd name="connsiteX47" fmla="*/ 290692 w 905044"/>
              <a:gd name="connsiteY47" fmla="*/ 555526 h 905044"/>
              <a:gd name="connsiteX48" fmla="*/ 348343 w 905044"/>
              <a:gd name="connsiteY48" fmla="*/ 555526 h 905044"/>
              <a:gd name="connsiteX49" fmla="*/ 348343 w 905044"/>
              <a:gd name="connsiteY49" fmla="*/ 503989 h 905044"/>
              <a:gd name="connsiteX50" fmla="*/ 290692 w 905044"/>
              <a:gd name="connsiteY50" fmla="*/ 503989 h 905044"/>
              <a:gd name="connsiteX51" fmla="*/ 761999 w 905044"/>
              <a:gd name="connsiteY51" fmla="*/ 415758 h 905044"/>
              <a:gd name="connsiteX52" fmla="*/ 651493 w 905044"/>
              <a:gd name="connsiteY52" fmla="*/ 435417 h 905044"/>
              <a:gd name="connsiteX53" fmla="*/ 651493 w 905044"/>
              <a:gd name="connsiteY53" fmla="*/ 473419 h 905044"/>
              <a:gd name="connsiteX54" fmla="*/ 761999 w 905044"/>
              <a:gd name="connsiteY54" fmla="*/ 473419 h 905044"/>
              <a:gd name="connsiteX55" fmla="*/ 761999 w 905044"/>
              <a:gd name="connsiteY55" fmla="*/ 473409 h 905044"/>
              <a:gd name="connsiteX56" fmla="*/ 132580 w 905044"/>
              <a:gd name="connsiteY56" fmla="*/ 404394 h 905044"/>
              <a:gd name="connsiteX57" fmla="*/ 93271 w 905044"/>
              <a:gd name="connsiteY57" fmla="*/ 442396 h 905044"/>
              <a:gd name="connsiteX58" fmla="*/ 132580 w 905044"/>
              <a:gd name="connsiteY58" fmla="*/ 480398 h 905044"/>
              <a:gd name="connsiteX59" fmla="*/ 171899 w 905044"/>
              <a:gd name="connsiteY59" fmla="*/ 442396 h 905044"/>
              <a:gd name="connsiteX60" fmla="*/ 132580 w 905044"/>
              <a:gd name="connsiteY60" fmla="*/ 404394 h 905044"/>
              <a:gd name="connsiteX61" fmla="*/ 452522 w 905044"/>
              <a:gd name="connsiteY61" fmla="*/ 0 h 905044"/>
              <a:gd name="connsiteX62" fmla="*/ 787720 w 905044"/>
              <a:gd name="connsiteY62" fmla="*/ 31656 h 905044"/>
              <a:gd name="connsiteX63" fmla="*/ 873388 w 905044"/>
              <a:gd name="connsiteY63" fmla="*/ 117324 h 905044"/>
              <a:gd name="connsiteX64" fmla="*/ 905044 w 905044"/>
              <a:gd name="connsiteY64" fmla="*/ 452523 h 905044"/>
              <a:gd name="connsiteX65" fmla="*/ 873388 w 905044"/>
              <a:gd name="connsiteY65" fmla="*/ 787720 h 905044"/>
              <a:gd name="connsiteX66" fmla="*/ 787720 w 905044"/>
              <a:gd name="connsiteY66" fmla="*/ 873388 h 905044"/>
              <a:gd name="connsiteX67" fmla="*/ 452522 w 905044"/>
              <a:gd name="connsiteY67" fmla="*/ 905044 h 905044"/>
              <a:gd name="connsiteX68" fmla="*/ 117324 w 905044"/>
              <a:gd name="connsiteY68" fmla="*/ 873388 h 905044"/>
              <a:gd name="connsiteX69" fmla="*/ 31656 w 905044"/>
              <a:gd name="connsiteY69" fmla="*/ 787720 h 905044"/>
              <a:gd name="connsiteX70" fmla="*/ 0 w 905044"/>
              <a:gd name="connsiteY70" fmla="*/ 452523 h 905044"/>
              <a:gd name="connsiteX71" fmla="*/ 31656 w 905044"/>
              <a:gd name="connsiteY71" fmla="*/ 117324 h 905044"/>
              <a:gd name="connsiteX72" fmla="*/ 117324 w 905044"/>
              <a:gd name="connsiteY72" fmla="*/ 31656 h 905044"/>
              <a:gd name="connsiteX73" fmla="*/ 452522 w 905044"/>
              <a:gd name="connsiteY73" fmla="*/ 0 h 905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905044" h="905044">
                <a:moveTo>
                  <a:pt x="489439" y="629348"/>
                </a:moveTo>
                <a:cubicBezTo>
                  <a:pt x="494679" y="629348"/>
                  <a:pt x="502985" y="629791"/>
                  <a:pt x="506042" y="630233"/>
                </a:cubicBezTo>
                <a:lnTo>
                  <a:pt x="506042" y="648133"/>
                </a:lnTo>
                <a:cubicBezTo>
                  <a:pt x="506042" y="672167"/>
                  <a:pt x="489872" y="688759"/>
                  <a:pt x="466723" y="688759"/>
                </a:cubicBezTo>
                <a:cubicBezTo>
                  <a:pt x="446189" y="688759"/>
                  <a:pt x="433528" y="679588"/>
                  <a:pt x="433528" y="661235"/>
                </a:cubicBezTo>
                <a:cubicBezTo>
                  <a:pt x="433528" y="640268"/>
                  <a:pt x="453630" y="629348"/>
                  <a:pt x="489439" y="629348"/>
                </a:cubicBezTo>
                <a:close/>
                <a:moveTo>
                  <a:pt x="602138" y="503989"/>
                </a:moveTo>
                <a:lnTo>
                  <a:pt x="602138" y="651190"/>
                </a:lnTo>
                <a:cubicBezTo>
                  <a:pt x="602148" y="703169"/>
                  <a:pt x="631844" y="736364"/>
                  <a:pt x="678574" y="736364"/>
                </a:cubicBezTo>
                <a:cubicBezTo>
                  <a:pt x="706097" y="736364"/>
                  <a:pt x="724882" y="726308"/>
                  <a:pt x="739725" y="706226"/>
                </a:cubicBezTo>
                <a:lnTo>
                  <a:pt x="740600" y="730682"/>
                </a:lnTo>
                <a:lnTo>
                  <a:pt x="804375" y="730682"/>
                </a:lnTo>
                <a:lnTo>
                  <a:pt x="804375" y="503989"/>
                </a:lnTo>
                <a:lnTo>
                  <a:pt x="737985" y="503989"/>
                </a:lnTo>
                <a:lnTo>
                  <a:pt x="737985" y="637644"/>
                </a:lnTo>
                <a:cubicBezTo>
                  <a:pt x="737985" y="665167"/>
                  <a:pt x="724439" y="682635"/>
                  <a:pt x="702165" y="682635"/>
                </a:cubicBezTo>
                <a:cubicBezTo>
                  <a:pt x="680324" y="682635"/>
                  <a:pt x="668528" y="667782"/>
                  <a:pt x="668528" y="640268"/>
                </a:cubicBezTo>
                <a:lnTo>
                  <a:pt x="668528" y="503989"/>
                </a:lnTo>
                <a:close/>
                <a:moveTo>
                  <a:pt x="99385" y="503989"/>
                </a:moveTo>
                <a:lnTo>
                  <a:pt x="99385" y="730682"/>
                </a:lnTo>
                <a:lnTo>
                  <a:pt x="165775" y="730682"/>
                </a:lnTo>
                <a:lnTo>
                  <a:pt x="165775" y="503989"/>
                </a:lnTo>
                <a:close/>
                <a:moveTo>
                  <a:pt x="468483" y="498307"/>
                </a:moveTo>
                <a:cubicBezTo>
                  <a:pt x="435298" y="498307"/>
                  <a:pt x="407775" y="503547"/>
                  <a:pt x="381126" y="513592"/>
                </a:cubicBezTo>
                <a:lnTo>
                  <a:pt x="381126" y="566890"/>
                </a:lnTo>
                <a:cubicBezTo>
                  <a:pt x="407332" y="556834"/>
                  <a:pt x="433538" y="550720"/>
                  <a:pt x="458004" y="550720"/>
                </a:cubicBezTo>
                <a:cubicBezTo>
                  <a:pt x="488575" y="550720"/>
                  <a:pt x="505619" y="564697"/>
                  <a:pt x="505619" y="589164"/>
                </a:cubicBezTo>
                <a:cubicBezTo>
                  <a:pt x="500381" y="588731"/>
                  <a:pt x="491642" y="588289"/>
                  <a:pt x="483336" y="588289"/>
                </a:cubicBezTo>
                <a:cubicBezTo>
                  <a:pt x="413446" y="588289"/>
                  <a:pt x="369330" y="617120"/>
                  <a:pt x="369330" y="666475"/>
                </a:cubicBezTo>
                <a:cubicBezTo>
                  <a:pt x="369320" y="709283"/>
                  <a:pt x="399458" y="736364"/>
                  <a:pt x="447073" y="736364"/>
                </a:cubicBezTo>
                <a:cubicBezTo>
                  <a:pt x="473722" y="736364"/>
                  <a:pt x="492939" y="725443"/>
                  <a:pt x="506485" y="707101"/>
                </a:cubicBezTo>
                <a:lnTo>
                  <a:pt x="507359" y="730682"/>
                </a:lnTo>
                <a:lnTo>
                  <a:pt x="569385" y="730682"/>
                </a:lnTo>
                <a:lnTo>
                  <a:pt x="569385" y="597460"/>
                </a:lnTo>
                <a:cubicBezTo>
                  <a:pt x="569385" y="532820"/>
                  <a:pt x="533133" y="498307"/>
                  <a:pt x="468483" y="498307"/>
                </a:cubicBezTo>
                <a:close/>
                <a:moveTo>
                  <a:pt x="290692" y="435407"/>
                </a:moveTo>
                <a:lnTo>
                  <a:pt x="224292" y="447192"/>
                </a:lnTo>
                <a:lnTo>
                  <a:pt x="224292" y="503989"/>
                </a:lnTo>
                <a:lnTo>
                  <a:pt x="191107" y="503989"/>
                </a:lnTo>
                <a:lnTo>
                  <a:pt x="191107" y="555526"/>
                </a:lnTo>
                <a:lnTo>
                  <a:pt x="224302" y="555526"/>
                </a:lnTo>
                <a:lnTo>
                  <a:pt x="224302" y="652497"/>
                </a:lnTo>
                <a:cubicBezTo>
                  <a:pt x="224302" y="707534"/>
                  <a:pt x="253142" y="735057"/>
                  <a:pt x="304237" y="735057"/>
                </a:cubicBezTo>
                <a:cubicBezTo>
                  <a:pt x="322589" y="735057"/>
                  <a:pt x="337875" y="732865"/>
                  <a:pt x="345296" y="730682"/>
                </a:cubicBezTo>
                <a:lnTo>
                  <a:pt x="345296" y="680020"/>
                </a:lnTo>
                <a:cubicBezTo>
                  <a:pt x="340489" y="681328"/>
                  <a:pt x="331751" y="682635"/>
                  <a:pt x="321704" y="682635"/>
                </a:cubicBezTo>
                <a:cubicBezTo>
                  <a:pt x="300305" y="682635"/>
                  <a:pt x="290692" y="672157"/>
                  <a:pt x="290692" y="648122"/>
                </a:cubicBezTo>
                <a:lnTo>
                  <a:pt x="290692" y="555526"/>
                </a:lnTo>
                <a:lnTo>
                  <a:pt x="348343" y="555526"/>
                </a:lnTo>
                <a:lnTo>
                  <a:pt x="348343" y="503989"/>
                </a:lnTo>
                <a:lnTo>
                  <a:pt x="290692" y="503989"/>
                </a:lnTo>
                <a:close/>
                <a:moveTo>
                  <a:pt x="761999" y="415758"/>
                </a:moveTo>
                <a:lnTo>
                  <a:pt x="651493" y="435417"/>
                </a:lnTo>
                <a:lnTo>
                  <a:pt x="651493" y="473419"/>
                </a:lnTo>
                <a:lnTo>
                  <a:pt x="761999" y="473419"/>
                </a:lnTo>
                <a:lnTo>
                  <a:pt x="761999" y="473409"/>
                </a:lnTo>
                <a:close/>
                <a:moveTo>
                  <a:pt x="132580" y="404394"/>
                </a:moveTo>
                <a:cubicBezTo>
                  <a:pt x="109431" y="404394"/>
                  <a:pt x="93271" y="420122"/>
                  <a:pt x="93271" y="442396"/>
                </a:cubicBezTo>
                <a:cubicBezTo>
                  <a:pt x="93271" y="465112"/>
                  <a:pt x="109431" y="480398"/>
                  <a:pt x="132580" y="480398"/>
                </a:cubicBezTo>
                <a:cubicBezTo>
                  <a:pt x="155739" y="480398"/>
                  <a:pt x="171899" y="464680"/>
                  <a:pt x="171899" y="442396"/>
                </a:cubicBezTo>
                <a:cubicBezTo>
                  <a:pt x="171899" y="419679"/>
                  <a:pt x="155739" y="404394"/>
                  <a:pt x="132580" y="404394"/>
                </a:cubicBezTo>
                <a:close/>
                <a:moveTo>
                  <a:pt x="452522" y="0"/>
                </a:moveTo>
                <a:cubicBezTo>
                  <a:pt x="584739" y="0"/>
                  <a:pt x="705784" y="11172"/>
                  <a:pt x="787720" y="31656"/>
                </a:cubicBezTo>
                <a:cubicBezTo>
                  <a:pt x="838000" y="42829"/>
                  <a:pt x="864076" y="72625"/>
                  <a:pt x="873388" y="117324"/>
                </a:cubicBezTo>
                <a:cubicBezTo>
                  <a:pt x="892012" y="195530"/>
                  <a:pt x="905044" y="320305"/>
                  <a:pt x="905044" y="452523"/>
                </a:cubicBezTo>
                <a:cubicBezTo>
                  <a:pt x="905044" y="584739"/>
                  <a:pt x="892012" y="709514"/>
                  <a:pt x="873388" y="787720"/>
                </a:cubicBezTo>
                <a:cubicBezTo>
                  <a:pt x="864076" y="832409"/>
                  <a:pt x="838000" y="862205"/>
                  <a:pt x="787720" y="873388"/>
                </a:cubicBezTo>
                <a:cubicBezTo>
                  <a:pt x="705784" y="893872"/>
                  <a:pt x="584739" y="905044"/>
                  <a:pt x="452522" y="905044"/>
                </a:cubicBezTo>
                <a:cubicBezTo>
                  <a:pt x="320305" y="905044"/>
                  <a:pt x="199260" y="893872"/>
                  <a:pt x="117324" y="873388"/>
                </a:cubicBezTo>
                <a:cubicBezTo>
                  <a:pt x="67044" y="862215"/>
                  <a:pt x="40969" y="832419"/>
                  <a:pt x="31656" y="787720"/>
                </a:cubicBezTo>
                <a:cubicBezTo>
                  <a:pt x="13032" y="709514"/>
                  <a:pt x="0" y="584739"/>
                  <a:pt x="0" y="452523"/>
                </a:cubicBezTo>
                <a:cubicBezTo>
                  <a:pt x="0" y="320305"/>
                  <a:pt x="13032" y="195530"/>
                  <a:pt x="31656" y="117324"/>
                </a:cubicBezTo>
                <a:cubicBezTo>
                  <a:pt x="40969" y="72635"/>
                  <a:pt x="67044" y="42839"/>
                  <a:pt x="117324" y="31656"/>
                </a:cubicBezTo>
                <a:cubicBezTo>
                  <a:pt x="199260" y="11172"/>
                  <a:pt x="320305" y="0"/>
                  <a:pt x="45252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" kern="1200">
                <a:noFill/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0" marR="0" lvl="3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Itau Display Pro" panose="020B0503020204020204" pitchFamily="34" charset="0"/>
              <a:ea typeface="+mn-ea"/>
              <a:cs typeface="Itau Display Pro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68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lide 1 fundo escur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42577D85-1440-883F-BC86-27A58B3A3973}"/>
              </a:ext>
            </a:extLst>
          </p:cNvPr>
          <p:cNvSpPr/>
          <p:nvPr userDrawn="1"/>
        </p:nvSpPr>
        <p:spPr>
          <a:xfrm flipH="1">
            <a:off x="6891973" y="371535"/>
            <a:ext cx="5300027" cy="6130417"/>
          </a:xfrm>
          <a:custGeom>
            <a:avLst/>
            <a:gdLst>
              <a:gd name="connsiteX0" fmla="*/ 2235009 w 5300027"/>
              <a:gd name="connsiteY0" fmla="*/ 0 h 6130417"/>
              <a:gd name="connsiteX1" fmla="*/ 2234882 w 5300027"/>
              <a:gd name="connsiteY1" fmla="*/ 127 h 6130417"/>
              <a:gd name="connsiteX2" fmla="*/ 4505515 w 5300027"/>
              <a:gd name="connsiteY2" fmla="*/ 214503 h 6130417"/>
              <a:gd name="connsiteX3" fmla="*/ 5085651 w 5300027"/>
              <a:gd name="connsiteY3" fmla="*/ 794639 h 6130417"/>
              <a:gd name="connsiteX4" fmla="*/ 5300027 w 5300027"/>
              <a:gd name="connsiteY4" fmla="*/ 3065272 h 6130417"/>
              <a:gd name="connsiteX5" fmla="*/ 5085651 w 5300027"/>
              <a:gd name="connsiteY5" fmla="*/ 5335905 h 6130417"/>
              <a:gd name="connsiteX6" fmla="*/ 4505515 w 5300027"/>
              <a:gd name="connsiteY6" fmla="*/ 5916041 h 6130417"/>
              <a:gd name="connsiteX7" fmla="*/ 2234882 w 5300027"/>
              <a:gd name="connsiteY7" fmla="*/ 6130417 h 6130417"/>
              <a:gd name="connsiteX8" fmla="*/ 177241 w 5300027"/>
              <a:gd name="connsiteY8" fmla="*/ 5961497 h 6130417"/>
              <a:gd name="connsiteX9" fmla="*/ 0 w 5300027"/>
              <a:gd name="connsiteY9" fmla="*/ 5923671 h 6130417"/>
              <a:gd name="connsiteX10" fmla="*/ 0 w 5300027"/>
              <a:gd name="connsiteY10" fmla="*/ 5897722 h 6130417"/>
              <a:gd name="connsiteX11" fmla="*/ 191882 w 5300027"/>
              <a:gd name="connsiteY11" fmla="*/ 5938436 h 6130417"/>
              <a:gd name="connsiteX12" fmla="*/ 2235009 w 5300027"/>
              <a:gd name="connsiteY12" fmla="*/ 6105144 h 6130417"/>
              <a:gd name="connsiteX13" fmla="*/ 4499800 w 5300027"/>
              <a:gd name="connsiteY13" fmla="*/ 5891403 h 6130417"/>
              <a:gd name="connsiteX14" fmla="*/ 4500562 w 5300027"/>
              <a:gd name="connsiteY14" fmla="*/ 5891276 h 6130417"/>
              <a:gd name="connsiteX15" fmla="*/ 5061140 w 5300027"/>
              <a:gd name="connsiteY15" fmla="*/ 5330444 h 6130417"/>
              <a:gd name="connsiteX16" fmla="*/ 5061267 w 5300027"/>
              <a:gd name="connsiteY16" fmla="*/ 5329809 h 6130417"/>
              <a:gd name="connsiteX17" fmla="*/ 5274881 w 5300027"/>
              <a:gd name="connsiteY17" fmla="*/ 3065272 h 6130417"/>
              <a:gd name="connsiteX18" fmla="*/ 5061267 w 5300027"/>
              <a:gd name="connsiteY18" fmla="*/ 800735 h 6130417"/>
              <a:gd name="connsiteX19" fmla="*/ 5061140 w 5300027"/>
              <a:gd name="connsiteY19" fmla="*/ 800100 h 6130417"/>
              <a:gd name="connsiteX20" fmla="*/ 4500562 w 5300027"/>
              <a:gd name="connsiteY20" fmla="*/ 239268 h 6130417"/>
              <a:gd name="connsiteX21" fmla="*/ 4499800 w 5300027"/>
              <a:gd name="connsiteY21" fmla="*/ 239141 h 6130417"/>
              <a:gd name="connsiteX22" fmla="*/ 2235009 w 5300027"/>
              <a:gd name="connsiteY22" fmla="*/ 25400 h 6130417"/>
              <a:gd name="connsiteX23" fmla="*/ 191882 w 5300027"/>
              <a:gd name="connsiteY23" fmla="*/ 192108 h 6130417"/>
              <a:gd name="connsiteX24" fmla="*/ 0 w 5300027"/>
              <a:gd name="connsiteY24" fmla="*/ 232822 h 6130417"/>
              <a:gd name="connsiteX25" fmla="*/ 0 w 5300027"/>
              <a:gd name="connsiteY25" fmla="*/ 206778 h 6130417"/>
              <a:gd name="connsiteX26" fmla="*/ 177332 w 5300027"/>
              <a:gd name="connsiteY26" fmla="*/ 168957 h 6130417"/>
              <a:gd name="connsiteX27" fmla="*/ 2235009 w 5300027"/>
              <a:gd name="connsiteY27" fmla="*/ 0 h 61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300027" h="6130417">
                <a:moveTo>
                  <a:pt x="2235009" y="0"/>
                </a:moveTo>
                <a:lnTo>
                  <a:pt x="2234882" y="127"/>
                </a:lnTo>
                <a:cubicBezTo>
                  <a:pt x="3130486" y="127"/>
                  <a:pt x="3975544" y="88265"/>
                  <a:pt x="4505515" y="214503"/>
                </a:cubicBezTo>
                <a:cubicBezTo>
                  <a:pt x="4808156" y="277622"/>
                  <a:pt x="5009959" y="454025"/>
                  <a:pt x="5085651" y="794639"/>
                </a:cubicBezTo>
                <a:cubicBezTo>
                  <a:pt x="5224335" y="1349629"/>
                  <a:pt x="5300027" y="2169668"/>
                  <a:pt x="5300027" y="3065272"/>
                </a:cubicBezTo>
                <a:cubicBezTo>
                  <a:pt x="5300027" y="3960876"/>
                  <a:pt x="5224462" y="4780915"/>
                  <a:pt x="5085651" y="5335905"/>
                </a:cubicBezTo>
                <a:cubicBezTo>
                  <a:pt x="5009959" y="5676519"/>
                  <a:pt x="4808156" y="5852922"/>
                  <a:pt x="4505515" y="5916041"/>
                </a:cubicBezTo>
                <a:cubicBezTo>
                  <a:pt x="3975671" y="6042152"/>
                  <a:pt x="3130486" y="6130417"/>
                  <a:pt x="2234882" y="6130417"/>
                </a:cubicBezTo>
                <a:cubicBezTo>
                  <a:pt x="1451229" y="6130417"/>
                  <a:pt x="706274" y="6062937"/>
                  <a:pt x="177241" y="5961497"/>
                </a:cubicBezTo>
                <a:lnTo>
                  <a:pt x="0" y="5923671"/>
                </a:lnTo>
                <a:lnTo>
                  <a:pt x="0" y="5897722"/>
                </a:lnTo>
                <a:lnTo>
                  <a:pt x="191882" y="5938436"/>
                </a:lnTo>
                <a:cubicBezTo>
                  <a:pt x="740378" y="6042428"/>
                  <a:pt x="1497028" y="6105144"/>
                  <a:pt x="2235009" y="6105144"/>
                </a:cubicBezTo>
                <a:cubicBezTo>
                  <a:pt x="3078416" y="6105144"/>
                  <a:pt x="3946207" y="6023229"/>
                  <a:pt x="4499800" y="5891403"/>
                </a:cubicBezTo>
                <a:cubicBezTo>
                  <a:pt x="4500054" y="5891276"/>
                  <a:pt x="4500308" y="5891276"/>
                  <a:pt x="4500562" y="5891276"/>
                </a:cubicBezTo>
                <a:cubicBezTo>
                  <a:pt x="4808156" y="5827141"/>
                  <a:pt x="4991544" y="5643626"/>
                  <a:pt x="5061140" y="5330444"/>
                </a:cubicBezTo>
                <a:cubicBezTo>
                  <a:pt x="5061267" y="5330190"/>
                  <a:pt x="5061267" y="5330063"/>
                  <a:pt x="5061267" y="5329809"/>
                </a:cubicBezTo>
                <a:cubicBezTo>
                  <a:pt x="5199062" y="4778629"/>
                  <a:pt x="5274881" y="3974465"/>
                  <a:pt x="5274881" y="3065272"/>
                </a:cubicBezTo>
                <a:cubicBezTo>
                  <a:pt x="5274881" y="2156079"/>
                  <a:pt x="5199062" y="1351915"/>
                  <a:pt x="5061267" y="800735"/>
                </a:cubicBezTo>
                <a:cubicBezTo>
                  <a:pt x="5061140" y="800481"/>
                  <a:pt x="5061140" y="800354"/>
                  <a:pt x="5061140" y="800100"/>
                </a:cubicBezTo>
                <a:cubicBezTo>
                  <a:pt x="4991544" y="486791"/>
                  <a:pt x="4808156" y="303403"/>
                  <a:pt x="4500562" y="239268"/>
                </a:cubicBezTo>
                <a:cubicBezTo>
                  <a:pt x="4500308" y="239141"/>
                  <a:pt x="4500054" y="239141"/>
                  <a:pt x="4499800" y="239141"/>
                </a:cubicBezTo>
                <a:cubicBezTo>
                  <a:pt x="3946207" y="107315"/>
                  <a:pt x="3078416" y="25400"/>
                  <a:pt x="2235009" y="25400"/>
                </a:cubicBezTo>
                <a:cubicBezTo>
                  <a:pt x="1497028" y="25400"/>
                  <a:pt x="740378" y="88116"/>
                  <a:pt x="191882" y="192108"/>
                </a:cubicBezTo>
                <a:lnTo>
                  <a:pt x="0" y="232822"/>
                </a:lnTo>
                <a:lnTo>
                  <a:pt x="0" y="206778"/>
                </a:lnTo>
                <a:lnTo>
                  <a:pt x="177332" y="168957"/>
                </a:lnTo>
                <a:cubicBezTo>
                  <a:pt x="706304" y="67578"/>
                  <a:pt x="1451356" y="0"/>
                  <a:pt x="2235009" y="0"/>
                </a:cubicBezTo>
                <a:close/>
              </a:path>
            </a:pathLst>
          </a:custGeom>
          <a:solidFill>
            <a:schemeClr val="accent3"/>
          </a:solidFill>
          <a:ln w="12694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E9E954D6-8B9D-4D22-C3A4-C3036973677C}"/>
              </a:ext>
            </a:extLst>
          </p:cNvPr>
          <p:cNvSpPr/>
          <p:nvPr userDrawn="1"/>
        </p:nvSpPr>
        <p:spPr>
          <a:xfrm>
            <a:off x="11878732" y="5979584"/>
            <a:ext cx="184150" cy="234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Imagem 23">
            <a:extLst>
              <a:ext uri="{FF2B5EF4-FFF2-40B4-BE49-F238E27FC236}">
                <a16:creationId xmlns:a16="http://schemas.microsoft.com/office/drawing/2014/main" id="{06C29619-4B71-4137-2A69-902FCA3B4E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15508" y="1027739"/>
            <a:ext cx="4967289" cy="4967289"/>
          </a:xfrm>
          <a:custGeom>
            <a:avLst/>
            <a:gdLst>
              <a:gd name="connsiteX0" fmla="*/ 2483645 w 4967289"/>
              <a:gd name="connsiteY0" fmla="*/ 0 h 4967289"/>
              <a:gd name="connsiteX1" fmla="*/ 4323480 w 4967289"/>
              <a:gd name="connsiteY1" fmla="*/ 173734 h 4967289"/>
              <a:gd name="connsiteX2" fmla="*/ 4793555 w 4967289"/>
              <a:gd name="connsiteY2" fmla="*/ 643809 h 4967289"/>
              <a:gd name="connsiteX3" fmla="*/ 4967289 w 4967289"/>
              <a:gd name="connsiteY3" fmla="*/ 2483645 h 4967289"/>
              <a:gd name="connsiteX4" fmla="*/ 4793555 w 4967289"/>
              <a:gd name="connsiteY4" fmla="*/ 4323480 h 4967289"/>
              <a:gd name="connsiteX5" fmla="*/ 4323480 w 4967289"/>
              <a:gd name="connsiteY5" fmla="*/ 4793555 h 4967289"/>
              <a:gd name="connsiteX6" fmla="*/ 2483645 w 4967289"/>
              <a:gd name="connsiteY6" fmla="*/ 4967289 h 4967289"/>
              <a:gd name="connsiteX7" fmla="*/ 643809 w 4967289"/>
              <a:gd name="connsiteY7" fmla="*/ 4793555 h 4967289"/>
              <a:gd name="connsiteX8" fmla="*/ 173734 w 4967289"/>
              <a:gd name="connsiteY8" fmla="*/ 4323480 h 4967289"/>
              <a:gd name="connsiteX9" fmla="*/ 0 w 4967289"/>
              <a:gd name="connsiteY9" fmla="*/ 2483645 h 4967289"/>
              <a:gd name="connsiteX10" fmla="*/ 173734 w 4967289"/>
              <a:gd name="connsiteY10" fmla="*/ 643809 h 4967289"/>
              <a:gd name="connsiteX11" fmla="*/ 643809 w 4967289"/>
              <a:gd name="connsiteY11" fmla="*/ 173734 h 4967289"/>
              <a:gd name="connsiteX12" fmla="*/ 2483645 w 4967289"/>
              <a:gd name="connsiteY12" fmla="*/ 0 h 4967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67289" h="4967289">
                <a:moveTo>
                  <a:pt x="2483645" y="0"/>
                </a:moveTo>
                <a:cubicBezTo>
                  <a:pt x="3209353" y="0"/>
                  <a:pt x="3873758" y="61304"/>
                  <a:pt x="4323480" y="173734"/>
                </a:cubicBezTo>
                <a:cubicBezTo>
                  <a:pt x="4599468" y="235037"/>
                  <a:pt x="4742428" y="398595"/>
                  <a:pt x="4793555" y="643809"/>
                </a:cubicBezTo>
                <a:cubicBezTo>
                  <a:pt x="4895808" y="1073177"/>
                  <a:pt x="4967289" y="1757936"/>
                  <a:pt x="4967289" y="2483645"/>
                </a:cubicBezTo>
                <a:cubicBezTo>
                  <a:pt x="4967289" y="3209353"/>
                  <a:pt x="4895808" y="3894112"/>
                  <a:pt x="4793555" y="4323480"/>
                </a:cubicBezTo>
                <a:cubicBezTo>
                  <a:pt x="4742428" y="4568695"/>
                  <a:pt x="4599468" y="4732251"/>
                  <a:pt x="4323480" y="4793555"/>
                </a:cubicBezTo>
                <a:cubicBezTo>
                  <a:pt x="3873758" y="4905986"/>
                  <a:pt x="3209353" y="4967289"/>
                  <a:pt x="2483645" y="4967289"/>
                </a:cubicBezTo>
                <a:cubicBezTo>
                  <a:pt x="1757936" y="4967289"/>
                  <a:pt x="1093531" y="4905986"/>
                  <a:pt x="643809" y="4793555"/>
                </a:cubicBezTo>
                <a:cubicBezTo>
                  <a:pt x="367822" y="4732251"/>
                  <a:pt x="224861" y="4568695"/>
                  <a:pt x="173734" y="4323480"/>
                </a:cubicBezTo>
                <a:cubicBezTo>
                  <a:pt x="71480" y="3894112"/>
                  <a:pt x="0" y="3209353"/>
                  <a:pt x="0" y="2483645"/>
                </a:cubicBezTo>
                <a:cubicBezTo>
                  <a:pt x="0" y="1757936"/>
                  <a:pt x="71480" y="1073177"/>
                  <a:pt x="173734" y="643809"/>
                </a:cubicBezTo>
                <a:cubicBezTo>
                  <a:pt x="224861" y="398595"/>
                  <a:pt x="367822" y="235037"/>
                  <a:pt x="643809" y="173734"/>
                </a:cubicBezTo>
                <a:cubicBezTo>
                  <a:pt x="1093531" y="61304"/>
                  <a:pt x="1757936" y="0"/>
                  <a:pt x="2483645" y="0"/>
                </a:cubicBezTo>
                <a:close/>
              </a:path>
            </a:pathLst>
          </a:custGeom>
          <a:ln w="3175">
            <a:noFill/>
          </a:ln>
        </p:spPr>
        <p:txBody>
          <a:bodyPr wrap="square">
            <a:noAutofit/>
          </a:bodyPr>
          <a:lstStyle/>
          <a:p>
            <a:endParaRPr lang="pt-BR"/>
          </a:p>
        </p:txBody>
      </p:sp>
      <p:sp>
        <p:nvSpPr>
          <p:cNvPr id="4" name="Espaço Reservado para Texto 7">
            <a:extLst>
              <a:ext uri="{FF2B5EF4-FFF2-40B4-BE49-F238E27FC236}">
                <a16:creationId xmlns:a16="http://schemas.microsoft.com/office/drawing/2014/main" id="{6F72D7C8-BCE9-9F5B-914F-1AEC9B605EF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 flipH="1">
            <a:off x="6890164" y="1211834"/>
            <a:ext cx="274828" cy="4603623"/>
          </a:xfrm>
          <a:custGeom>
            <a:avLst/>
            <a:gdLst>
              <a:gd name="connsiteX0" fmla="*/ 45118 w 274828"/>
              <a:gd name="connsiteY0" fmla="*/ 136 h 4603623"/>
              <a:gd name="connsiteX1" fmla="*/ 70485 w 274828"/>
              <a:gd name="connsiteY1" fmla="*/ 7239 h 4603623"/>
              <a:gd name="connsiteX2" fmla="*/ 73279 w 274828"/>
              <a:gd name="connsiteY2" fmla="*/ 8128 h 4603623"/>
              <a:gd name="connsiteX3" fmla="*/ 74549 w 274828"/>
              <a:gd name="connsiteY3" fmla="*/ 13335 h 4603623"/>
              <a:gd name="connsiteX4" fmla="*/ 274828 w 274828"/>
              <a:gd name="connsiteY4" fmla="*/ 2221484 h 4603623"/>
              <a:gd name="connsiteX5" fmla="*/ 60960 w 274828"/>
              <a:gd name="connsiteY5" fmla="*/ 4485767 h 4603623"/>
              <a:gd name="connsiteX6" fmla="*/ 31242 w 274828"/>
              <a:gd name="connsiteY6" fmla="*/ 4592320 h 4603623"/>
              <a:gd name="connsiteX7" fmla="*/ 29591 w 274828"/>
              <a:gd name="connsiteY7" fmla="*/ 4596765 h 4603623"/>
              <a:gd name="connsiteX8" fmla="*/ 27432 w 274828"/>
              <a:gd name="connsiteY8" fmla="*/ 4597400 h 4603623"/>
              <a:gd name="connsiteX9" fmla="*/ 0 w 274828"/>
              <a:gd name="connsiteY9" fmla="*/ 4603623 h 4603623"/>
              <a:gd name="connsiteX10" fmla="*/ 7112 w 274828"/>
              <a:gd name="connsiteY10" fmla="*/ 4584192 h 4603623"/>
              <a:gd name="connsiteX11" fmla="*/ 36068 w 274828"/>
              <a:gd name="connsiteY11" fmla="*/ 4479925 h 4603623"/>
              <a:gd name="connsiteX12" fmla="*/ 249301 w 274828"/>
              <a:gd name="connsiteY12" fmla="*/ 2221357 h 4603623"/>
              <a:gd name="connsiteX13" fmla="*/ 49657 w 274828"/>
              <a:gd name="connsiteY13" fmla="*/ 19050 h 4603623"/>
              <a:gd name="connsiteX14" fmla="*/ 45085 w 274828"/>
              <a:gd name="connsiteY14" fmla="*/ 0 h 4603623"/>
              <a:gd name="connsiteX15" fmla="*/ 45118 w 274828"/>
              <a:gd name="connsiteY15" fmla="*/ 136 h 4603623"/>
              <a:gd name="connsiteX16" fmla="*/ 45085 w 274828"/>
              <a:gd name="connsiteY16" fmla="*/ 127 h 460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4828" h="4603623">
                <a:moveTo>
                  <a:pt x="45118" y="136"/>
                </a:moveTo>
                <a:lnTo>
                  <a:pt x="70485" y="7239"/>
                </a:lnTo>
                <a:cubicBezTo>
                  <a:pt x="71501" y="7493"/>
                  <a:pt x="72390" y="7874"/>
                  <a:pt x="73279" y="8128"/>
                </a:cubicBezTo>
                <a:cubicBezTo>
                  <a:pt x="73660" y="9906"/>
                  <a:pt x="74168" y="11557"/>
                  <a:pt x="74549" y="13335"/>
                </a:cubicBezTo>
                <a:cubicBezTo>
                  <a:pt x="203708" y="562991"/>
                  <a:pt x="274828" y="1313053"/>
                  <a:pt x="274828" y="2221484"/>
                </a:cubicBezTo>
                <a:cubicBezTo>
                  <a:pt x="274828" y="3129915"/>
                  <a:pt x="198882" y="3933952"/>
                  <a:pt x="60960" y="4485767"/>
                </a:cubicBezTo>
                <a:cubicBezTo>
                  <a:pt x="52832" y="4521962"/>
                  <a:pt x="42799" y="4557903"/>
                  <a:pt x="31242" y="4592320"/>
                </a:cubicBezTo>
                <a:cubicBezTo>
                  <a:pt x="30734" y="4593844"/>
                  <a:pt x="30099" y="4595241"/>
                  <a:pt x="29591" y="4596765"/>
                </a:cubicBezTo>
                <a:cubicBezTo>
                  <a:pt x="28829" y="4597019"/>
                  <a:pt x="28194" y="4597273"/>
                  <a:pt x="27432" y="4597400"/>
                </a:cubicBezTo>
                <a:cubicBezTo>
                  <a:pt x="17526" y="4599813"/>
                  <a:pt x="8509" y="4601845"/>
                  <a:pt x="0" y="4603623"/>
                </a:cubicBezTo>
                <a:cubicBezTo>
                  <a:pt x="2286" y="4597146"/>
                  <a:pt x="4826" y="4590796"/>
                  <a:pt x="7112" y="4584192"/>
                </a:cubicBezTo>
                <a:cubicBezTo>
                  <a:pt x="18415" y="4550664"/>
                  <a:pt x="28194" y="4515612"/>
                  <a:pt x="36068" y="4479925"/>
                </a:cubicBezTo>
                <a:cubicBezTo>
                  <a:pt x="173609" y="3929761"/>
                  <a:pt x="249301" y="3093847"/>
                  <a:pt x="249301" y="2221357"/>
                </a:cubicBezTo>
                <a:cubicBezTo>
                  <a:pt x="249301" y="1348867"/>
                  <a:pt x="178308" y="566801"/>
                  <a:pt x="49657" y="19050"/>
                </a:cubicBezTo>
                <a:close/>
                <a:moveTo>
                  <a:pt x="45085" y="0"/>
                </a:moveTo>
                <a:lnTo>
                  <a:pt x="45118" y="136"/>
                </a:lnTo>
                <a:lnTo>
                  <a:pt x="45085" y="127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>
            <a:lvl1pPr>
              <a:buNone/>
              <a:defRPr sz="100"/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0A8A9813-7315-69C2-E480-6D4650AEA095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185158" y="720415"/>
            <a:ext cx="4114870" cy="15694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tabLst/>
              <a:defRPr lang="pt-BR" strike="noStrike" spc="0" dirty="0">
                <a:solidFill>
                  <a:schemeClr val="bg1"/>
                </a:solidFill>
                <a:latin typeface="+mj-lt"/>
                <a:cs typeface="Itau Display Pro Bold" panose="020B0703020204020204" pitchFamily="34" charset="0"/>
              </a:defRPr>
            </a:lvl1pPr>
          </a:lstStyle>
          <a:p>
            <a:pPr marL="0" lvl="0" indent="0">
              <a:lnSpc>
                <a:spcPct val="85000"/>
              </a:lnSpc>
              <a:buNone/>
            </a:pPr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consectetuer</a:t>
            </a:r>
            <a:r>
              <a:rPr lang="pt-BR" dirty="0"/>
              <a:t> </a:t>
            </a:r>
            <a:r>
              <a:rPr lang="pt-BR" dirty="0" err="1"/>
              <a:t>adipiscing</a:t>
            </a:r>
            <a:r>
              <a:rPr lang="pt-BR" dirty="0"/>
              <a:t> </a:t>
            </a:r>
            <a:r>
              <a:rPr lang="pt-BR" dirty="0" err="1"/>
              <a:t>elit</a:t>
            </a:r>
            <a:r>
              <a:rPr lang="pt-BR" dirty="0"/>
              <a:t>. </a:t>
            </a:r>
            <a:r>
              <a:rPr lang="pt-BR" dirty="0" err="1"/>
              <a:t>Maecenas</a:t>
            </a:r>
            <a:r>
              <a:rPr lang="pt-BR" dirty="0"/>
              <a:t> </a:t>
            </a:r>
            <a:r>
              <a:rPr lang="pt-BR" dirty="0" err="1"/>
              <a:t>porttitor</a:t>
            </a:r>
            <a:r>
              <a:rPr lang="pt-BR" dirty="0"/>
              <a:t> </a:t>
            </a:r>
            <a:r>
              <a:rPr lang="pt-BR" dirty="0" err="1"/>
              <a:t>congue</a:t>
            </a:r>
            <a:r>
              <a:rPr lang="pt-BR" dirty="0"/>
              <a:t> massa. </a:t>
            </a:r>
          </a:p>
        </p:txBody>
      </p:sp>
      <p:sp>
        <p:nvSpPr>
          <p:cNvPr id="5" name="Espaço Reservado para Texto 11">
            <a:extLst>
              <a:ext uri="{FF2B5EF4-FFF2-40B4-BE49-F238E27FC236}">
                <a16:creationId xmlns:a16="http://schemas.microsoft.com/office/drawing/2014/main" id="{54A7BF8D-EDAE-C0BF-F141-AA25F367D13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185158" y="2300756"/>
            <a:ext cx="4049032" cy="5909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tabLst/>
              <a:defRPr lang="pt-BR" sz="1800" spc="0" dirty="0">
                <a:solidFill>
                  <a:schemeClr val="bg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0" lvl="0" indent="0">
              <a:lnSpc>
                <a:spcPct val="85000"/>
              </a:lnSpc>
              <a:buNone/>
            </a:pPr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consectetuer</a:t>
            </a:r>
            <a:r>
              <a:rPr lang="pt-BR" dirty="0"/>
              <a:t> </a:t>
            </a:r>
            <a:r>
              <a:rPr lang="pt-BR" dirty="0" err="1"/>
              <a:t>adipiscing</a:t>
            </a:r>
            <a:r>
              <a:rPr lang="pt-BR" dirty="0"/>
              <a:t> </a:t>
            </a:r>
            <a:r>
              <a:rPr lang="pt-BR" dirty="0" err="1"/>
              <a:t>elit</a:t>
            </a:r>
            <a:r>
              <a:rPr lang="pt-BR" dirty="0"/>
              <a:t> </a:t>
            </a:r>
            <a:r>
              <a:rPr lang="pt-BR" dirty="0" err="1"/>
              <a:t>maecenas</a:t>
            </a:r>
            <a:r>
              <a:rPr lang="pt-BR" dirty="0"/>
              <a:t> </a:t>
            </a:r>
            <a:r>
              <a:rPr lang="pt-BR" dirty="0" err="1"/>
              <a:t>porttitor</a:t>
            </a:r>
            <a:endParaRPr lang="pt-BR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77D329A6-33BF-160A-63C8-4A29C6EA3681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185863" y="3219450"/>
            <a:ext cx="2652712" cy="3282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consectetuer</a:t>
            </a:r>
            <a:r>
              <a:rPr lang="pt-BR" dirty="0"/>
              <a:t> </a:t>
            </a:r>
            <a:r>
              <a:rPr lang="pt-BR" dirty="0" err="1"/>
              <a:t>adipiscing</a:t>
            </a:r>
            <a:r>
              <a:rPr lang="pt-BR" dirty="0"/>
              <a:t> </a:t>
            </a:r>
            <a:r>
              <a:rPr lang="pt-BR" dirty="0" err="1"/>
              <a:t>elit</a:t>
            </a:r>
            <a:r>
              <a:rPr lang="pt-BR" dirty="0"/>
              <a:t>. </a:t>
            </a:r>
            <a:r>
              <a:rPr lang="pt-BR" dirty="0" err="1"/>
              <a:t>Maecenas</a:t>
            </a:r>
            <a:r>
              <a:rPr lang="pt-BR" dirty="0"/>
              <a:t> </a:t>
            </a:r>
            <a:r>
              <a:rPr lang="pt-BR" dirty="0" err="1"/>
              <a:t>porttitor</a:t>
            </a:r>
            <a:r>
              <a:rPr lang="pt-BR" dirty="0"/>
              <a:t> </a:t>
            </a:r>
            <a:r>
              <a:rPr lang="pt-BR" dirty="0" err="1"/>
              <a:t>congue</a:t>
            </a:r>
            <a:r>
              <a:rPr lang="pt-BR" dirty="0"/>
              <a:t> massa. </a:t>
            </a:r>
            <a:r>
              <a:rPr lang="pt-BR" dirty="0" err="1"/>
              <a:t>Fusce</a:t>
            </a:r>
            <a:r>
              <a:rPr lang="pt-BR" dirty="0"/>
              <a:t> </a:t>
            </a:r>
            <a:r>
              <a:rPr lang="pt-BR" dirty="0" err="1"/>
              <a:t>posuere</a:t>
            </a:r>
            <a:r>
              <a:rPr lang="pt-BR" dirty="0"/>
              <a:t>, magna </a:t>
            </a:r>
            <a:r>
              <a:rPr lang="pt-BR" dirty="0" err="1"/>
              <a:t>sed</a:t>
            </a:r>
            <a:r>
              <a:rPr lang="pt-BR" dirty="0"/>
              <a:t> </a:t>
            </a:r>
            <a:r>
              <a:rPr lang="pt-BR" dirty="0" err="1"/>
              <a:t>pulvinar</a:t>
            </a:r>
            <a:r>
              <a:rPr lang="pt-BR" dirty="0"/>
              <a:t> </a:t>
            </a:r>
            <a:r>
              <a:rPr lang="pt-BR" dirty="0" err="1"/>
              <a:t>ultricies</a:t>
            </a:r>
            <a:r>
              <a:rPr lang="pt-BR" dirty="0"/>
              <a:t>, </a:t>
            </a:r>
            <a:r>
              <a:rPr lang="pt-BR" dirty="0" err="1"/>
              <a:t>purus</a:t>
            </a:r>
            <a:r>
              <a:rPr lang="pt-BR" dirty="0"/>
              <a:t> </a:t>
            </a:r>
            <a:r>
              <a:rPr lang="pt-BR" dirty="0" err="1"/>
              <a:t>lectus</a:t>
            </a:r>
            <a:r>
              <a:rPr lang="pt-BR" dirty="0"/>
              <a:t> </a:t>
            </a:r>
            <a:r>
              <a:rPr lang="pt-BR" dirty="0" err="1"/>
              <a:t>malesuada</a:t>
            </a:r>
            <a:r>
              <a:rPr lang="pt-BR" dirty="0"/>
              <a:t> libero,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 </a:t>
            </a:r>
            <a:r>
              <a:rPr lang="pt-BR" dirty="0" err="1"/>
              <a:t>commodo</a:t>
            </a:r>
            <a:r>
              <a:rPr lang="pt-BR" dirty="0"/>
              <a:t> magna </a:t>
            </a:r>
            <a:r>
              <a:rPr lang="pt-BR" dirty="0" err="1"/>
              <a:t>eros</a:t>
            </a:r>
            <a:r>
              <a:rPr lang="pt-BR" dirty="0"/>
              <a:t> quis urna.</a:t>
            </a:r>
          </a:p>
          <a:p>
            <a:pPr lvl="0"/>
            <a:r>
              <a:rPr lang="pt-BR" dirty="0"/>
              <a:t>Nunc </a:t>
            </a:r>
            <a:r>
              <a:rPr lang="pt-BR" dirty="0" err="1"/>
              <a:t>viverra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. </a:t>
            </a:r>
            <a:r>
              <a:rPr lang="pt-BR" dirty="0" err="1"/>
              <a:t>Fusce</a:t>
            </a:r>
            <a:r>
              <a:rPr lang="pt-BR" dirty="0"/>
              <a:t> est. </a:t>
            </a:r>
            <a:r>
              <a:rPr lang="pt-BR" dirty="0" err="1"/>
              <a:t>Vivamus</a:t>
            </a:r>
            <a:r>
              <a:rPr lang="pt-BR" dirty="0"/>
              <a:t> a </a:t>
            </a:r>
            <a:r>
              <a:rPr lang="pt-BR" dirty="0" err="1"/>
              <a:t>tellus</a:t>
            </a:r>
            <a:r>
              <a:rPr lang="pt-BR" dirty="0"/>
              <a:t>.</a:t>
            </a:r>
          </a:p>
          <a:p>
            <a:pPr lvl="0"/>
            <a:r>
              <a:rPr lang="pt-BR" dirty="0" err="1"/>
              <a:t>Pellentesque</a:t>
            </a:r>
            <a:r>
              <a:rPr lang="pt-BR" dirty="0"/>
              <a:t> </a:t>
            </a:r>
            <a:r>
              <a:rPr lang="pt-BR" dirty="0" err="1"/>
              <a:t>habitant</a:t>
            </a:r>
            <a:r>
              <a:rPr lang="pt-BR" dirty="0"/>
              <a:t>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tristique</a:t>
            </a:r>
            <a:r>
              <a:rPr lang="pt-BR" dirty="0"/>
              <a:t> </a:t>
            </a:r>
            <a:r>
              <a:rPr lang="pt-BR" dirty="0" err="1"/>
              <a:t>senectus</a:t>
            </a:r>
            <a:r>
              <a:rPr lang="pt-BR" dirty="0"/>
              <a:t> et </a:t>
            </a:r>
            <a:r>
              <a:rPr lang="pt-BR" dirty="0" err="1"/>
              <a:t>netus</a:t>
            </a:r>
            <a:r>
              <a:rPr lang="pt-BR" dirty="0"/>
              <a:t> et </a:t>
            </a:r>
            <a:r>
              <a:rPr lang="pt-BR" dirty="0" err="1"/>
              <a:t>malesuada</a:t>
            </a:r>
            <a:r>
              <a:rPr lang="pt-BR" dirty="0"/>
              <a:t> fames ac </a:t>
            </a:r>
            <a:r>
              <a:rPr lang="pt-BR" dirty="0" err="1"/>
              <a:t>turpis</a:t>
            </a:r>
            <a:r>
              <a:rPr lang="pt-BR" dirty="0"/>
              <a:t> </a:t>
            </a:r>
            <a:r>
              <a:rPr lang="pt-BR" dirty="0" err="1"/>
              <a:t>egestas</a:t>
            </a:r>
            <a:r>
              <a:rPr lang="pt-BR" dirty="0"/>
              <a:t>. </a:t>
            </a:r>
            <a:r>
              <a:rPr lang="pt-BR" dirty="0" err="1"/>
              <a:t>Proin</a:t>
            </a:r>
            <a:r>
              <a:rPr lang="pt-BR" dirty="0"/>
              <a:t> </a:t>
            </a:r>
            <a:r>
              <a:rPr lang="pt-BR" dirty="0" err="1"/>
              <a:t>pharetra</a:t>
            </a:r>
            <a:r>
              <a:rPr lang="pt-BR" dirty="0"/>
              <a:t> </a:t>
            </a:r>
            <a:r>
              <a:rPr lang="pt-BR" dirty="0" err="1"/>
              <a:t>nonummy</a:t>
            </a:r>
            <a:r>
              <a:rPr lang="pt-BR" dirty="0"/>
              <a:t> pede. </a:t>
            </a:r>
            <a:r>
              <a:rPr lang="pt-BR" dirty="0" err="1"/>
              <a:t>Mauris</a:t>
            </a:r>
            <a:r>
              <a:rPr lang="pt-BR" dirty="0"/>
              <a:t> et </a:t>
            </a:r>
            <a:r>
              <a:rPr lang="pt-BR" dirty="0" err="1"/>
              <a:t>orci</a:t>
            </a:r>
            <a:r>
              <a:rPr lang="pt-BR" dirty="0"/>
              <a:t>.</a:t>
            </a:r>
          </a:p>
          <a:p>
            <a:pPr lvl="0"/>
            <a:endParaRPr lang="pt-BR" dirty="0"/>
          </a:p>
          <a:p>
            <a:pPr lvl="0"/>
            <a:endParaRPr lang="pt-BR" dirty="0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3AD29473-F2AA-4510-6930-DFDEFEE2E0F3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9EEEB755-E356-0822-7DC8-776C63198C0B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BBC838E8-B304-CDBB-4384-25738D4D8D3B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86DBED5A-2429-6081-7D3E-80939F191A1D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5991572C-101A-FDCA-E9FA-089668AB30F6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C5882B12-2602-54E9-CFD7-1ADE569C10FA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28F13E23-E4DE-640E-51D6-AC2061822D0F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DA9EB707-BD9C-3576-E923-ED613D08E8EB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97327F42-8FC5-C6E0-F0BC-0EE0F4CEE498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57C8B247-C8DE-A17C-1EE2-168522850444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838C6DF5-BB6E-95B7-144D-55E0DA487A35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BD382CDB-1C69-3FB7-8CDB-9A941FB33563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83801A5B-BEE1-9CD0-C8FF-A765CF5F98F7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E2B34DC-3481-53CC-D6FB-4B121A0DB4CE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333A7369-66D6-7DE6-C27C-A17531BE857F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48428BBD-4822-7B77-2DFE-0F67A48D2B5A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A6342B77-0920-EB68-B610-E5A36D2C7091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E77DD53F-61B4-AF28-1432-86779A44D532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188A275F-84B0-C223-72CF-EF86623FCC97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31FA16B4-91DC-FAD5-A5C2-8FE68C81EF17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136728D3-AFB6-98B1-34E0-B517ADD49179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3AAD6FA6-56D1-0815-6988-0CC6E5396F59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78454AFC-342C-EB9D-4F62-C0B061BE2AD3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40B59A62-5B85-200B-53BA-F2F622F7334D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32" name="Retângulo: Cantos Arredondados 31">
              <a:extLst>
                <a:ext uri="{FF2B5EF4-FFF2-40B4-BE49-F238E27FC236}">
                  <a16:creationId xmlns:a16="http://schemas.microsoft.com/office/drawing/2014/main" id="{69D3F019-651B-FBFA-6A96-27DDA8455A53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3" name="Retângulo: Cantos Arredondados 32">
              <a:extLst>
                <a:ext uri="{FF2B5EF4-FFF2-40B4-BE49-F238E27FC236}">
                  <a16:creationId xmlns:a16="http://schemas.microsoft.com/office/drawing/2014/main" id="{15C002EA-09CE-D656-B9B0-1A74F71B92B2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B3E7C830-8572-4CFA-36C5-33FCE746CFBD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E821A03F-E75B-9613-249C-FF4F85F35AAA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33E52C7F-1575-2634-0B9B-DED8B540FB94}"/>
              </a:ext>
            </a:extLst>
          </p:cNvPr>
          <p:cNvSpPr txBox="1"/>
          <p:nvPr userDrawn="1"/>
        </p:nvSpPr>
        <p:spPr>
          <a:xfrm rot="16200000">
            <a:off x="11243777" y="5088351"/>
            <a:ext cx="14414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821531">
              <a:defRPr/>
            </a:pPr>
            <a:r>
              <a:rPr lang="pt-BR" sz="900">
                <a:solidFill>
                  <a:schemeClr val="bg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  <a:sym typeface="Itau Display Light"/>
              </a:rPr>
              <a:t>Corporativo | Interno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706B158C-24B1-262C-C94D-EB6329574D21}"/>
              </a:ext>
            </a:extLst>
          </p:cNvPr>
          <p:cNvSpPr txBox="1"/>
          <p:nvPr userDrawn="1"/>
        </p:nvSpPr>
        <p:spPr>
          <a:xfrm rot="16200000">
            <a:off x="11766873" y="5967484"/>
            <a:ext cx="395287" cy="230832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algn="r">
              <a:defRPr sz="900" b="1">
                <a:solidFill>
                  <a:srgbClr val="606163"/>
                </a:solidFill>
              </a:defRPr>
            </a:lvl1pPr>
          </a:lstStyle>
          <a:p>
            <a:pPr algn="r"/>
            <a:fld id="{9B9BAEC2-C893-4510-BAEC-A634F6DBFF95}" type="slidenum">
              <a:rPr lang="en-US" altLang="pt-BR" sz="1000" b="0" smtClean="0">
                <a:solidFill>
                  <a:schemeClr val="bg1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pPr algn="r"/>
              <a:t>‹nº›</a:t>
            </a:fld>
            <a:endParaRPr lang="en-US" altLang="pt-BR" sz="1000" b="0">
              <a:solidFill>
                <a:schemeClr val="bg1"/>
              </a:solidFill>
              <a:latin typeface="Itau Display Pro XBold" panose="020B0803020204020204" pitchFamily="34" charset="0"/>
              <a:cs typeface="Itau Display Pro XBold" panose="020B0803020204020204" pitchFamily="34" charset="0"/>
            </a:endParaRPr>
          </a:p>
        </p:txBody>
      </p:sp>
      <p:pic>
        <p:nvPicPr>
          <p:cNvPr id="38" name="Imagem 37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D583CD7-5FBC-40C1-51AA-C654EF24A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0516" y="6489926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0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lide 1 fundo cla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42577D85-1440-883F-BC86-27A58B3A3973}"/>
              </a:ext>
            </a:extLst>
          </p:cNvPr>
          <p:cNvSpPr/>
          <p:nvPr userDrawn="1"/>
        </p:nvSpPr>
        <p:spPr>
          <a:xfrm flipH="1">
            <a:off x="6891973" y="371535"/>
            <a:ext cx="5300027" cy="6130417"/>
          </a:xfrm>
          <a:custGeom>
            <a:avLst/>
            <a:gdLst>
              <a:gd name="connsiteX0" fmla="*/ 2235009 w 5300027"/>
              <a:gd name="connsiteY0" fmla="*/ 0 h 6130417"/>
              <a:gd name="connsiteX1" fmla="*/ 2234882 w 5300027"/>
              <a:gd name="connsiteY1" fmla="*/ 127 h 6130417"/>
              <a:gd name="connsiteX2" fmla="*/ 4505515 w 5300027"/>
              <a:gd name="connsiteY2" fmla="*/ 214503 h 6130417"/>
              <a:gd name="connsiteX3" fmla="*/ 5085651 w 5300027"/>
              <a:gd name="connsiteY3" fmla="*/ 794639 h 6130417"/>
              <a:gd name="connsiteX4" fmla="*/ 5300027 w 5300027"/>
              <a:gd name="connsiteY4" fmla="*/ 3065272 h 6130417"/>
              <a:gd name="connsiteX5" fmla="*/ 5085651 w 5300027"/>
              <a:gd name="connsiteY5" fmla="*/ 5335905 h 6130417"/>
              <a:gd name="connsiteX6" fmla="*/ 4505515 w 5300027"/>
              <a:gd name="connsiteY6" fmla="*/ 5916041 h 6130417"/>
              <a:gd name="connsiteX7" fmla="*/ 2234882 w 5300027"/>
              <a:gd name="connsiteY7" fmla="*/ 6130417 h 6130417"/>
              <a:gd name="connsiteX8" fmla="*/ 177241 w 5300027"/>
              <a:gd name="connsiteY8" fmla="*/ 5961497 h 6130417"/>
              <a:gd name="connsiteX9" fmla="*/ 0 w 5300027"/>
              <a:gd name="connsiteY9" fmla="*/ 5923671 h 6130417"/>
              <a:gd name="connsiteX10" fmla="*/ 0 w 5300027"/>
              <a:gd name="connsiteY10" fmla="*/ 5897722 h 6130417"/>
              <a:gd name="connsiteX11" fmla="*/ 191882 w 5300027"/>
              <a:gd name="connsiteY11" fmla="*/ 5938436 h 6130417"/>
              <a:gd name="connsiteX12" fmla="*/ 2235009 w 5300027"/>
              <a:gd name="connsiteY12" fmla="*/ 6105144 h 6130417"/>
              <a:gd name="connsiteX13" fmla="*/ 4499800 w 5300027"/>
              <a:gd name="connsiteY13" fmla="*/ 5891403 h 6130417"/>
              <a:gd name="connsiteX14" fmla="*/ 4500562 w 5300027"/>
              <a:gd name="connsiteY14" fmla="*/ 5891276 h 6130417"/>
              <a:gd name="connsiteX15" fmla="*/ 5061140 w 5300027"/>
              <a:gd name="connsiteY15" fmla="*/ 5330444 h 6130417"/>
              <a:gd name="connsiteX16" fmla="*/ 5061267 w 5300027"/>
              <a:gd name="connsiteY16" fmla="*/ 5329809 h 6130417"/>
              <a:gd name="connsiteX17" fmla="*/ 5274881 w 5300027"/>
              <a:gd name="connsiteY17" fmla="*/ 3065272 h 6130417"/>
              <a:gd name="connsiteX18" fmla="*/ 5061267 w 5300027"/>
              <a:gd name="connsiteY18" fmla="*/ 800735 h 6130417"/>
              <a:gd name="connsiteX19" fmla="*/ 5061140 w 5300027"/>
              <a:gd name="connsiteY19" fmla="*/ 800100 h 6130417"/>
              <a:gd name="connsiteX20" fmla="*/ 4500562 w 5300027"/>
              <a:gd name="connsiteY20" fmla="*/ 239268 h 6130417"/>
              <a:gd name="connsiteX21" fmla="*/ 4499800 w 5300027"/>
              <a:gd name="connsiteY21" fmla="*/ 239141 h 6130417"/>
              <a:gd name="connsiteX22" fmla="*/ 2235009 w 5300027"/>
              <a:gd name="connsiteY22" fmla="*/ 25400 h 6130417"/>
              <a:gd name="connsiteX23" fmla="*/ 191882 w 5300027"/>
              <a:gd name="connsiteY23" fmla="*/ 192108 h 6130417"/>
              <a:gd name="connsiteX24" fmla="*/ 0 w 5300027"/>
              <a:gd name="connsiteY24" fmla="*/ 232822 h 6130417"/>
              <a:gd name="connsiteX25" fmla="*/ 0 w 5300027"/>
              <a:gd name="connsiteY25" fmla="*/ 206778 h 6130417"/>
              <a:gd name="connsiteX26" fmla="*/ 177332 w 5300027"/>
              <a:gd name="connsiteY26" fmla="*/ 168957 h 6130417"/>
              <a:gd name="connsiteX27" fmla="*/ 2235009 w 5300027"/>
              <a:gd name="connsiteY27" fmla="*/ 0 h 61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300027" h="6130417">
                <a:moveTo>
                  <a:pt x="2235009" y="0"/>
                </a:moveTo>
                <a:lnTo>
                  <a:pt x="2234882" y="127"/>
                </a:lnTo>
                <a:cubicBezTo>
                  <a:pt x="3130486" y="127"/>
                  <a:pt x="3975544" y="88265"/>
                  <a:pt x="4505515" y="214503"/>
                </a:cubicBezTo>
                <a:cubicBezTo>
                  <a:pt x="4808156" y="277622"/>
                  <a:pt x="5009959" y="454025"/>
                  <a:pt x="5085651" y="794639"/>
                </a:cubicBezTo>
                <a:cubicBezTo>
                  <a:pt x="5224335" y="1349629"/>
                  <a:pt x="5300027" y="2169668"/>
                  <a:pt x="5300027" y="3065272"/>
                </a:cubicBezTo>
                <a:cubicBezTo>
                  <a:pt x="5300027" y="3960876"/>
                  <a:pt x="5224462" y="4780915"/>
                  <a:pt x="5085651" y="5335905"/>
                </a:cubicBezTo>
                <a:cubicBezTo>
                  <a:pt x="5009959" y="5676519"/>
                  <a:pt x="4808156" y="5852922"/>
                  <a:pt x="4505515" y="5916041"/>
                </a:cubicBezTo>
                <a:cubicBezTo>
                  <a:pt x="3975671" y="6042152"/>
                  <a:pt x="3130486" y="6130417"/>
                  <a:pt x="2234882" y="6130417"/>
                </a:cubicBezTo>
                <a:cubicBezTo>
                  <a:pt x="1451229" y="6130417"/>
                  <a:pt x="706274" y="6062937"/>
                  <a:pt x="177241" y="5961497"/>
                </a:cubicBezTo>
                <a:lnTo>
                  <a:pt x="0" y="5923671"/>
                </a:lnTo>
                <a:lnTo>
                  <a:pt x="0" y="5897722"/>
                </a:lnTo>
                <a:lnTo>
                  <a:pt x="191882" y="5938436"/>
                </a:lnTo>
                <a:cubicBezTo>
                  <a:pt x="740378" y="6042428"/>
                  <a:pt x="1497028" y="6105144"/>
                  <a:pt x="2235009" y="6105144"/>
                </a:cubicBezTo>
                <a:cubicBezTo>
                  <a:pt x="3078416" y="6105144"/>
                  <a:pt x="3946207" y="6023229"/>
                  <a:pt x="4499800" y="5891403"/>
                </a:cubicBezTo>
                <a:cubicBezTo>
                  <a:pt x="4500054" y="5891276"/>
                  <a:pt x="4500308" y="5891276"/>
                  <a:pt x="4500562" y="5891276"/>
                </a:cubicBezTo>
                <a:cubicBezTo>
                  <a:pt x="4808156" y="5827141"/>
                  <a:pt x="4991544" y="5643626"/>
                  <a:pt x="5061140" y="5330444"/>
                </a:cubicBezTo>
                <a:cubicBezTo>
                  <a:pt x="5061267" y="5330190"/>
                  <a:pt x="5061267" y="5330063"/>
                  <a:pt x="5061267" y="5329809"/>
                </a:cubicBezTo>
                <a:cubicBezTo>
                  <a:pt x="5199062" y="4778629"/>
                  <a:pt x="5274881" y="3974465"/>
                  <a:pt x="5274881" y="3065272"/>
                </a:cubicBezTo>
                <a:cubicBezTo>
                  <a:pt x="5274881" y="2156079"/>
                  <a:pt x="5199062" y="1351915"/>
                  <a:pt x="5061267" y="800735"/>
                </a:cubicBezTo>
                <a:cubicBezTo>
                  <a:pt x="5061140" y="800481"/>
                  <a:pt x="5061140" y="800354"/>
                  <a:pt x="5061140" y="800100"/>
                </a:cubicBezTo>
                <a:cubicBezTo>
                  <a:pt x="4991544" y="486791"/>
                  <a:pt x="4808156" y="303403"/>
                  <a:pt x="4500562" y="239268"/>
                </a:cubicBezTo>
                <a:cubicBezTo>
                  <a:pt x="4500308" y="239141"/>
                  <a:pt x="4500054" y="239141"/>
                  <a:pt x="4499800" y="239141"/>
                </a:cubicBezTo>
                <a:cubicBezTo>
                  <a:pt x="3946207" y="107315"/>
                  <a:pt x="3078416" y="25400"/>
                  <a:pt x="2235009" y="25400"/>
                </a:cubicBezTo>
                <a:cubicBezTo>
                  <a:pt x="1497028" y="25400"/>
                  <a:pt x="740378" y="88116"/>
                  <a:pt x="191882" y="192108"/>
                </a:cubicBezTo>
                <a:lnTo>
                  <a:pt x="0" y="232822"/>
                </a:lnTo>
                <a:lnTo>
                  <a:pt x="0" y="206778"/>
                </a:lnTo>
                <a:lnTo>
                  <a:pt x="177332" y="168957"/>
                </a:lnTo>
                <a:cubicBezTo>
                  <a:pt x="706304" y="67578"/>
                  <a:pt x="1451356" y="0"/>
                  <a:pt x="2235009" y="0"/>
                </a:cubicBezTo>
                <a:close/>
              </a:path>
            </a:pathLst>
          </a:custGeom>
          <a:solidFill>
            <a:schemeClr val="accent3"/>
          </a:solidFill>
          <a:ln w="12694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" name="Espaço Reservado para Imagem 23">
            <a:extLst>
              <a:ext uri="{FF2B5EF4-FFF2-40B4-BE49-F238E27FC236}">
                <a16:creationId xmlns:a16="http://schemas.microsoft.com/office/drawing/2014/main" id="{06C29619-4B71-4137-2A69-902FCA3B4E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15508" y="1027739"/>
            <a:ext cx="4967289" cy="4967289"/>
          </a:xfrm>
          <a:custGeom>
            <a:avLst/>
            <a:gdLst>
              <a:gd name="connsiteX0" fmla="*/ 2483645 w 4967289"/>
              <a:gd name="connsiteY0" fmla="*/ 0 h 4967289"/>
              <a:gd name="connsiteX1" fmla="*/ 4323480 w 4967289"/>
              <a:gd name="connsiteY1" fmla="*/ 173734 h 4967289"/>
              <a:gd name="connsiteX2" fmla="*/ 4793555 w 4967289"/>
              <a:gd name="connsiteY2" fmla="*/ 643809 h 4967289"/>
              <a:gd name="connsiteX3" fmla="*/ 4967289 w 4967289"/>
              <a:gd name="connsiteY3" fmla="*/ 2483645 h 4967289"/>
              <a:gd name="connsiteX4" fmla="*/ 4793555 w 4967289"/>
              <a:gd name="connsiteY4" fmla="*/ 4323480 h 4967289"/>
              <a:gd name="connsiteX5" fmla="*/ 4323480 w 4967289"/>
              <a:gd name="connsiteY5" fmla="*/ 4793555 h 4967289"/>
              <a:gd name="connsiteX6" fmla="*/ 2483645 w 4967289"/>
              <a:gd name="connsiteY6" fmla="*/ 4967289 h 4967289"/>
              <a:gd name="connsiteX7" fmla="*/ 643809 w 4967289"/>
              <a:gd name="connsiteY7" fmla="*/ 4793555 h 4967289"/>
              <a:gd name="connsiteX8" fmla="*/ 173734 w 4967289"/>
              <a:gd name="connsiteY8" fmla="*/ 4323480 h 4967289"/>
              <a:gd name="connsiteX9" fmla="*/ 0 w 4967289"/>
              <a:gd name="connsiteY9" fmla="*/ 2483645 h 4967289"/>
              <a:gd name="connsiteX10" fmla="*/ 173734 w 4967289"/>
              <a:gd name="connsiteY10" fmla="*/ 643809 h 4967289"/>
              <a:gd name="connsiteX11" fmla="*/ 643809 w 4967289"/>
              <a:gd name="connsiteY11" fmla="*/ 173734 h 4967289"/>
              <a:gd name="connsiteX12" fmla="*/ 2483645 w 4967289"/>
              <a:gd name="connsiteY12" fmla="*/ 0 h 4967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67289" h="4967289">
                <a:moveTo>
                  <a:pt x="2483645" y="0"/>
                </a:moveTo>
                <a:cubicBezTo>
                  <a:pt x="3209353" y="0"/>
                  <a:pt x="3873758" y="61304"/>
                  <a:pt x="4323480" y="173734"/>
                </a:cubicBezTo>
                <a:cubicBezTo>
                  <a:pt x="4599468" y="235037"/>
                  <a:pt x="4742428" y="398595"/>
                  <a:pt x="4793555" y="643809"/>
                </a:cubicBezTo>
                <a:cubicBezTo>
                  <a:pt x="4895808" y="1073177"/>
                  <a:pt x="4967289" y="1757936"/>
                  <a:pt x="4967289" y="2483645"/>
                </a:cubicBezTo>
                <a:cubicBezTo>
                  <a:pt x="4967289" y="3209353"/>
                  <a:pt x="4895808" y="3894112"/>
                  <a:pt x="4793555" y="4323480"/>
                </a:cubicBezTo>
                <a:cubicBezTo>
                  <a:pt x="4742428" y="4568695"/>
                  <a:pt x="4599468" y="4732251"/>
                  <a:pt x="4323480" y="4793555"/>
                </a:cubicBezTo>
                <a:cubicBezTo>
                  <a:pt x="3873758" y="4905986"/>
                  <a:pt x="3209353" y="4967289"/>
                  <a:pt x="2483645" y="4967289"/>
                </a:cubicBezTo>
                <a:cubicBezTo>
                  <a:pt x="1757936" y="4967289"/>
                  <a:pt x="1093531" y="4905986"/>
                  <a:pt x="643809" y="4793555"/>
                </a:cubicBezTo>
                <a:cubicBezTo>
                  <a:pt x="367822" y="4732251"/>
                  <a:pt x="224861" y="4568695"/>
                  <a:pt x="173734" y="4323480"/>
                </a:cubicBezTo>
                <a:cubicBezTo>
                  <a:pt x="71480" y="3894112"/>
                  <a:pt x="0" y="3209353"/>
                  <a:pt x="0" y="2483645"/>
                </a:cubicBezTo>
                <a:cubicBezTo>
                  <a:pt x="0" y="1757936"/>
                  <a:pt x="71480" y="1073177"/>
                  <a:pt x="173734" y="643809"/>
                </a:cubicBezTo>
                <a:cubicBezTo>
                  <a:pt x="224861" y="398595"/>
                  <a:pt x="367822" y="235037"/>
                  <a:pt x="643809" y="173734"/>
                </a:cubicBezTo>
                <a:cubicBezTo>
                  <a:pt x="1093531" y="61304"/>
                  <a:pt x="1757936" y="0"/>
                  <a:pt x="2483645" y="0"/>
                </a:cubicBezTo>
                <a:close/>
              </a:path>
            </a:pathLst>
          </a:custGeom>
          <a:ln w="3175">
            <a:noFill/>
          </a:ln>
        </p:spPr>
        <p:txBody>
          <a:bodyPr wrap="square">
            <a:noAutofit/>
          </a:bodyPr>
          <a:lstStyle/>
          <a:p>
            <a:endParaRPr lang="pt-BR"/>
          </a:p>
        </p:txBody>
      </p:sp>
      <p:sp>
        <p:nvSpPr>
          <p:cNvPr id="4" name="Espaço Reservado para Texto 7">
            <a:extLst>
              <a:ext uri="{FF2B5EF4-FFF2-40B4-BE49-F238E27FC236}">
                <a16:creationId xmlns:a16="http://schemas.microsoft.com/office/drawing/2014/main" id="{6F72D7C8-BCE9-9F5B-914F-1AEC9B605EF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 flipH="1">
            <a:off x="6890164" y="1211834"/>
            <a:ext cx="274828" cy="4603623"/>
          </a:xfrm>
          <a:custGeom>
            <a:avLst/>
            <a:gdLst>
              <a:gd name="connsiteX0" fmla="*/ 45118 w 274828"/>
              <a:gd name="connsiteY0" fmla="*/ 136 h 4603623"/>
              <a:gd name="connsiteX1" fmla="*/ 70485 w 274828"/>
              <a:gd name="connsiteY1" fmla="*/ 7239 h 4603623"/>
              <a:gd name="connsiteX2" fmla="*/ 73279 w 274828"/>
              <a:gd name="connsiteY2" fmla="*/ 8128 h 4603623"/>
              <a:gd name="connsiteX3" fmla="*/ 74549 w 274828"/>
              <a:gd name="connsiteY3" fmla="*/ 13335 h 4603623"/>
              <a:gd name="connsiteX4" fmla="*/ 274828 w 274828"/>
              <a:gd name="connsiteY4" fmla="*/ 2221484 h 4603623"/>
              <a:gd name="connsiteX5" fmla="*/ 60960 w 274828"/>
              <a:gd name="connsiteY5" fmla="*/ 4485767 h 4603623"/>
              <a:gd name="connsiteX6" fmla="*/ 31242 w 274828"/>
              <a:gd name="connsiteY6" fmla="*/ 4592320 h 4603623"/>
              <a:gd name="connsiteX7" fmla="*/ 29591 w 274828"/>
              <a:gd name="connsiteY7" fmla="*/ 4596765 h 4603623"/>
              <a:gd name="connsiteX8" fmla="*/ 27432 w 274828"/>
              <a:gd name="connsiteY8" fmla="*/ 4597400 h 4603623"/>
              <a:gd name="connsiteX9" fmla="*/ 0 w 274828"/>
              <a:gd name="connsiteY9" fmla="*/ 4603623 h 4603623"/>
              <a:gd name="connsiteX10" fmla="*/ 7112 w 274828"/>
              <a:gd name="connsiteY10" fmla="*/ 4584192 h 4603623"/>
              <a:gd name="connsiteX11" fmla="*/ 36068 w 274828"/>
              <a:gd name="connsiteY11" fmla="*/ 4479925 h 4603623"/>
              <a:gd name="connsiteX12" fmla="*/ 249301 w 274828"/>
              <a:gd name="connsiteY12" fmla="*/ 2221357 h 4603623"/>
              <a:gd name="connsiteX13" fmla="*/ 49657 w 274828"/>
              <a:gd name="connsiteY13" fmla="*/ 19050 h 4603623"/>
              <a:gd name="connsiteX14" fmla="*/ 45085 w 274828"/>
              <a:gd name="connsiteY14" fmla="*/ 0 h 4603623"/>
              <a:gd name="connsiteX15" fmla="*/ 45118 w 274828"/>
              <a:gd name="connsiteY15" fmla="*/ 136 h 4603623"/>
              <a:gd name="connsiteX16" fmla="*/ 45085 w 274828"/>
              <a:gd name="connsiteY16" fmla="*/ 127 h 460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4828" h="4603623">
                <a:moveTo>
                  <a:pt x="45118" y="136"/>
                </a:moveTo>
                <a:lnTo>
                  <a:pt x="70485" y="7239"/>
                </a:lnTo>
                <a:cubicBezTo>
                  <a:pt x="71501" y="7493"/>
                  <a:pt x="72390" y="7874"/>
                  <a:pt x="73279" y="8128"/>
                </a:cubicBezTo>
                <a:cubicBezTo>
                  <a:pt x="73660" y="9906"/>
                  <a:pt x="74168" y="11557"/>
                  <a:pt x="74549" y="13335"/>
                </a:cubicBezTo>
                <a:cubicBezTo>
                  <a:pt x="203708" y="562991"/>
                  <a:pt x="274828" y="1313053"/>
                  <a:pt x="274828" y="2221484"/>
                </a:cubicBezTo>
                <a:cubicBezTo>
                  <a:pt x="274828" y="3129915"/>
                  <a:pt x="198882" y="3933952"/>
                  <a:pt x="60960" y="4485767"/>
                </a:cubicBezTo>
                <a:cubicBezTo>
                  <a:pt x="52832" y="4521962"/>
                  <a:pt x="42799" y="4557903"/>
                  <a:pt x="31242" y="4592320"/>
                </a:cubicBezTo>
                <a:cubicBezTo>
                  <a:pt x="30734" y="4593844"/>
                  <a:pt x="30099" y="4595241"/>
                  <a:pt x="29591" y="4596765"/>
                </a:cubicBezTo>
                <a:cubicBezTo>
                  <a:pt x="28829" y="4597019"/>
                  <a:pt x="28194" y="4597273"/>
                  <a:pt x="27432" y="4597400"/>
                </a:cubicBezTo>
                <a:cubicBezTo>
                  <a:pt x="17526" y="4599813"/>
                  <a:pt x="8509" y="4601845"/>
                  <a:pt x="0" y="4603623"/>
                </a:cubicBezTo>
                <a:cubicBezTo>
                  <a:pt x="2286" y="4597146"/>
                  <a:pt x="4826" y="4590796"/>
                  <a:pt x="7112" y="4584192"/>
                </a:cubicBezTo>
                <a:cubicBezTo>
                  <a:pt x="18415" y="4550664"/>
                  <a:pt x="28194" y="4515612"/>
                  <a:pt x="36068" y="4479925"/>
                </a:cubicBezTo>
                <a:cubicBezTo>
                  <a:pt x="173609" y="3929761"/>
                  <a:pt x="249301" y="3093847"/>
                  <a:pt x="249301" y="2221357"/>
                </a:cubicBezTo>
                <a:cubicBezTo>
                  <a:pt x="249301" y="1348867"/>
                  <a:pt x="178308" y="566801"/>
                  <a:pt x="49657" y="19050"/>
                </a:cubicBezTo>
                <a:close/>
                <a:moveTo>
                  <a:pt x="45085" y="0"/>
                </a:moveTo>
                <a:lnTo>
                  <a:pt x="45118" y="136"/>
                </a:lnTo>
                <a:lnTo>
                  <a:pt x="45085" y="127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>
            <a:lvl1pPr>
              <a:buNone/>
              <a:defRPr sz="100"/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5" name="Espaço Reservado para Texto 11">
            <a:extLst>
              <a:ext uri="{FF2B5EF4-FFF2-40B4-BE49-F238E27FC236}">
                <a16:creationId xmlns:a16="http://schemas.microsoft.com/office/drawing/2014/main" id="{D241422F-07ED-EB3E-9779-8165F3993A42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185158" y="720415"/>
            <a:ext cx="4114870" cy="15694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tabLst/>
              <a:defRPr lang="pt-BR" strike="noStrike" spc="0" dirty="0">
                <a:solidFill>
                  <a:schemeClr val="accent4"/>
                </a:solidFill>
                <a:latin typeface="+mj-lt"/>
                <a:cs typeface="Itau Display Pro Bold" panose="020B0703020204020204" pitchFamily="34" charset="0"/>
              </a:defRPr>
            </a:lvl1pPr>
          </a:lstStyle>
          <a:p>
            <a:pPr marL="0" lvl="0" indent="0">
              <a:lnSpc>
                <a:spcPct val="85000"/>
              </a:lnSpc>
              <a:buNone/>
            </a:pPr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consectetuer</a:t>
            </a:r>
            <a:r>
              <a:rPr lang="pt-BR" dirty="0"/>
              <a:t> </a:t>
            </a:r>
            <a:r>
              <a:rPr lang="pt-BR" dirty="0" err="1"/>
              <a:t>adipiscing</a:t>
            </a:r>
            <a:r>
              <a:rPr lang="pt-BR" dirty="0"/>
              <a:t> </a:t>
            </a:r>
            <a:r>
              <a:rPr lang="pt-BR" dirty="0" err="1"/>
              <a:t>elit</a:t>
            </a:r>
            <a:r>
              <a:rPr lang="pt-BR" dirty="0"/>
              <a:t>. </a:t>
            </a:r>
            <a:r>
              <a:rPr lang="pt-BR" dirty="0" err="1"/>
              <a:t>Maecenas</a:t>
            </a:r>
            <a:r>
              <a:rPr lang="pt-BR" dirty="0"/>
              <a:t> </a:t>
            </a:r>
            <a:r>
              <a:rPr lang="pt-BR" dirty="0" err="1"/>
              <a:t>porttitor</a:t>
            </a:r>
            <a:r>
              <a:rPr lang="pt-BR" dirty="0"/>
              <a:t> </a:t>
            </a:r>
            <a:r>
              <a:rPr lang="pt-BR" dirty="0" err="1"/>
              <a:t>congue</a:t>
            </a:r>
            <a:r>
              <a:rPr lang="pt-BR" dirty="0"/>
              <a:t> massa. </a:t>
            </a:r>
          </a:p>
        </p:txBody>
      </p:sp>
      <p:sp>
        <p:nvSpPr>
          <p:cNvPr id="6" name="Espaço Reservado para Texto 11">
            <a:extLst>
              <a:ext uri="{FF2B5EF4-FFF2-40B4-BE49-F238E27FC236}">
                <a16:creationId xmlns:a16="http://schemas.microsoft.com/office/drawing/2014/main" id="{FECB030D-7168-B488-40A4-A9EE7D732BE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185158" y="2300756"/>
            <a:ext cx="4049032" cy="5909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tabLst/>
              <a:defRPr lang="pt-BR" sz="1800" spc="0" dirty="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marL="0" lvl="0" indent="0">
              <a:lnSpc>
                <a:spcPct val="85000"/>
              </a:lnSpc>
              <a:buNone/>
            </a:pPr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consectetuer</a:t>
            </a:r>
            <a:r>
              <a:rPr lang="pt-BR" dirty="0"/>
              <a:t> </a:t>
            </a:r>
            <a:r>
              <a:rPr lang="pt-BR" dirty="0" err="1"/>
              <a:t>adipiscing</a:t>
            </a:r>
            <a:r>
              <a:rPr lang="pt-BR" dirty="0"/>
              <a:t> </a:t>
            </a:r>
            <a:r>
              <a:rPr lang="pt-BR" dirty="0" err="1"/>
              <a:t>elit</a:t>
            </a:r>
            <a:r>
              <a:rPr lang="pt-BR" dirty="0"/>
              <a:t> </a:t>
            </a:r>
            <a:r>
              <a:rPr lang="pt-BR" dirty="0" err="1"/>
              <a:t>maecenas</a:t>
            </a:r>
            <a:r>
              <a:rPr lang="pt-BR" dirty="0"/>
              <a:t> </a:t>
            </a:r>
            <a:r>
              <a:rPr lang="pt-BR" dirty="0" err="1"/>
              <a:t>porttitor</a:t>
            </a:r>
            <a:endParaRPr lang="pt-BR" dirty="0"/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7AADD8E0-3557-1C56-D5CD-CF987DC0E6FA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185863" y="3219450"/>
            <a:ext cx="2652712" cy="3282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consectetuer</a:t>
            </a:r>
            <a:r>
              <a:rPr lang="pt-BR" dirty="0"/>
              <a:t> </a:t>
            </a:r>
            <a:r>
              <a:rPr lang="pt-BR" dirty="0" err="1"/>
              <a:t>adipiscing</a:t>
            </a:r>
            <a:r>
              <a:rPr lang="pt-BR" dirty="0"/>
              <a:t> </a:t>
            </a:r>
            <a:r>
              <a:rPr lang="pt-BR" dirty="0" err="1"/>
              <a:t>elit</a:t>
            </a:r>
            <a:r>
              <a:rPr lang="pt-BR" dirty="0"/>
              <a:t>. </a:t>
            </a:r>
            <a:r>
              <a:rPr lang="pt-BR" dirty="0" err="1"/>
              <a:t>Maecenas</a:t>
            </a:r>
            <a:r>
              <a:rPr lang="pt-BR" dirty="0"/>
              <a:t> </a:t>
            </a:r>
            <a:r>
              <a:rPr lang="pt-BR" dirty="0" err="1"/>
              <a:t>porttitor</a:t>
            </a:r>
            <a:r>
              <a:rPr lang="pt-BR" dirty="0"/>
              <a:t> </a:t>
            </a:r>
            <a:r>
              <a:rPr lang="pt-BR" dirty="0" err="1"/>
              <a:t>congue</a:t>
            </a:r>
            <a:r>
              <a:rPr lang="pt-BR" dirty="0"/>
              <a:t> massa. </a:t>
            </a:r>
            <a:r>
              <a:rPr lang="pt-BR" dirty="0" err="1"/>
              <a:t>Fusce</a:t>
            </a:r>
            <a:r>
              <a:rPr lang="pt-BR" dirty="0"/>
              <a:t> </a:t>
            </a:r>
            <a:r>
              <a:rPr lang="pt-BR" dirty="0" err="1"/>
              <a:t>posuere</a:t>
            </a:r>
            <a:r>
              <a:rPr lang="pt-BR" dirty="0"/>
              <a:t>, magna </a:t>
            </a:r>
            <a:r>
              <a:rPr lang="pt-BR" dirty="0" err="1"/>
              <a:t>sed</a:t>
            </a:r>
            <a:r>
              <a:rPr lang="pt-BR" dirty="0"/>
              <a:t> </a:t>
            </a:r>
            <a:r>
              <a:rPr lang="pt-BR" dirty="0" err="1"/>
              <a:t>pulvinar</a:t>
            </a:r>
            <a:r>
              <a:rPr lang="pt-BR" dirty="0"/>
              <a:t> </a:t>
            </a:r>
            <a:r>
              <a:rPr lang="pt-BR" dirty="0" err="1"/>
              <a:t>ultricies</a:t>
            </a:r>
            <a:r>
              <a:rPr lang="pt-BR" dirty="0"/>
              <a:t>, </a:t>
            </a:r>
            <a:r>
              <a:rPr lang="pt-BR" dirty="0" err="1"/>
              <a:t>purus</a:t>
            </a:r>
            <a:r>
              <a:rPr lang="pt-BR" dirty="0"/>
              <a:t> </a:t>
            </a:r>
            <a:r>
              <a:rPr lang="pt-BR" dirty="0" err="1"/>
              <a:t>lectus</a:t>
            </a:r>
            <a:r>
              <a:rPr lang="pt-BR" dirty="0"/>
              <a:t> </a:t>
            </a:r>
            <a:r>
              <a:rPr lang="pt-BR" dirty="0" err="1"/>
              <a:t>malesuada</a:t>
            </a:r>
            <a:r>
              <a:rPr lang="pt-BR" dirty="0"/>
              <a:t> libero,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 </a:t>
            </a:r>
            <a:r>
              <a:rPr lang="pt-BR" dirty="0" err="1"/>
              <a:t>commodo</a:t>
            </a:r>
            <a:r>
              <a:rPr lang="pt-BR" dirty="0"/>
              <a:t> magna </a:t>
            </a:r>
            <a:r>
              <a:rPr lang="pt-BR" dirty="0" err="1"/>
              <a:t>eros</a:t>
            </a:r>
            <a:r>
              <a:rPr lang="pt-BR" dirty="0"/>
              <a:t> quis urna.</a:t>
            </a:r>
          </a:p>
          <a:p>
            <a:pPr lvl="0"/>
            <a:r>
              <a:rPr lang="pt-BR" dirty="0"/>
              <a:t>Nunc </a:t>
            </a:r>
            <a:r>
              <a:rPr lang="pt-BR" dirty="0" err="1"/>
              <a:t>viverra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. </a:t>
            </a:r>
            <a:r>
              <a:rPr lang="pt-BR" dirty="0" err="1"/>
              <a:t>Fusce</a:t>
            </a:r>
            <a:r>
              <a:rPr lang="pt-BR" dirty="0"/>
              <a:t> est. </a:t>
            </a:r>
            <a:r>
              <a:rPr lang="pt-BR" dirty="0" err="1"/>
              <a:t>Vivamus</a:t>
            </a:r>
            <a:r>
              <a:rPr lang="pt-BR" dirty="0"/>
              <a:t> a </a:t>
            </a:r>
            <a:r>
              <a:rPr lang="pt-BR" dirty="0" err="1"/>
              <a:t>tellus</a:t>
            </a:r>
            <a:r>
              <a:rPr lang="pt-BR" dirty="0"/>
              <a:t>.</a:t>
            </a:r>
          </a:p>
          <a:p>
            <a:pPr lvl="0"/>
            <a:r>
              <a:rPr lang="pt-BR" dirty="0" err="1"/>
              <a:t>Pellentesque</a:t>
            </a:r>
            <a:r>
              <a:rPr lang="pt-BR" dirty="0"/>
              <a:t> </a:t>
            </a:r>
            <a:r>
              <a:rPr lang="pt-BR" dirty="0" err="1"/>
              <a:t>habitant</a:t>
            </a:r>
            <a:r>
              <a:rPr lang="pt-BR" dirty="0"/>
              <a:t>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tristique</a:t>
            </a:r>
            <a:r>
              <a:rPr lang="pt-BR" dirty="0"/>
              <a:t> </a:t>
            </a:r>
            <a:r>
              <a:rPr lang="pt-BR" dirty="0" err="1"/>
              <a:t>senectus</a:t>
            </a:r>
            <a:r>
              <a:rPr lang="pt-BR" dirty="0"/>
              <a:t> et </a:t>
            </a:r>
            <a:r>
              <a:rPr lang="pt-BR" dirty="0" err="1"/>
              <a:t>netus</a:t>
            </a:r>
            <a:r>
              <a:rPr lang="pt-BR" dirty="0"/>
              <a:t> et </a:t>
            </a:r>
            <a:r>
              <a:rPr lang="pt-BR" dirty="0" err="1"/>
              <a:t>malesuada</a:t>
            </a:r>
            <a:r>
              <a:rPr lang="pt-BR" dirty="0"/>
              <a:t> fames ac </a:t>
            </a:r>
            <a:r>
              <a:rPr lang="pt-BR" dirty="0" err="1"/>
              <a:t>turpis</a:t>
            </a:r>
            <a:r>
              <a:rPr lang="pt-BR" dirty="0"/>
              <a:t> </a:t>
            </a:r>
            <a:r>
              <a:rPr lang="pt-BR" dirty="0" err="1"/>
              <a:t>egestas</a:t>
            </a:r>
            <a:r>
              <a:rPr lang="pt-BR" dirty="0"/>
              <a:t>. </a:t>
            </a:r>
            <a:r>
              <a:rPr lang="pt-BR" dirty="0" err="1"/>
              <a:t>Proin</a:t>
            </a:r>
            <a:r>
              <a:rPr lang="pt-BR" dirty="0"/>
              <a:t> </a:t>
            </a:r>
            <a:r>
              <a:rPr lang="pt-BR" dirty="0" err="1"/>
              <a:t>pharetra</a:t>
            </a:r>
            <a:r>
              <a:rPr lang="pt-BR" dirty="0"/>
              <a:t> </a:t>
            </a:r>
            <a:r>
              <a:rPr lang="pt-BR" dirty="0" err="1"/>
              <a:t>nonummy</a:t>
            </a:r>
            <a:r>
              <a:rPr lang="pt-BR" dirty="0"/>
              <a:t> pede. </a:t>
            </a:r>
            <a:r>
              <a:rPr lang="pt-BR" dirty="0" err="1"/>
              <a:t>Mauris</a:t>
            </a:r>
            <a:r>
              <a:rPr lang="pt-BR" dirty="0"/>
              <a:t> et </a:t>
            </a:r>
            <a:r>
              <a:rPr lang="pt-BR" dirty="0" err="1"/>
              <a:t>orci</a:t>
            </a:r>
            <a:r>
              <a:rPr lang="pt-BR" dirty="0"/>
              <a:t>.</a:t>
            </a:r>
          </a:p>
          <a:p>
            <a:pPr lvl="0"/>
            <a:endParaRPr lang="pt-BR" dirty="0"/>
          </a:p>
          <a:p>
            <a:pPr lvl="0"/>
            <a:endParaRPr lang="pt-BR" dirty="0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E2C6AA15-6C42-9B16-B8B4-A049B1615EC2}"/>
              </a:ext>
            </a:extLst>
          </p:cNvPr>
          <p:cNvGrpSpPr/>
          <p:nvPr userDrawn="1"/>
        </p:nvGrpSpPr>
        <p:grpSpPr>
          <a:xfrm>
            <a:off x="-1195174" y="3273238"/>
            <a:ext cx="957366" cy="3571594"/>
            <a:chOff x="-1195174" y="3378168"/>
            <a:chExt cx="957366" cy="3571594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441D7B39-B718-FBBB-2F8F-803EB085F084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FF62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0D81FE65-78A6-AE5F-84E1-5B310B080B0C}"/>
                </a:ext>
              </a:extLst>
            </p:cNvPr>
            <p:cNvSpPr/>
            <p:nvPr/>
          </p:nvSpPr>
          <p:spPr>
            <a:xfrm>
              <a:off x="-510252" y="469782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99A31624-8B28-2497-8F01-BFCBA3610FE8}"/>
                </a:ext>
              </a:extLst>
            </p:cNvPr>
            <p:cNvSpPr/>
            <p:nvPr/>
          </p:nvSpPr>
          <p:spPr>
            <a:xfrm>
              <a:off x="-510252" y="5027743"/>
              <a:ext cx="272444" cy="272444"/>
            </a:xfrm>
            <a:prstGeom prst="roundRect">
              <a:avLst/>
            </a:prstGeom>
            <a:solidFill>
              <a:srgbClr val="0000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8225568C-5EB4-2A78-CE89-2872D31C45A4}"/>
                </a:ext>
              </a:extLst>
            </p:cNvPr>
            <p:cNvSpPr/>
            <p:nvPr/>
          </p:nvSpPr>
          <p:spPr>
            <a:xfrm>
              <a:off x="-510252" y="6017488"/>
              <a:ext cx="272444" cy="272444"/>
            </a:xfrm>
            <a:prstGeom prst="roundRect">
              <a:avLst/>
            </a:prstGeom>
            <a:solidFill>
              <a:srgbClr val="B3B3B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5C90B3EA-ECA4-24AA-EFC9-97E18C15A19E}"/>
                </a:ext>
              </a:extLst>
            </p:cNvPr>
            <p:cNvSpPr/>
            <p:nvPr/>
          </p:nvSpPr>
          <p:spPr>
            <a:xfrm>
              <a:off x="-510252" y="5687573"/>
              <a:ext cx="272444" cy="272444"/>
            </a:xfrm>
            <a:prstGeom prst="roundRect">
              <a:avLst/>
            </a:prstGeom>
            <a:solidFill>
              <a:srgbClr val="E4E4E4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8AFEC874-7CE7-703E-93B4-2DA3A47E8B3C}"/>
                </a:ext>
              </a:extLst>
            </p:cNvPr>
            <p:cNvSpPr/>
            <p:nvPr/>
          </p:nvSpPr>
          <p:spPr>
            <a:xfrm>
              <a:off x="-510252" y="5357658"/>
              <a:ext cx="272444" cy="272444"/>
            </a:xfrm>
            <a:prstGeom prst="roundRect">
              <a:avLst/>
            </a:prstGeom>
            <a:solidFill>
              <a:srgbClr val="000D3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EC3DB8BD-1A1D-A51D-E48D-36AD8004234D}"/>
                </a:ext>
              </a:extLst>
            </p:cNvPr>
            <p:cNvSpPr/>
            <p:nvPr userDrawn="1"/>
          </p:nvSpPr>
          <p:spPr>
            <a:xfrm>
              <a:off x="-510252" y="370808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36715411-AF12-EC71-4780-BF360A905E9D}"/>
                </a:ext>
              </a:extLst>
            </p:cNvPr>
            <p:cNvSpPr/>
            <p:nvPr userDrawn="1"/>
          </p:nvSpPr>
          <p:spPr>
            <a:xfrm>
              <a:off x="-510252" y="3378168"/>
              <a:ext cx="272444" cy="272444"/>
            </a:xfrm>
            <a:prstGeom prst="roundRect">
              <a:avLst/>
            </a:prstGeom>
            <a:solidFill>
              <a:srgbClr val="FF9C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FBDAF188-2B37-D95B-991E-EA0E78D6D083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0131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D33739EF-F75E-F1B9-4314-6E90A5EC933F}"/>
                </a:ext>
              </a:extLst>
            </p:cNvPr>
            <p:cNvSpPr txBox="1"/>
            <p:nvPr/>
          </p:nvSpPr>
          <p:spPr>
            <a:xfrm>
              <a:off x="-1195174" y="3406668"/>
              <a:ext cx="675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Gráficos</a:t>
              </a:r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C31E8767-8BB8-7C6D-5601-5997E79E3487}"/>
                </a:ext>
              </a:extLst>
            </p:cNvPr>
            <p:cNvSpPr/>
            <p:nvPr userDrawn="1"/>
          </p:nvSpPr>
          <p:spPr>
            <a:xfrm>
              <a:off x="-510252" y="6347403"/>
              <a:ext cx="272444" cy="272444"/>
            </a:xfrm>
            <a:prstGeom prst="roundRect">
              <a:avLst/>
            </a:prstGeom>
            <a:solidFill>
              <a:srgbClr val="6E6E6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F219462D-CB37-2BC8-4860-FF77FE2ACCD9}"/>
                </a:ext>
              </a:extLst>
            </p:cNvPr>
            <p:cNvSpPr/>
            <p:nvPr userDrawn="1"/>
          </p:nvSpPr>
          <p:spPr>
            <a:xfrm>
              <a:off x="-510252" y="6677318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</p:grp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AAEADB2-9206-27D6-B577-93F73ECACD76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1E99495D-D6F5-F49B-6C8E-2F0E38233246}"/>
              </a:ext>
            </a:extLst>
          </p:cNvPr>
          <p:cNvGrpSpPr/>
          <p:nvPr userDrawn="1"/>
        </p:nvGrpSpPr>
        <p:grpSpPr>
          <a:xfrm>
            <a:off x="-1492096" y="1760479"/>
            <a:ext cx="1254288" cy="1280697"/>
            <a:chOff x="-1492096" y="3368093"/>
            <a:chExt cx="1254288" cy="1280697"/>
          </a:xfrm>
        </p:grpSpPr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FD620297-4A4B-7A1B-D4C7-525D17A8E197}"/>
                </a:ext>
              </a:extLst>
            </p:cNvPr>
            <p:cNvSpPr/>
            <p:nvPr/>
          </p:nvSpPr>
          <p:spPr>
            <a:xfrm>
              <a:off x="-510252" y="4037998"/>
              <a:ext cx="272444" cy="272444"/>
            </a:xfrm>
            <a:prstGeom prst="roundRect">
              <a:avLst/>
            </a:prstGeom>
            <a:solidFill>
              <a:srgbClr val="001F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0BF1E9C2-18C9-A7A8-D29E-7F587B15748B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rgbClr val="3B3B3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6FE3A82-A63D-1454-E85A-08DC429DBD81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43530867-C8C5-1DB1-04DE-8A06601FB354}"/>
                </a:ext>
              </a:extLst>
            </p:cNvPr>
            <p:cNvSpPr/>
            <p:nvPr userDrawn="1"/>
          </p:nvSpPr>
          <p:spPr>
            <a:xfrm>
              <a:off x="-510252" y="4367913"/>
              <a:ext cx="272444" cy="272444"/>
            </a:xfrm>
            <a:prstGeom prst="roundRect">
              <a:avLst/>
            </a:prstGeom>
            <a:solidFill>
              <a:srgbClr val="FF7D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30F0E3BD-BAAD-9190-C9BC-FC098A5DA734}"/>
                </a:ext>
              </a:extLst>
            </p:cNvPr>
            <p:cNvSpPr txBox="1"/>
            <p:nvPr userDrawn="1"/>
          </p:nvSpPr>
          <p:spPr>
            <a:xfrm>
              <a:off x="-1195174" y="3744678"/>
              <a:ext cx="675093" cy="19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Textos</a:t>
              </a: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0A55ED92-5573-B066-9D22-4043340C2159}"/>
                </a:ext>
              </a:extLst>
            </p:cNvPr>
            <p:cNvSpPr txBox="1"/>
            <p:nvPr userDrawn="1"/>
          </p:nvSpPr>
          <p:spPr>
            <a:xfrm>
              <a:off x="-1315808" y="4047984"/>
              <a:ext cx="795727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cor principal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55544198-561A-A1AF-DF3F-F5133E7541A8}"/>
                </a:ext>
              </a:extLst>
            </p:cNvPr>
            <p:cNvSpPr txBox="1"/>
            <p:nvPr userDrawn="1"/>
          </p:nvSpPr>
          <p:spPr>
            <a:xfrm>
              <a:off x="-1492096" y="4359480"/>
              <a:ext cx="972015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Usar em menor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quantidade</a:t>
              </a: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D8CCC4EA-3F64-4C39-CD93-BE4A71B1A24E}"/>
                </a:ext>
              </a:extLst>
            </p:cNvPr>
            <p:cNvSpPr txBox="1"/>
            <p:nvPr userDrawn="1"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Títulos menores</a:t>
              </a:r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17B8697D-83E1-BCDF-3BFF-9463A17493AA}"/>
              </a:ext>
            </a:extLst>
          </p:cNvPr>
          <p:cNvGrpSpPr/>
          <p:nvPr userDrawn="1"/>
        </p:nvGrpSpPr>
        <p:grpSpPr>
          <a:xfrm>
            <a:off x="-1195174" y="911766"/>
            <a:ext cx="957366" cy="616650"/>
            <a:chOff x="-1195174" y="3368093"/>
            <a:chExt cx="957366" cy="616650"/>
          </a:xfrm>
        </p:grpSpPr>
        <p:sp>
          <p:nvSpPr>
            <p:cNvPr id="32" name="Retângulo: Cantos Arredondados 31">
              <a:extLst>
                <a:ext uri="{FF2B5EF4-FFF2-40B4-BE49-F238E27FC236}">
                  <a16:creationId xmlns:a16="http://schemas.microsoft.com/office/drawing/2014/main" id="{EEFC4B3D-D89F-01FB-8C62-82D22C16C045}"/>
                </a:ext>
              </a:extLst>
            </p:cNvPr>
            <p:cNvSpPr/>
            <p:nvPr userDrawn="1"/>
          </p:nvSpPr>
          <p:spPr>
            <a:xfrm>
              <a:off x="-510252" y="3703866"/>
              <a:ext cx="272444" cy="272444"/>
            </a:xfrm>
            <a:prstGeom prst="roundRect">
              <a:avLst/>
            </a:pr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3" name="Retângulo: Cantos Arredondados 32">
              <a:extLst>
                <a:ext uri="{FF2B5EF4-FFF2-40B4-BE49-F238E27FC236}">
                  <a16:creationId xmlns:a16="http://schemas.microsoft.com/office/drawing/2014/main" id="{0A844A9C-A10B-801A-422F-4B6102A669DA}"/>
                </a:ext>
              </a:extLst>
            </p:cNvPr>
            <p:cNvSpPr/>
            <p:nvPr userDrawn="1"/>
          </p:nvSpPr>
          <p:spPr>
            <a:xfrm>
              <a:off x="-510252" y="3376526"/>
              <a:ext cx="272444" cy="272444"/>
            </a:xfrm>
            <a:prstGeom prst="roundRect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47484A"/>
                </a:solidFill>
                <a:effectLst/>
                <a:uLnTx/>
                <a:uFillTx/>
                <a:latin typeface="Itau Display"/>
                <a:cs typeface="Arial" panose="020B0604020202020204" pitchFamily="34" charset="0"/>
              </a:endParaRP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42A0049-5E12-9129-4239-91BDE7279743}"/>
                </a:ext>
              </a:extLst>
            </p:cNvPr>
            <p:cNvSpPr txBox="1"/>
            <p:nvPr/>
          </p:nvSpPr>
          <p:spPr>
            <a:xfrm>
              <a:off x="-1195174" y="336809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 Principal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5C2D6120-04C7-8AF6-6C06-AD9029430CA9}"/>
                </a:ext>
              </a:extLst>
            </p:cNvPr>
            <p:cNvSpPr txBox="1"/>
            <p:nvPr userDrawn="1"/>
          </p:nvSpPr>
          <p:spPr>
            <a:xfrm>
              <a:off x="-1195174" y="3695433"/>
              <a:ext cx="675093" cy="28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Destaque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Itau Text Pro XBold"/>
                  <a:cs typeface="Itau Text Pro Bold" panose="020B0703020204020203" pitchFamily="34" charset="0"/>
                </a:rPr>
                <a:t>título</a:t>
              </a:r>
            </a:p>
          </p:txBody>
        </p:sp>
      </p:grpSp>
      <p:pic>
        <p:nvPicPr>
          <p:cNvPr id="42" name="Imagem 41" descr="Logotipo&#10;&#10;Descrição gerada automaticamente com confiança média">
            <a:extLst>
              <a:ext uri="{FF2B5EF4-FFF2-40B4-BE49-F238E27FC236}">
                <a16:creationId xmlns:a16="http://schemas.microsoft.com/office/drawing/2014/main" id="{BCDE8DB4-29C3-9349-4C2F-243F46F096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0516" y="6489926"/>
            <a:ext cx="288000" cy="288000"/>
          </a:xfrm>
          <a:prstGeom prst="rect">
            <a:avLst/>
          </a:prstGeom>
        </p:spPr>
      </p:pic>
      <p:sp>
        <p:nvSpPr>
          <p:cNvPr id="44" name="CaixaDeTexto 43">
            <a:extLst>
              <a:ext uri="{FF2B5EF4-FFF2-40B4-BE49-F238E27FC236}">
                <a16:creationId xmlns:a16="http://schemas.microsoft.com/office/drawing/2014/main" id="{3B2A667D-1237-CA73-6187-D12EC1A9D6A6}"/>
              </a:ext>
            </a:extLst>
          </p:cNvPr>
          <p:cNvSpPr txBox="1"/>
          <p:nvPr userDrawn="1"/>
        </p:nvSpPr>
        <p:spPr>
          <a:xfrm rot="16200000">
            <a:off x="11243777" y="5088351"/>
            <a:ext cx="14414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821531">
              <a:defRPr/>
            </a:pPr>
            <a:r>
              <a:rPr lang="pt-BR" sz="9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  <a:sym typeface="Itau Display Light"/>
              </a:rPr>
              <a:t>Corporativo | Interno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A0457843-9B36-4E3F-F168-C2F0F2D7E1BB}"/>
              </a:ext>
            </a:extLst>
          </p:cNvPr>
          <p:cNvSpPr txBox="1"/>
          <p:nvPr userDrawn="1"/>
        </p:nvSpPr>
        <p:spPr>
          <a:xfrm rot="16200000">
            <a:off x="11766873" y="5967484"/>
            <a:ext cx="395287" cy="230832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algn="r">
              <a:defRPr sz="900" b="1">
                <a:solidFill>
                  <a:srgbClr val="606163"/>
                </a:solidFill>
              </a:defRPr>
            </a:lvl1pPr>
          </a:lstStyle>
          <a:p>
            <a:pPr algn="r"/>
            <a:fld id="{9B9BAEC2-C893-4510-BAEC-A634F6DBFF95}" type="slidenum">
              <a:rPr lang="en-US" altLang="pt-BR" sz="1000" b="0" smtClean="0">
                <a:solidFill>
                  <a:schemeClr val="tx1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pPr algn="r"/>
              <a:t>‹nº›</a:t>
            </a:fld>
            <a:endParaRPr lang="en-US" altLang="pt-BR" sz="1000" b="0">
              <a:solidFill>
                <a:schemeClr val="tx1"/>
              </a:solidFill>
              <a:latin typeface="Itau Display Pro XBold" panose="020B0803020204020204" pitchFamily="34" charset="0"/>
              <a:cs typeface="Itau Display Pro XBold" panose="020B08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366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2 fundo cla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59346D02-C7A0-0D5A-57F4-4C0FA33FB647}"/>
              </a:ext>
            </a:extLst>
          </p:cNvPr>
          <p:cNvSpPr/>
          <p:nvPr userDrawn="1"/>
        </p:nvSpPr>
        <p:spPr>
          <a:xfrm>
            <a:off x="3829050" y="0"/>
            <a:ext cx="8362950" cy="6858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1191437-A3EB-39FF-EDB2-871C47DE1A8F}"/>
              </a:ext>
            </a:extLst>
          </p:cNvPr>
          <p:cNvSpPr txBox="1"/>
          <p:nvPr userDrawn="1"/>
        </p:nvSpPr>
        <p:spPr>
          <a:xfrm rot="16200000">
            <a:off x="11243777" y="5300017"/>
            <a:ext cx="14414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821531">
              <a:defRPr/>
            </a:pPr>
            <a:r>
              <a:rPr lang="pt-BR" sz="900">
                <a:solidFill>
                  <a:srgbClr val="3B3B3B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  <a:sym typeface="Itau Display Light"/>
              </a:rPr>
              <a:t>Corporativo | Interno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CB665E3-0165-626D-1255-42F234E340A4}"/>
              </a:ext>
            </a:extLst>
          </p:cNvPr>
          <p:cNvSpPr txBox="1"/>
          <p:nvPr userDrawn="1"/>
        </p:nvSpPr>
        <p:spPr>
          <a:xfrm rot="16200000">
            <a:off x="11766873" y="6179150"/>
            <a:ext cx="395287" cy="230832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algn="r">
              <a:defRPr sz="900" b="1">
                <a:solidFill>
                  <a:srgbClr val="606163"/>
                </a:solidFill>
              </a:defRPr>
            </a:lvl1pPr>
          </a:lstStyle>
          <a:p>
            <a:pPr algn="r"/>
            <a:fld id="{9B9BAEC2-C893-4510-BAEC-A634F6DBFF95}" type="slidenum">
              <a:rPr lang="en-US" altLang="pt-BR" sz="1000" b="0" smtClean="0">
                <a:solidFill>
                  <a:schemeClr val="tx1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pPr algn="r"/>
              <a:t>‹nº›</a:t>
            </a:fld>
            <a:endParaRPr lang="en-US" altLang="pt-BR" sz="1000" b="0">
              <a:solidFill>
                <a:schemeClr val="tx1"/>
              </a:solidFill>
              <a:latin typeface="Itau Display Pro XBold" panose="020B0803020204020204" pitchFamily="34" charset="0"/>
              <a:cs typeface="Itau Display Pro XBold" panose="020B0803020204020204" pitchFamily="34" charset="0"/>
            </a:endParaRPr>
          </a:p>
        </p:txBody>
      </p:sp>
      <p:pic>
        <p:nvPicPr>
          <p:cNvPr id="6" name="Imagem 5" descr="Logotipo&#10;&#10;Descrição gerada automaticamente com confiança média">
            <a:extLst>
              <a:ext uri="{FF2B5EF4-FFF2-40B4-BE49-F238E27FC236}">
                <a16:creationId xmlns:a16="http://schemas.microsoft.com/office/drawing/2014/main" id="{B8515376-F44E-1710-8F31-DBA0B3B2D2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0516" y="6489926"/>
            <a:ext cx="288000" cy="288000"/>
          </a:xfrm>
          <a:prstGeom prst="rect">
            <a:avLst/>
          </a:prstGeom>
        </p:spPr>
      </p:pic>
      <p:sp>
        <p:nvSpPr>
          <p:cNvPr id="19" name="Espaço Reservado para Texto 19">
            <a:extLst>
              <a:ext uri="{FF2B5EF4-FFF2-40B4-BE49-F238E27FC236}">
                <a16:creationId xmlns:a16="http://schemas.microsoft.com/office/drawing/2014/main" id="{F1CE0315-89F4-B0AF-67B8-DFB6D83D109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23804" y="441483"/>
            <a:ext cx="2916296" cy="150554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2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consectetuer</a:t>
            </a:r>
            <a:r>
              <a:rPr lang="pt-BR" dirty="0"/>
              <a:t> </a:t>
            </a:r>
            <a:r>
              <a:rPr lang="pt-BR" dirty="0" err="1"/>
              <a:t>adipiscing</a:t>
            </a:r>
            <a:r>
              <a:rPr lang="pt-BR" dirty="0"/>
              <a:t> </a:t>
            </a:r>
            <a:r>
              <a:rPr lang="pt-BR" dirty="0" err="1"/>
              <a:t>elit</a:t>
            </a:r>
            <a:endParaRPr lang="pt-BR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5820357C-BDBF-A4D0-F3E0-4270B4DC3A4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23863" y="2126132"/>
            <a:ext cx="2789237" cy="3213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consectetuer</a:t>
            </a:r>
            <a:r>
              <a:rPr lang="pt-BR" dirty="0"/>
              <a:t> </a:t>
            </a:r>
            <a:r>
              <a:rPr lang="pt-BR" dirty="0" err="1"/>
              <a:t>adipiscing</a:t>
            </a:r>
            <a:r>
              <a:rPr lang="pt-BR" dirty="0"/>
              <a:t> </a:t>
            </a:r>
            <a:r>
              <a:rPr lang="pt-BR" dirty="0" err="1"/>
              <a:t>elit</a:t>
            </a:r>
            <a:r>
              <a:rPr lang="pt-BR" dirty="0"/>
              <a:t>. </a:t>
            </a:r>
            <a:r>
              <a:rPr lang="pt-BR" dirty="0" err="1"/>
              <a:t>Maecenas</a:t>
            </a:r>
            <a:r>
              <a:rPr lang="pt-BR" dirty="0"/>
              <a:t> </a:t>
            </a:r>
            <a:r>
              <a:rPr lang="pt-BR" dirty="0" err="1"/>
              <a:t>porttitor</a:t>
            </a:r>
            <a:r>
              <a:rPr lang="pt-BR" dirty="0"/>
              <a:t> </a:t>
            </a:r>
            <a:r>
              <a:rPr lang="pt-BR" dirty="0" err="1"/>
              <a:t>congue</a:t>
            </a:r>
            <a:r>
              <a:rPr lang="pt-BR" dirty="0"/>
              <a:t> massa. </a:t>
            </a:r>
            <a:r>
              <a:rPr lang="pt-BR" dirty="0" err="1"/>
              <a:t>Fusce</a:t>
            </a:r>
            <a:r>
              <a:rPr lang="pt-BR" dirty="0"/>
              <a:t> </a:t>
            </a:r>
            <a:r>
              <a:rPr lang="pt-BR" dirty="0" err="1"/>
              <a:t>posuere</a:t>
            </a:r>
            <a:r>
              <a:rPr lang="pt-BR" dirty="0"/>
              <a:t>, magna </a:t>
            </a:r>
            <a:r>
              <a:rPr lang="pt-BR" dirty="0" err="1"/>
              <a:t>sed</a:t>
            </a:r>
            <a:r>
              <a:rPr lang="pt-BR" dirty="0"/>
              <a:t> </a:t>
            </a:r>
            <a:r>
              <a:rPr lang="pt-BR" dirty="0" err="1"/>
              <a:t>pulvinar</a:t>
            </a:r>
            <a:r>
              <a:rPr lang="pt-BR" dirty="0"/>
              <a:t> </a:t>
            </a:r>
            <a:r>
              <a:rPr lang="pt-BR" dirty="0" err="1"/>
              <a:t>ultricies</a:t>
            </a:r>
            <a:r>
              <a:rPr lang="pt-BR" dirty="0"/>
              <a:t>, </a:t>
            </a:r>
            <a:r>
              <a:rPr lang="pt-BR" dirty="0" err="1"/>
              <a:t>purus</a:t>
            </a:r>
            <a:r>
              <a:rPr lang="pt-BR" dirty="0"/>
              <a:t> </a:t>
            </a:r>
            <a:r>
              <a:rPr lang="pt-BR" dirty="0" err="1"/>
              <a:t>lectus</a:t>
            </a:r>
            <a:r>
              <a:rPr lang="pt-BR" dirty="0"/>
              <a:t> </a:t>
            </a:r>
            <a:r>
              <a:rPr lang="pt-BR" dirty="0" err="1"/>
              <a:t>malesuada</a:t>
            </a:r>
            <a:r>
              <a:rPr lang="pt-BR" dirty="0"/>
              <a:t> libero,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 </a:t>
            </a:r>
            <a:r>
              <a:rPr lang="pt-BR" dirty="0" err="1"/>
              <a:t>commodo</a:t>
            </a:r>
            <a:r>
              <a:rPr lang="pt-BR" dirty="0"/>
              <a:t> magna </a:t>
            </a:r>
            <a:r>
              <a:rPr lang="pt-BR" dirty="0" err="1"/>
              <a:t>eros</a:t>
            </a:r>
            <a:r>
              <a:rPr lang="pt-BR" dirty="0"/>
              <a:t> quis urna.</a:t>
            </a:r>
          </a:p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49279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2 fundo escur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59346D02-C7A0-0D5A-57F4-4C0FA33FB647}"/>
              </a:ext>
            </a:extLst>
          </p:cNvPr>
          <p:cNvSpPr/>
          <p:nvPr userDrawn="1"/>
        </p:nvSpPr>
        <p:spPr>
          <a:xfrm>
            <a:off x="3829050" y="0"/>
            <a:ext cx="8362950" cy="6858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1191437-A3EB-39FF-EDB2-871C47DE1A8F}"/>
              </a:ext>
            </a:extLst>
          </p:cNvPr>
          <p:cNvSpPr txBox="1"/>
          <p:nvPr userDrawn="1"/>
        </p:nvSpPr>
        <p:spPr>
          <a:xfrm rot="16200000">
            <a:off x="11243777" y="5300017"/>
            <a:ext cx="14414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821531">
              <a:defRPr/>
            </a:pPr>
            <a:r>
              <a:rPr lang="pt-BR" sz="900">
                <a:solidFill>
                  <a:srgbClr val="3B3B3B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  <a:sym typeface="Itau Display Light"/>
              </a:rPr>
              <a:t>Corporativo | Interno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CB665E3-0165-626D-1255-42F234E340A4}"/>
              </a:ext>
            </a:extLst>
          </p:cNvPr>
          <p:cNvSpPr txBox="1"/>
          <p:nvPr userDrawn="1"/>
        </p:nvSpPr>
        <p:spPr>
          <a:xfrm rot="16200000">
            <a:off x="11766873" y="6179150"/>
            <a:ext cx="395287" cy="230832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algn="r">
              <a:defRPr sz="900" b="1">
                <a:solidFill>
                  <a:srgbClr val="606163"/>
                </a:solidFill>
              </a:defRPr>
            </a:lvl1pPr>
          </a:lstStyle>
          <a:p>
            <a:pPr algn="r"/>
            <a:fld id="{9B9BAEC2-C893-4510-BAEC-A634F6DBFF95}" type="slidenum">
              <a:rPr lang="en-US" altLang="pt-BR" sz="1000" b="0" smtClean="0">
                <a:solidFill>
                  <a:schemeClr val="tx1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pPr algn="r"/>
              <a:t>‹nº›</a:t>
            </a:fld>
            <a:endParaRPr lang="en-US" altLang="pt-BR" sz="1000" b="0">
              <a:solidFill>
                <a:schemeClr val="tx1"/>
              </a:solidFill>
              <a:latin typeface="Itau Display Pro XBold" panose="020B0803020204020204" pitchFamily="34" charset="0"/>
              <a:cs typeface="Itau Display Pro XBold" panose="020B0803020204020204" pitchFamily="34" charset="0"/>
            </a:endParaRPr>
          </a:p>
        </p:txBody>
      </p:sp>
      <p:pic>
        <p:nvPicPr>
          <p:cNvPr id="6" name="Imagem 5" descr="Logotipo&#10;&#10;Descrição gerada automaticamente com confiança média">
            <a:extLst>
              <a:ext uri="{FF2B5EF4-FFF2-40B4-BE49-F238E27FC236}">
                <a16:creationId xmlns:a16="http://schemas.microsoft.com/office/drawing/2014/main" id="{B8515376-F44E-1710-8F31-DBA0B3B2D2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0516" y="6489926"/>
            <a:ext cx="288000" cy="28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32CFFC28-6EDD-47BE-0E9D-2348AD865312}"/>
              </a:ext>
            </a:extLst>
          </p:cNvPr>
          <p:cNvSpPr/>
          <p:nvPr userDrawn="1"/>
        </p:nvSpPr>
        <p:spPr>
          <a:xfrm>
            <a:off x="0" y="6273800"/>
            <a:ext cx="2387600" cy="584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spaço Reservado para Texto 19">
            <a:extLst>
              <a:ext uri="{FF2B5EF4-FFF2-40B4-BE49-F238E27FC236}">
                <a16:creationId xmlns:a16="http://schemas.microsoft.com/office/drawing/2014/main" id="{B1B6E660-DA73-FDBD-A6D1-E13D706984FE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23804" y="441483"/>
            <a:ext cx="2916296" cy="150554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2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+mj-lt"/>
                <a:cs typeface="Itau Display Pro XBold" panose="020B0803020204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consectetuer</a:t>
            </a:r>
            <a:r>
              <a:rPr lang="pt-BR" dirty="0"/>
              <a:t> </a:t>
            </a:r>
            <a:r>
              <a:rPr lang="pt-BR" dirty="0" err="1"/>
              <a:t>adipiscing</a:t>
            </a:r>
            <a:r>
              <a:rPr lang="pt-BR" dirty="0"/>
              <a:t> </a:t>
            </a:r>
            <a:r>
              <a:rPr lang="pt-BR" dirty="0" err="1"/>
              <a:t>elit</a:t>
            </a:r>
            <a:endParaRPr lang="pt-BR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31E081B3-757A-0E5D-1386-E18C9B944A3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23863" y="2126132"/>
            <a:ext cx="2789237" cy="3213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</a:defRPr>
            </a:lvl1pPr>
          </a:lstStyle>
          <a:p>
            <a:pPr lvl="0"/>
            <a:r>
              <a:rPr lang="pt-BR" dirty="0"/>
              <a:t>Lorem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consectetuer</a:t>
            </a:r>
            <a:r>
              <a:rPr lang="pt-BR" dirty="0"/>
              <a:t> </a:t>
            </a:r>
            <a:r>
              <a:rPr lang="pt-BR" dirty="0" err="1"/>
              <a:t>adipiscing</a:t>
            </a:r>
            <a:r>
              <a:rPr lang="pt-BR" dirty="0"/>
              <a:t> </a:t>
            </a:r>
            <a:r>
              <a:rPr lang="pt-BR" dirty="0" err="1"/>
              <a:t>elit</a:t>
            </a:r>
            <a:r>
              <a:rPr lang="pt-BR" dirty="0"/>
              <a:t>. </a:t>
            </a:r>
            <a:r>
              <a:rPr lang="pt-BR" dirty="0" err="1"/>
              <a:t>Maecenas</a:t>
            </a:r>
            <a:r>
              <a:rPr lang="pt-BR" dirty="0"/>
              <a:t> </a:t>
            </a:r>
            <a:r>
              <a:rPr lang="pt-BR" dirty="0" err="1"/>
              <a:t>porttitor</a:t>
            </a:r>
            <a:r>
              <a:rPr lang="pt-BR" dirty="0"/>
              <a:t> </a:t>
            </a:r>
            <a:r>
              <a:rPr lang="pt-BR" dirty="0" err="1"/>
              <a:t>congue</a:t>
            </a:r>
            <a:r>
              <a:rPr lang="pt-BR" dirty="0"/>
              <a:t> massa. </a:t>
            </a:r>
            <a:r>
              <a:rPr lang="pt-BR" dirty="0" err="1"/>
              <a:t>Fusce</a:t>
            </a:r>
            <a:r>
              <a:rPr lang="pt-BR" dirty="0"/>
              <a:t> </a:t>
            </a:r>
            <a:r>
              <a:rPr lang="pt-BR" dirty="0" err="1"/>
              <a:t>posuere</a:t>
            </a:r>
            <a:r>
              <a:rPr lang="pt-BR" dirty="0"/>
              <a:t>, magna </a:t>
            </a:r>
            <a:r>
              <a:rPr lang="pt-BR" dirty="0" err="1"/>
              <a:t>sed</a:t>
            </a:r>
            <a:r>
              <a:rPr lang="pt-BR" dirty="0"/>
              <a:t> </a:t>
            </a:r>
            <a:r>
              <a:rPr lang="pt-BR" dirty="0" err="1"/>
              <a:t>pulvinar</a:t>
            </a:r>
            <a:r>
              <a:rPr lang="pt-BR" dirty="0"/>
              <a:t> </a:t>
            </a:r>
            <a:r>
              <a:rPr lang="pt-BR" dirty="0" err="1"/>
              <a:t>ultricies</a:t>
            </a:r>
            <a:r>
              <a:rPr lang="pt-BR" dirty="0"/>
              <a:t>, </a:t>
            </a:r>
            <a:r>
              <a:rPr lang="pt-BR" dirty="0" err="1"/>
              <a:t>purus</a:t>
            </a:r>
            <a:r>
              <a:rPr lang="pt-BR" dirty="0"/>
              <a:t> </a:t>
            </a:r>
            <a:r>
              <a:rPr lang="pt-BR" dirty="0" err="1"/>
              <a:t>lectus</a:t>
            </a:r>
            <a:r>
              <a:rPr lang="pt-BR" dirty="0"/>
              <a:t> </a:t>
            </a:r>
            <a:r>
              <a:rPr lang="pt-BR" dirty="0" err="1"/>
              <a:t>malesuada</a:t>
            </a:r>
            <a:r>
              <a:rPr lang="pt-BR" dirty="0"/>
              <a:t> libero,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 </a:t>
            </a:r>
            <a:r>
              <a:rPr lang="pt-BR" dirty="0" err="1"/>
              <a:t>commodo</a:t>
            </a:r>
            <a:r>
              <a:rPr lang="pt-BR" dirty="0"/>
              <a:t> magna </a:t>
            </a:r>
            <a:r>
              <a:rPr lang="pt-BR" dirty="0" err="1"/>
              <a:t>eros</a:t>
            </a:r>
            <a:r>
              <a:rPr lang="pt-BR" dirty="0"/>
              <a:t> quis urna.</a:t>
            </a:r>
          </a:p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7881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37D3BC1-F891-38E9-4640-A8043D2E5822}"/>
              </a:ext>
            </a:extLst>
          </p:cNvPr>
          <p:cNvSpPr txBox="1"/>
          <p:nvPr userDrawn="1"/>
        </p:nvSpPr>
        <p:spPr>
          <a:xfrm rot="16200000">
            <a:off x="11243777" y="5300017"/>
            <a:ext cx="14414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821531">
              <a:defRPr/>
            </a:pPr>
            <a:r>
              <a:rPr lang="pt-BR" sz="900">
                <a:solidFill>
                  <a:srgbClr val="3B3B3B"/>
                </a:solidFill>
                <a:latin typeface="Itau Display Pro Light" panose="020B0403020204020204" pitchFamily="34" charset="0"/>
                <a:cs typeface="Itau Display Pro Light" panose="020B0403020204020204" pitchFamily="34" charset="0"/>
                <a:sym typeface="Itau Display Light"/>
              </a:rPr>
              <a:t>Corporativo | Interno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92B7B07-E4E3-3FFD-C8C0-41C9A52498F9}"/>
              </a:ext>
            </a:extLst>
          </p:cNvPr>
          <p:cNvSpPr txBox="1"/>
          <p:nvPr userDrawn="1"/>
        </p:nvSpPr>
        <p:spPr>
          <a:xfrm rot="16200000">
            <a:off x="11766873" y="6179150"/>
            <a:ext cx="395287" cy="230832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algn="r">
              <a:defRPr sz="900" b="1">
                <a:solidFill>
                  <a:srgbClr val="606163"/>
                </a:solidFill>
              </a:defRPr>
            </a:lvl1pPr>
          </a:lstStyle>
          <a:p>
            <a:pPr algn="r"/>
            <a:fld id="{9B9BAEC2-C893-4510-BAEC-A634F6DBFF95}" type="slidenum">
              <a:rPr lang="en-US" altLang="pt-BR" sz="1000" b="0" smtClean="0">
                <a:solidFill>
                  <a:schemeClr val="tx1"/>
                </a:solidFill>
                <a:latin typeface="Itau Display Pro XBold" panose="020B0803020204020204" pitchFamily="34" charset="0"/>
                <a:cs typeface="Itau Display Pro XBold" panose="020B0803020204020204" pitchFamily="34" charset="0"/>
              </a:rPr>
              <a:pPr algn="r"/>
              <a:t>‹nº›</a:t>
            </a:fld>
            <a:endParaRPr lang="en-US" altLang="pt-BR" sz="1000" b="0">
              <a:solidFill>
                <a:schemeClr val="tx1"/>
              </a:solidFill>
              <a:latin typeface="Itau Display Pro XBold" panose="020B0803020204020204" pitchFamily="34" charset="0"/>
              <a:cs typeface="Itau Display Pro XBold" panose="020B0803020204020204" pitchFamily="34" charset="0"/>
            </a:endParaRPr>
          </a:p>
        </p:txBody>
      </p:sp>
      <p:pic>
        <p:nvPicPr>
          <p:cNvPr id="4" name="Imagem 3" descr="Logotipo&#10;&#10;Descrição gerada automaticamente com confiança média">
            <a:extLst>
              <a:ext uri="{FF2B5EF4-FFF2-40B4-BE49-F238E27FC236}">
                <a16:creationId xmlns:a16="http://schemas.microsoft.com/office/drawing/2014/main" id="{813E69FF-A35C-1E97-EFEB-D0B7F179E602}"/>
              </a:ext>
            </a:extLst>
          </p:cNvPr>
          <p:cNvPicPr>
            <a:picLocks noChangeAspect="1"/>
          </p:cNvPicPr>
          <p:nvPr userDrawn="1"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0516" y="6489926"/>
            <a:ext cx="288000" cy="288000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2041174-F646-3B6B-DFC2-C9BF0E25DA11}"/>
              </a:ext>
            </a:extLst>
          </p:cNvPr>
          <p:cNvSpPr/>
          <p:nvPr/>
        </p:nvSpPr>
        <p:spPr>
          <a:xfrm>
            <a:off x="-510252" y="3933068"/>
            <a:ext cx="272444" cy="272444"/>
          </a:xfrm>
          <a:prstGeom prst="roundRect">
            <a:avLst/>
          </a:prstGeom>
          <a:solidFill>
            <a:srgbClr val="FF62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47484A"/>
              </a:solidFill>
              <a:effectLst/>
              <a:uLnTx/>
              <a:uFillTx/>
              <a:latin typeface="Itau Display"/>
              <a:cs typeface="Arial" panose="020B060402020202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05A9F2B-9991-4D64-9965-E92C7D1BA8B1}"/>
              </a:ext>
            </a:extLst>
          </p:cNvPr>
          <p:cNvSpPr/>
          <p:nvPr/>
        </p:nvSpPr>
        <p:spPr>
          <a:xfrm>
            <a:off x="-510252" y="4592898"/>
            <a:ext cx="272444" cy="272444"/>
          </a:xfrm>
          <a:prstGeom prst="roundRect">
            <a:avLst/>
          </a:prstGeom>
          <a:solidFill>
            <a:srgbClr val="001FB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47484A"/>
              </a:solidFill>
              <a:effectLst/>
              <a:uLnTx/>
              <a:uFillTx/>
              <a:latin typeface="Itau Display"/>
              <a:cs typeface="Arial" panose="020B0604020202020204" pitchFamily="34" charset="0"/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F41E0A5-6A98-5B67-993A-C49FDA263355}"/>
              </a:ext>
            </a:extLst>
          </p:cNvPr>
          <p:cNvSpPr/>
          <p:nvPr/>
        </p:nvSpPr>
        <p:spPr>
          <a:xfrm>
            <a:off x="-510252" y="4922813"/>
            <a:ext cx="272444" cy="272444"/>
          </a:xfrm>
          <a:prstGeom prst="roundRect">
            <a:avLst/>
          </a:prstGeom>
          <a:solidFill>
            <a:srgbClr val="0000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47484A"/>
              </a:solidFill>
              <a:effectLst/>
              <a:uLnTx/>
              <a:uFillTx/>
              <a:latin typeface="Itau Display"/>
              <a:cs typeface="Arial" panose="020B0604020202020204" pitchFamily="34" charset="0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81F8CF23-7E8F-D5E9-FB35-CCB16D85837E}"/>
              </a:ext>
            </a:extLst>
          </p:cNvPr>
          <p:cNvSpPr/>
          <p:nvPr/>
        </p:nvSpPr>
        <p:spPr>
          <a:xfrm>
            <a:off x="-510252" y="5912558"/>
            <a:ext cx="272444" cy="272444"/>
          </a:xfrm>
          <a:prstGeom prst="roundRect">
            <a:avLst/>
          </a:prstGeom>
          <a:solidFill>
            <a:srgbClr val="B3B3B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47484A"/>
              </a:solidFill>
              <a:effectLst/>
              <a:uLnTx/>
              <a:uFillTx/>
              <a:latin typeface="Itau Display"/>
              <a:cs typeface="Arial" panose="020B0604020202020204" pitchFamily="34" charset="0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7DD96560-364E-1A82-3A21-FFE5EB2E8AB5}"/>
              </a:ext>
            </a:extLst>
          </p:cNvPr>
          <p:cNvSpPr/>
          <p:nvPr/>
        </p:nvSpPr>
        <p:spPr>
          <a:xfrm>
            <a:off x="-510252" y="5582643"/>
            <a:ext cx="272444" cy="272444"/>
          </a:xfrm>
          <a:prstGeom prst="roundRect">
            <a:avLst/>
          </a:prstGeom>
          <a:solidFill>
            <a:srgbClr val="E4E4E4"/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47484A"/>
              </a:solidFill>
              <a:effectLst/>
              <a:uLnTx/>
              <a:uFillTx/>
              <a:latin typeface="Itau Display"/>
              <a:cs typeface="Arial" panose="020B0604020202020204" pitchFamily="34" charset="0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83FEA322-F5E2-B21D-7DF3-E06E1A44DFDB}"/>
              </a:ext>
            </a:extLst>
          </p:cNvPr>
          <p:cNvSpPr/>
          <p:nvPr/>
        </p:nvSpPr>
        <p:spPr>
          <a:xfrm>
            <a:off x="-510252" y="5252728"/>
            <a:ext cx="272444" cy="272444"/>
          </a:xfrm>
          <a:prstGeom prst="roundRect">
            <a:avLst/>
          </a:prstGeom>
          <a:solidFill>
            <a:srgbClr val="000D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47484A"/>
              </a:solidFill>
              <a:effectLst/>
              <a:uLnTx/>
              <a:uFillTx/>
              <a:latin typeface="Itau Display"/>
              <a:cs typeface="Arial" panose="020B0604020202020204" pitchFamily="34" charset="0"/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70FD7C8-6780-D8A2-C419-7844972CDD07}"/>
              </a:ext>
            </a:extLst>
          </p:cNvPr>
          <p:cNvSpPr/>
          <p:nvPr userDrawn="1"/>
        </p:nvSpPr>
        <p:spPr>
          <a:xfrm>
            <a:off x="-510252" y="3603153"/>
            <a:ext cx="272444" cy="272444"/>
          </a:xfrm>
          <a:prstGeom prst="roundRect">
            <a:avLst/>
          </a:prstGeom>
          <a:solidFill>
            <a:srgbClr val="FF7D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47484A"/>
              </a:solidFill>
              <a:effectLst/>
              <a:uLnTx/>
              <a:uFillTx/>
              <a:latin typeface="Itau Display"/>
              <a:cs typeface="Arial" panose="020B0604020202020204" pitchFamily="34" charset="0"/>
            </a:endParaRP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F936D21-930D-3FDA-797C-CA95DA0C0C18}"/>
              </a:ext>
            </a:extLst>
          </p:cNvPr>
          <p:cNvSpPr/>
          <p:nvPr userDrawn="1"/>
        </p:nvSpPr>
        <p:spPr>
          <a:xfrm>
            <a:off x="-510252" y="3273238"/>
            <a:ext cx="272444" cy="272444"/>
          </a:xfrm>
          <a:prstGeom prst="roundRect">
            <a:avLst/>
          </a:prstGeom>
          <a:solidFill>
            <a:srgbClr val="FF9C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47484A"/>
              </a:solidFill>
              <a:effectLst/>
              <a:uLnTx/>
              <a:uFillTx/>
              <a:latin typeface="Itau Display"/>
              <a:cs typeface="Arial" panose="020B0604020202020204" pitchFamily="34" charset="0"/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75C0ACF-9446-34C9-2963-1CF7620D2C04}"/>
              </a:ext>
            </a:extLst>
          </p:cNvPr>
          <p:cNvSpPr/>
          <p:nvPr userDrawn="1"/>
        </p:nvSpPr>
        <p:spPr>
          <a:xfrm>
            <a:off x="-510252" y="4262983"/>
            <a:ext cx="272444" cy="272444"/>
          </a:xfrm>
          <a:prstGeom prst="roundRect">
            <a:avLst/>
          </a:prstGeom>
          <a:solidFill>
            <a:srgbClr val="0131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47484A"/>
              </a:solidFill>
              <a:effectLst/>
              <a:uLnTx/>
              <a:uFillTx/>
              <a:latin typeface="Itau Display"/>
              <a:cs typeface="Arial" panose="020B0604020202020204" pitchFamily="34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CDEF361-176A-6472-7129-7488F54EBBFE}"/>
              </a:ext>
            </a:extLst>
          </p:cNvPr>
          <p:cNvSpPr txBox="1"/>
          <p:nvPr/>
        </p:nvSpPr>
        <p:spPr>
          <a:xfrm>
            <a:off x="-1195174" y="3301738"/>
            <a:ext cx="6750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 XBold"/>
                <a:cs typeface="Itau Text Pro Bold" panose="020B0703020204020203" pitchFamily="34" charset="0"/>
              </a:rPr>
              <a:t>Gráficos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D0B867A7-C0B2-BD73-D901-B0AA025EA28D}"/>
              </a:ext>
            </a:extLst>
          </p:cNvPr>
          <p:cNvSpPr/>
          <p:nvPr userDrawn="1"/>
        </p:nvSpPr>
        <p:spPr>
          <a:xfrm>
            <a:off x="-510252" y="6242473"/>
            <a:ext cx="272444" cy="272444"/>
          </a:xfrm>
          <a:prstGeom prst="roundRect">
            <a:avLst/>
          </a:prstGeom>
          <a:solidFill>
            <a:srgbClr val="6E6E6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47484A"/>
              </a:solidFill>
              <a:effectLst/>
              <a:uLnTx/>
              <a:uFillTx/>
              <a:latin typeface="Itau Display"/>
              <a:cs typeface="Arial" panose="020B0604020202020204" pitchFamily="34" charset="0"/>
            </a:endParaRP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77BE9293-CA17-7C4C-9153-2F756E184288}"/>
              </a:ext>
            </a:extLst>
          </p:cNvPr>
          <p:cNvSpPr/>
          <p:nvPr userDrawn="1"/>
        </p:nvSpPr>
        <p:spPr>
          <a:xfrm>
            <a:off x="-510252" y="6572388"/>
            <a:ext cx="272444" cy="272444"/>
          </a:xfrm>
          <a:prstGeom prst="roundRect">
            <a:avLst/>
          </a:prstGeom>
          <a:solidFill>
            <a:srgbClr val="3B3B3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47484A"/>
              </a:solidFill>
              <a:effectLst/>
              <a:uLnTx/>
              <a:uFillTx/>
              <a:latin typeface="Itau Display"/>
              <a:cs typeface="Arial" panose="020B0604020202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55585A2-BC38-151D-01D8-ACC3A09AF214}"/>
              </a:ext>
            </a:extLst>
          </p:cNvPr>
          <p:cNvSpPr txBox="1"/>
          <p:nvPr userDrawn="1"/>
        </p:nvSpPr>
        <p:spPr>
          <a:xfrm>
            <a:off x="-1517650" y="0"/>
            <a:ext cx="1358043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cs typeface="Itau Text Pro" panose="020B0503020204020203" pitchFamily="34" charset="0"/>
              </a:rPr>
              <a:t>Paleta de cor também disponível em </a:t>
            </a:r>
            <a:r>
              <a:rPr kumimoji="0" lang="pt-B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Text Pro XBold"/>
                <a:ea typeface="+mn-ea"/>
                <a:cs typeface="Itau Text Pro Bold" panose="020B0703020204020203" pitchFamily="34" charset="0"/>
              </a:rPr>
              <a:t>Cores do Tema,</a:t>
            </a: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XBold" panose="020B0803020204020204" pitchFamily="34" charset="0"/>
                <a:ea typeface="+mn-ea"/>
                <a:cs typeface="Itau Display Pro XBold" panose="020B0803020204020204" pitchFamily="34" charset="0"/>
              </a:rPr>
              <a:t> </a:t>
            </a:r>
            <a:r>
              <a:rPr kumimoji="0" lang="pt-BR" sz="900" b="0" i="0" u="none" strike="noStrike" kern="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sempre que precisar basta selecionar o texto ou objeto e escolher um novo tom 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DFF90908-E932-9971-A929-490046AC495C}"/>
              </a:ext>
            </a:extLst>
          </p:cNvPr>
          <p:cNvSpPr/>
          <p:nvPr/>
        </p:nvSpPr>
        <p:spPr>
          <a:xfrm>
            <a:off x="-510252" y="2430384"/>
            <a:ext cx="272444" cy="272444"/>
          </a:xfrm>
          <a:prstGeom prst="roundRect">
            <a:avLst/>
          </a:prstGeom>
          <a:solidFill>
            <a:srgbClr val="001FB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47484A"/>
              </a:solidFill>
              <a:effectLst/>
              <a:uLnTx/>
              <a:uFillTx/>
              <a:latin typeface="Itau Display"/>
              <a:cs typeface="Arial" panose="020B0604020202020204" pitchFamily="34" charset="0"/>
            </a:endParaRP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6BB7D7C7-1335-DD68-0AA7-93951247A0D9}"/>
              </a:ext>
            </a:extLst>
          </p:cNvPr>
          <p:cNvSpPr/>
          <p:nvPr userDrawn="1"/>
        </p:nvSpPr>
        <p:spPr>
          <a:xfrm>
            <a:off x="-510252" y="2096252"/>
            <a:ext cx="272444" cy="272444"/>
          </a:xfrm>
          <a:prstGeom prst="roundRect">
            <a:avLst/>
          </a:prstGeom>
          <a:solidFill>
            <a:srgbClr val="3B3B3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47484A"/>
              </a:solidFill>
              <a:effectLst/>
              <a:uLnTx/>
              <a:uFillTx/>
              <a:latin typeface="Itau Display"/>
              <a:cs typeface="Arial" panose="020B0604020202020204" pitchFamily="34" charset="0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68E9CA95-5BAC-02C9-B8D2-FDD7345C9306}"/>
              </a:ext>
            </a:extLst>
          </p:cNvPr>
          <p:cNvSpPr/>
          <p:nvPr userDrawn="1"/>
        </p:nvSpPr>
        <p:spPr>
          <a:xfrm>
            <a:off x="-510252" y="1768912"/>
            <a:ext cx="272444" cy="272444"/>
          </a:xfrm>
          <a:prstGeom prst="round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47484A"/>
              </a:solidFill>
              <a:effectLst/>
              <a:uLnTx/>
              <a:uFillTx/>
              <a:latin typeface="Itau Display"/>
              <a:cs typeface="Arial" panose="020B0604020202020204" pitchFamily="34" charset="0"/>
            </a:endParaRP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2FAC8DB3-0915-DA60-92C7-2B9D54002480}"/>
              </a:ext>
            </a:extLst>
          </p:cNvPr>
          <p:cNvSpPr/>
          <p:nvPr userDrawn="1"/>
        </p:nvSpPr>
        <p:spPr>
          <a:xfrm>
            <a:off x="-510252" y="2760299"/>
            <a:ext cx="272444" cy="272444"/>
          </a:xfrm>
          <a:prstGeom prst="roundRect">
            <a:avLst/>
          </a:prstGeom>
          <a:solidFill>
            <a:srgbClr val="FF7D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47484A"/>
              </a:solidFill>
              <a:effectLst/>
              <a:uLnTx/>
              <a:uFillTx/>
              <a:latin typeface="Itau Display"/>
              <a:cs typeface="Arial" panose="020B0604020202020204" pitchFamily="34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84A8658-F4ED-C93C-DE94-28582BE7E1A4}"/>
              </a:ext>
            </a:extLst>
          </p:cNvPr>
          <p:cNvSpPr txBox="1"/>
          <p:nvPr userDrawn="1"/>
        </p:nvSpPr>
        <p:spPr>
          <a:xfrm>
            <a:off x="-1195174" y="2137064"/>
            <a:ext cx="675093" cy="19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 XBold"/>
                <a:cs typeface="Itau Text Pro Bold" panose="020B0703020204020203" pitchFamily="34" charset="0"/>
              </a:rPr>
              <a:t>Textos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ED345F9-1F08-BDB4-5B13-CDE9A7BECB71}"/>
              </a:ext>
            </a:extLst>
          </p:cNvPr>
          <p:cNvSpPr txBox="1"/>
          <p:nvPr userDrawn="1"/>
        </p:nvSpPr>
        <p:spPr>
          <a:xfrm>
            <a:off x="-1315808" y="2440370"/>
            <a:ext cx="795727" cy="28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 XBold"/>
                <a:cs typeface="Itau Text Pro Bold" panose="020B0703020204020203" pitchFamily="34" charset="0"/>
              </a:rPr>
              <a:t>Destaque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 XBold"/>
                <a:cs typeface="Itau Text Pro Bold" panose="020B0703020204020203" pitchFamily="34" charset="0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 XBold"/>
                <a:cs typeface="Itau Text Pro Bold" panose="020B0703020204020203" pitchFamily="34" charset="0"/>
              </a:rPr>
              <a:t>cor principal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D0DBB5D-F561-0574-7C91-C6F7F15A6A69}"/>
              </a:ext>
            </a:extLst>
          </p:cNvPr>
          <p:cNvSpPr txBox="1"/>
          <p:nvPr userDrawn="1"/>
        </p:nvSpPr>
        <p:spPr>
          <a:xfrm>
            <a:off x="-1492096" y="2751866"/>
            <a:ext cx="972015" cy="28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 XBold"/>
                <a:cs typeface="Itau Text Pro Bold" panose="020B0703020204020203" pitchFamily="34" charset="0"/>
              </a:rPr>
              <a:t>Usar em menor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 XBold"/>
                <a:cs typeface="Itau Text Pro Bold" panose="020B0703020204020203" pitchFamily="34" charset="0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 XBold"/>
                <a:cs typeface="Itau Text Pro Bold" panose="020B0703020204020203" pitchFamily="34" charset="0"/>
              </a:rPr>
              <a:t>quantidade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1CA0299-C7DA-5757-7696-9BCA5021C0BC}"/>
              </a:ext>
            </a:extLst>
          </p:cNvPr>
          <p:cNvSpPr txBox="1"/>
          <p:nvPr userDrawn="1"/>
        </p:nvSpPr>
        <p:spPr>
          <a:xfrm>
            <a:off x="-1195174" y="1760479"/>
            <a:ext cx="675093" cy="28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 XBold"/>
                <a:cs typeface="Itau Text Pro Bold" panose="020B0703020204020203" pitchFamily="34" charset="0"/>
              </a:rPr>
              <a:t>Títulos menores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E83A0409-FB0B-5D56-2F63-8FA713E6BF09}"/>
              </a:ext>
            </a:extLst>
          </p:cNvPr>
          <p:cNvSpPr/>
          <p:nvPr userDrawn="1"/>
        </p:nvSpPr>
        <p:spPr>
          <a:xfrm>
            <a:off x="-510252" y="1247539"/>
            <a:ext cx="272444" cy="272444"/>
          </a:xfrm>
          <a:prstGeom prst="round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47484A"/>
              </a:solidFill>
              <a:effectLst/>
              <a:uLnTx/>
              <a:uFillTx/>
              <a:latin typeface="Itau Display"/>
              <a:cs typeface="Arial" panose="020B0604020202020204" pitchFamily="34" charset="0"/>
            </a:endParaRP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1498091C-B74B-2E0F-BF96-97ED26FA95B2}"/>
              </a:ext>
            </a:extLst>
          </p:cNvPr>
          <p:cNvSpPr/>
          <p:nvPr userDrawn="1"/>
        </p:nvSpPr>
        <p:spPr>
          <a:xfrm>
            <a:off x="-510252" y="920199"/>
            <a:ext cx="272444" cy="272444"/>
          </a:xfrm>
          <a:prstGeom prst="round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47484A"/>
              </a:solidFill>
              <a:effectLst/>
              <a:uLnTx/>
              <a:uFillTx/>
              <a:latin typeface="Itau Display"/>
              <a:cs typeface="Arial" panose="020B0604020202020204" pitchFamily="34" charset="0"/>
            </a:endParaRP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E4C9328-5AAC-320B-1601-84CADB4DEC03}"/>
              </a:ext>
            </a:extLst>
          </p:cNvPr>
          <p:cNvSpPr txBox="1"/>
          <p:nvPr/>
        </p:nvSpPr>
        <p:spPr>
          <a:xfrm>
            <a:off x="-1195174" y="911766"/>
            <a:ext cx="675093" cy="28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 XBold"/>
                <a:cs typeface="Itau Text Pro Bold" panose="020B0703020204020203" pitchFamily="34" charset="0"/>
              </a:rPr>
              <a:t>Título Principal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8C09056-EE4F-0D28-1D11-BD1A308850A3}"/>
              </a:ext>
            </a:extLst>
          </p:cNvPr>
          <p:cNvSpPr txBox="1"/>
          <p:nvPr userDrawn="1"/>
        </p:nvSpPr>
        <p:spPr>
          <a:xfrm>
            <a:off x="-1195174" y="1239106"/>
            <a:ext cx="675093" cy="28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 XBold"/>
                <a:cs typeface="Itau Text Pro Bold" panose="020B0703020204020203" pitchFamily="34" charset="0"/>
              </a:rPr>
              <a:t>Destaque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 XBold"/>
                <a:cs typeface="Itau Text Pro Bold" panose="020B0703020204020203" pitchFamily="34" charset="0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Itau Text Pro XBold"/>
                <a:cs typeface="Itau Text Pro Bold" panose="020B0703020204020203" pitchFamily="34" charset="0"/>
              </a:rPr>
              <a:t>título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3FF1BCFF-05B8-2C1E-E425-0786A12B6614}"/>
              </a:ext>
            </a:extLst>
          </p:cNvPr>
          <p:cNvSpPr txBox="1"/>
          <p:nvPr userDrawn="1"/>
        </p:nvSpPr>
        <p:spPr>
          <a:xfrm>
            <a:off x="12224146" y="207984"/>
            <a:ext cx="998458" cy="483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Ative as guias do grid em:</a:t>
            </a:r>
          </a:p>
          <a:p>
            <a:pPr marL="0" marR="0" lvl="0" indent="0" algn="l" defTabSz="91440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Exibir &gt; </a:t>
            </a:r>
            <a:r>
              <a:rPr kumimoji="0" lang="pt-BR" sz="900" b="1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Guias</a:t>
            </a: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Itau Text Pro" panose="020B0503020204020203" pitchFamily="34" charset="0"/>
                <a:ea typeface="+mn-ea"/>
                <a:cs typeface="Itau Text Pro" panose="020B0503020204020203" pitchFamily="34" charset="0"/>
              </a:rPr>
              <a:t> </a:t>
            </a:r>
          </a:p>
        </p:txBody>
      </p: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1B6C4225-B901-D9F6-0734-593F9D2753D8}"/>
              </a:ext>
            </a:extLst>
          </p:cNvPr>
          <p:cNvGrpSpPr/>
          <p:nvPr userDrawn="1"/>
        </p:nvGrpSpPr>
        <p:grpSpPr>
          <a:xfrm>
            <a:off x="12340773" y="37550"/>
            <a:ext cx="46905" cy="123529"/>
            <a:chOff x="135255" y="-325755"/>
            <a:chExt cx="161925" cy="264795"/>
          </a:xfrm>
        </p:grpSpPr>
        <p:cxnSp>
          <p:nvCxnSpPr>
            <p:cNvPr id="59" name="Conector reto 58">
              <a:extLst>
                <a:ext uri="{FF2B5EF4-FFF2-40B4-BE49-F238E27FC236}">
                  <a16:creationId xmlns:a16="http://schemas.microsoft.com/office/drawing/2014/main" id="{E93CE243-D255-45E4-CDA4-C329F1E7C2A9}"/>
                </a:ext>
              </a:extLst>
            </p:cNvPr>
            <p:cNvCxnSpPr/>
            <p:nvPr userDrawn="1"/>
          </p:nvCxnSpPr>
          <p:spPr>
            <a:xfrm>
              <a:off x="135255" y="-325755"/>
              <a:ext cx="0" cy="264795"/>
            </a:xfrm>
            <a:prstGeom prst="line">
              <a:avLst/>
            </a:prstGeom>
            <a:noFill/>
            <a:ln w="9525" cap="rnd" cmpd="sng" algn="ctr">
              <a:solidFill>
                <a:schemeClr val="bg1">
                  <a:lumMod val="65000"/>
                </a:schemeClr>
              </a:solidFill>
              <a:prstDash val="sysDash"/>
              <a:round/>
            </a:ln>
            <a:effectLst/>
          </p:spPr>
        </p:cxnSp>
        <p:cxnSp>
          <p:nvCxnSpPr>
            <p:cNvPr id="60" name="Conector reto 59">
              <a:extLst>
                <a:ext uri="{FF2B5EF4-FFF2-40B4-BE49-F238E27FC236}">
                  <a16:creationId xmlns:a16="http://schemas.microsoft.com/office/drawing/2014/main" id="{D9998890-A034-F7CE-410A-F84E4DC8D4A0}"/>
                </a:ext>
              </a:extLst>
            </p:cNvPr>
            <p:cNvCxnSpPr/>
            <p:nvPr userDrawn="1"/>
          </p:nvCxnSpPr>
          <p:spPr>
            <a:xfrm>
              <a:off x="297180" y="-325755"/>
              <a:ext cx="0" cy="264795"/>
            </a:xfrm>
            <a:prstGeom prst="line">
              <a:avLst/>
            </a:prstGeom>
            <a:noFill/>
            <a:ln w="9525" cap="rnd" cmpd="sng" algn="ctr">
              <a:solidFill>
                <a:schemeClr val="bg1">
                  <a:lumMod val="65000"/>
                </a:schemeClr>
              </a:solidFill>
              <a:prstDash val="sysDash"/>
              <a:round/>
            </a:ln>
            <a:effectLst/>
          </p:spPr>
        </p:cxnSp>
      </p:grp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5065BEBD-AFA0-678A-AEEA-5D21E617002C}"/>
              </a:ext>
            </a:extLst>
          </p:cNvPr>
          <p:cNvGrpSpPr/>
          <p:nvPr userDrawn="1"/>
        </p:nvGrpSpPr>
        <p:grpSpPr>
          <a:xfrm rot="16200000">
            <a:off x="12340773" y="37550"/>
            <a:ext cx="46905" cy="123529"/>
            <a:chOff x="135255" y="-325755"/>
            <a:chExt cx="161925" cy="264795"/>
          </a:xfrm>
        </p:grpSpPr>
        <p:cxnSp>
          <p:nvCxnSpPr>
            <p:cNvPr id="62" name="Conector reto 61">
              <a:extLst>
                <a:ext uri="{FF2B5EF4-FFF2-40B4-BE49-F238E27FC236}">
                  <a16:creationId xmlns:a16="http://schemas.microsoft.com/office/drawing/2014/main" id="{2175EB02-0BE3-5D90-FD93-9BFFF551F1BD}"/>
                </a:ext>
              </a:extLst>
            </p:cNvPr>
            <p:cNvCxnSpPr/>
            <p:nvPr userDrawn="1"/>
          </p:nvCxnSpPr>
          <p:spPr>
            <a:xfrm>
              <a:off x="135255" y="-325755"/>
              <a:ext cx="0" cy="264795"/>
            </a:xfrm>
            <a:prstGeom prst="line">
              <a:avLst/>
            </a:prstGeom>
            <a:noFill/>
            <a:ln w="9525" cap="rnd" cmpd="sng" algn="ctr">
              <a:solidFill>
                <a:schemeClr val="bg1">
                  <a:lumMod val="65000"/>
                </a:schemeClr>
              </a:solidFill>
              <a:prstDash val="sysDash"/>
              <a:round/>
            </a:ln>
            <a:effectLst/>
          </p:spPr>
        </p:cxnSp>
        <p:cxnSp>
          <p:nvCxnSpPr>
            <p:cNvPr id="63" name="Conector reto 62">
              <a:extLst>
                <a:ext uri="{FF2B5EF4-FFF2-40B4-BE49-F238E27FC236}">
                  <a16:creationId xmlns:a16="http://schemas.microsoft.com/office/drawing/2014/main" id="{59B8A90C-B9E9-2C43-F2FD-158D337FA538}"/>
                </a:ext>
              </a:extLst>
            </p:cNvPr>
            <p:cNvCxnSpPr/>
            <p:nvPr userDrawn="1"/>
          </p:nvCxnSpPr>
          <p:spPr>
            <a:xfrm>
              <a:off x="297180" y="-325755"/>
              <a:ext cx="0" cy="264795"/>
            </a:xfrm>
            <a:prstGeom prst="line">
              <a:avLst/>
            </a:prstGeom>
            <a:noFill/>
            <a:ln w="9525" cap="rnd" cmpd="sng" algn="ctr">
              <a:solidFill>
                <a:schemeClr val="bg1">
                  <a:lumMod val="65000"/>
                </a:schemeClr>
              </a:solidFill>
              <a:prstDash val="sysDash"/>
              <a:round/>
            </a:ln>
            <a:effectLst/>
          </p:spPr>
        </p:cxnSp>
      </p:grp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4897D11-9834-2EE6-9BAF-D8803DDCD94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57340"/>
            <a:ext cx="10429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Corporativo | Interno</a:t>
            </a:r>
          </a:p>
        </p:txBody>
      </p:sp>
    </p:spTree>
    <p:extLst>
      <p:ext uri="{BB962C8B-B14F-4D97-AF65-F5344CB8AC3E}">
        <p14:creationId xmlns:p14="http://schemas.microsoft.com/office/powerpoint/2010/main" val="3199358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3" r:id="rId18"/>
    <p:sldLayoutId id="2147483684" r:id="rId19"/>
    <p:sldLayoutId id="2147483685" r:id="rId20"/>
    <p:sldLayoutId id="2147483686" r:id="rId21"/>
    <p:sldLayoutId id="2147483687" r:id="rId22"/>
    <p:sldLayoutId id="2147483688" r:id="rId23"/>
    <p:sldLayoutId id="2147483689" r:id="rId24"/>
    <p:sldLayoutId id="2147483690" r:id="rId25"/>
    <p:sldLayoutId id="2147483691" r:id="rId26"/>
    <p:sldLayoutId id="2147483692" r:id="rId27"/>
    <p:sldLayoutId id="2147483693" r:id="rId28"/>
    <p:sldLayoutId id="2147483694" r:id="rId29"/>
    <p:sldLayoutId id="2147483695" r:id="rId30"/>
    <p:sldLayoutId id="2147483696" r:id="rId31"/>
    <p:sldLayoutId id="2147483697" r:id="rId32"/>
    <p:sldLayoutId id="2147483698" r:id="rId33"/>
    <p:sldLayoutId id="2147483699" r:id="rId34"/>
    <p:sldLayoutId id="2147483700" r:id="rId35"/>
    <p:sldLayoutId id="2147483701" r:id="rId36"/>
    <p:sldLayoutId id="2147483702" r:id="rId37"/>
    <p:sldLayoutId id="2147483703" r:id="rId38"/>
    <p:sldLayoutId id="2147483705" r:id="rId39"/>
    <p:sldLayoutId id="2147483706" r:id="rId40"/>
    <p:sldLayoutId id="2147483708" r:id="rId41"/>
    <p:sldLayoutId id="2147483709" r:id="rId42"/>
    <p:sldLayoutId id="2147483710" r:id="rId43"/>
    <p:sldLayoutId id="2147483711" r:id="rId44"/>
    <p:sldLayoutId id="2147483712" r:id="rId4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47484A"/>
          </a:solidFill>
          <a:latin typeface="Itau Display Pro" panose="020B0503020204020204" pitchFamily="34" charset="0"/>
          <a:ea typeface="+mj-ea"/>
          <a:cs typeface="Itau Display Pro" panose="020B05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47484A"/>
          </a:solidFill>
          <a:latin typeface="Itau Display Pro" panose="020B0503020204020204" pitchFamily="34" charset="0"/>
          <a:ea typeface="+mn-ea"/>
          <a:cs typeface="Itau Display Pro" panose="020B05030202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7484A"/>
          </a:solidFill>
          <a:latin typeface="Itau Display Pro" panose="020B0503020204020204" pitchFamily="34" charset="0"/>
          <a:ea typeface="+mn-ea"/>
          <a:cs typeface="Itau Display Pro" panose="020B05030202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7484A"/>
          </a:solidFill>
          <a:latin typeface="Itau Display Pro" panose="020B0503020204020204" pitchFamily="34" charset="0"/>
          <a:ea typeface="+mn-ea"/>
          <a:cs typeface="Itau Display Pro" panose="020B05030202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7484A"/>
          </a:solidFill>
          <a:latin typeface="Itau Display Pro" panose="020B0503020204020204" pitchFamily="34" charset="0"/>
          <a:ea typeface="+mn-ea"/>
          <a:cs typeface="Itau Display Pro" panose="020B05030202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7484A"/>
          </a:solidFill>
          <a:latin typeface="Itau Display Pro" panose="020B0503020204020204" pitchFamily="34" charset="0"/>
          <a:ea typeface="+mn-ea"/>
          <a:cs typeface="Itau Display Pro" panose="020B05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56">
          <p15:clr>
            <a:srgbClr val="F26B43"/>
          </p15:clr>
        </p15:guide>
        <p15:guide id="3" pos="4384">
          <p15:clr>
            <a:srgbClr val="5ACBF0"/>
          </p15:clr>
        </p15:guide>
        <p15:guide id="5" pos="846">
          <p15:clr>
            <a:srgbClr val="5ACBF0"/>
          </p15:clr>
        </p15:guide>
        <p15:guide id="6" pos="937">
          <p15:clr>
            <a:srgbClr val="5ACBF0"/>
          </p15:clr>
        </p15:guide>
        <p15:guide id="8" pos="2026">
          <p15:clr>
            <a:srgbClr val="5ACBF0"/>
          </p15:clr>
        </p15:guide>
        <p15:guide id="9" pos="2116">
          <p15:clr>
            <a:srgbClr val="5ACBF0"/>
          </p15:clr>
        </p15:guide>
        <p15:guide id="10" pos="2615">
          <p15:clr>
            <a:srgbClr val="5ACBF0"/>
          </p15:clr>
        </p15:guide>
        <p15:guide id="12" pos="2706">
          <p15:clr>
            <a:srgbClr val="5ACBF0"/>
          </p15:clr>
        </p15:guide>
        <p15:guide id="13" pos="3296">
          <p15:clr>
            <a:srgbClr val="5ACBF0"/>
          </p15:clr>
        </p15:guide>
        <p15:guide id="14" pos="3795">
          <p15:clr>
            <a:srgbClr val="5ACBF0"/>
          </p15:clr>
        </p15:guide>
        <p15:guide id="15" pos="3885">
          <p15:clr>
            <a:srgbClr val="5ACBF0"/>
          </p15:clr>
        </p15:guide>
        <p15:guide id="16" pos="4475">
          <p15:clr>
            <a:srgbClr val="5ACBF0"/>
          </p15:clr>
        </p15:guide>
        <p15:guide id="17" pos="4974">
          <p15:clr>
            <a:srgbClr val="5ACBF0"/>
          </p15:clr>
        </p15:guide>
        <p15:guide id="18" pos="5065">
          <p15:clr>
            <a:srgbClr val="5ACBF0"/>
          </p15:clr>
        </p15:guide>
        <p15:guide id="19" pos="5654">
          <p15:clr>
            <a:srgbClr val="5ACBF0"/>
          </p15:clr>
        </p15:guide>
        <p15:guide id="20" pos="5564">
          <p15:clr>
            <a:srgbClr val="5ACBF0"/>
          </p15:clr>
        </p15:guide>
        <p15:guide id="21" pos="6153">
          <p15:clr>
            <a:srgbClr val="5ACBF0"/>
          </p15:clr>
        </p15:guide>
        <p15:guide id="22" pos="6244">
          <p15:clr>
            <a:srgbClr val="5ACBF0"/>
          </p15:clr>
        </p15:guide>
        <p15:guide id="23" pos="6743">
          <p15:clr>
            <a:srgbClr val="5ACBF0"/>
          </p15:clr>
        </p15:guide>
        <p15:guide id="24" pos="6834">
          <p15:clr>
            <a:srgbClr val="5ACBF0"/>
          </p15:clr>
        </p15:guide>
        <p15:guide id="25" pos="7328">
          <p15:clr>
            <a:srgbClr val="F26B43"/>
          </p15:clr>
        </p15:guide>
        <p15:guide id="27" orient="horz" pos="1207">
          <p15:clr>
            <a:srgbClr val="5ACBF0"/>
          </p15:clr>
        </p15:guide>
        <p15:guide id="28" orient="horz" pos="1298">
          <p15:clr>
            <a:srgbClr val="5ACBF0"/>
          </p15:clr>
        </p15:guide>
        <p15:guide id="29" orient="horz" pos="1774">
          <p15:clr>
            <a:srgbClr val="5ACBF0"/>
          </p15:clr>
        </p15:guide>
        <p15:guide id="30" orient="horz" pos="1865">
          <p15:clr>
            <a:srgbClr val="5ACBF0"/>
          </p15:clr>
        </p15:guide>
        <p15:guide id="31" orient="horz" pos="2353">
          <p15:clr>
            <a:srgbClr val="5ACBF0"/>
          </p15:clr>
        </p15:guide>
        <p15:guide id="32" orient="horz" pos="2444">
          <p15:clr>
            <a:srgbClr val="5ACBF0"/>
          </p15:clr>
        </p15:guide>
        <p15:guide id="33" orient="horz" pos="2920">
          <p15:clr>
            <a:srgbClr val="5ACBF0"/>
          </p15:clr>
        </p15:guide>
        <p15:guide id="34" orient="horz" pos="3010">
          <p15:clr>
            <a:srgbClr val="5ACBF0"/>
          </p15:clr>
        </p15:guide>
        <p15:guide id="35" orient="horz" pos="3486">
          <p15:clr>
            <a:srgbClr val="5ACBF0"/>
          </p15:clr>
        </p15:guide>
        <p15:guide id="36" orient="horz" pos="3577">
          <p15:clr>
            <a:srgbClr val="5ACBF0"/>
          </p15:clr>
        </p15:guide>
        <p15:guide id="37" orient="horz" pos="4054">
          <p15:clr>
            <a:srgbClr val="F26B43"/>
          </p15:clr>
        </p15:guide>
        <p15:guide id="38" pos="1436">
          <p15:clr>
            <a:srgbClr val="5ACBF0"/>
          </p15:clr>
        </p15:guide>
        <p15:guide id="39" pos="1527">
          <p15:clr>
            <a:srgbClr val="5ACBF0"/>
          </p15:clr>
        </p15:guide>
        <p15:guide id="40" orient="horz" pos="731">
          <p15:clr>
            <a:srgbClr val="F26B43"/>
          </p15:clr>
        </p15:guide>
        <p15:guide id="41" pos="3205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37.emf"/><Relationship Id="rId5" Type="http://schemas.openxmlformats.org/officeDocument/2006/relationships/oleObject" Target="../embeddings/oleObject2.bin"/><Relationship Id="rId4" Type="http://schemas.openxmlformats.org/officeDocument/2006/relationships/hyperlink" Target="https://protect2.fireeye.com/v1/url?k=f8f106a9-9ae61443-f8f5269c-74fe4858c2cf-bf86d76b25292372&amp;q=1&amp;e=77dd3cce-1579-435f-a059-1bb62cfcb7c2&amp;u=https%3A%2F%2Fgithub.com%2FFlavia-crfaria%2FCase-Engenharia-Analyti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6591B82-5468-107D-D573-147BBAE13DB0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385704" y="5660695"/>
            <a:ext cx="3205221" cy="847155"/>
          </a:xfrm>
        </p:spPr>
        <p:txBody>
          <a:bodyPr/>
          <a:lstStyle/>
          <a:p>
            <a:pPr fontAlgn="t"/>
            <a:r>
              <a:rPr lang="pt-BR" b="1" dirty="0"/>
              <a:t>Flavia da Costa Rodrigues Faria</a:t>
            </a:r>
            <a:br>
              <a:rPr lang="pt-BR" dirty="0"/>
            </a:br>
            <a:r>
              <a:rPr lang="pt-BR" b="1" dirty="0"/>
              <a:t>Outubro/2026</a:t>
            </a:r>
            <a:endParaRPr lang="pt-BR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721D6C0-3639-2CD1-69BB-223952A7BA38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280930" y="4953001"/>
            <a:ext cx="6253220" cy="621812"/>
          </a:xfrm>
        </p:spPr>
        <p:txBody>
          <a:bodyPr/>
          <a:lstStyle/>
          <a:p>
            <a:r>
              <a:rPr lang="pt-BR" sz="2400" b="1" dirty="0"/>
              <a:t>Case Engenharia de Analytics Jr | Cyber Security</a:t>
            </a:r>
            <a:endParaRPr lang="pt-BR" sz="2400" dirty="0"/>
          </a:p>
          <a:p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E213DF5-7C48-6F04-2E5C-9B93711F1924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385704" y="2695517"/>
            <a:ext cx="4595871" cy="2038252"/>
          </a:xfrm>
        </p:spPr>
        <p:txBody>
          <a:bodyPr/>
          <a:lstStyle/>
          <a:p>
            <a:r>
              <a:rPr lang="pt-BR" b="1" dirty="0"/>
              <a:t>Análise de Exposição ao Risco e Gestão de Vulnerabilidades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09209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C9E6C516-4182-C58F-18E6-E71421735B3B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385058" y="501341"/>
            <a:ext cx="5044192" cy="889310"/>
          </a:xfrm>
        </p:spPr>
        <p:txBody>
          <a:bodyPr/>
          <a:lstStyle/>
          <a:p>
            <a:pPr fontAlgn="t"/>
            <a:r>
              <a:rPr lang="pt-BR" b="1" dirty="0"/>
              <a:t>Contexto e Objetivo da Análise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53D11A2B-DA4B-37A3-66D8-69DBC8919643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385058" y="1284024"/>
            <a:ext cx="5872868" cy="1583002"/>
          </a:xfrm>
        </p:spPr>
        <p:txBody>
          <a:bodyPr/>
          <a:lstStyle/>
          <a:p>
            <a:pPr fontAlgn="t"/>
            <a:r>
              <a:rPr lang="pt-BR" sz="2000" b="1" dirty="0"/>
              <a:t>Contexto:</a:t>
            </a:r>
          </a:p>
          <a:p>
            <a:pPr algn="just" fontAlgn="t">
              <a:lnSpc>
                <a:spcPct val="100000"/>
              </a:lnSpc>
            </a:pPr>
            <a:r>
              <a:rPr lang="pt-BR" sz="1600" dirty="0"/>
              <a:t>A liderança da área identificou um aumento no volume de vulnerabilidades registradas e precisava compreender o nível atual de exposição ao risco, os ativos mais críticos, as prioridades de atuação e a efetividade do processo de tratamento.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55312FD4-7732-4365-F6D2-863DFF15D31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385058" y="3132019"/>
            <a:ext cx="6076949" cy="3564056"/>
          </a:xfrm>
        </p:spPr>
        <p:txBody>
          <a:bodyPr anchor="ctr"/>
          <a:lstStyle/>
          <a:p>
            <a:pPr fontAlgn="t"/>
            <a:r>
              <a:rPr lang="pt-BR" sz="2000" b="1" dirty="0">
                <a:latin typeface="Itau Display Pro Light" panose="020B0403020204020204" pitchFamily="34" charset="0"/>
                <a:cs typeface="Itau Display Pro Light" panose="020B0403020204020204" pitchFamily="34" charset="0"/>
              </a:rPr>
              <a:t>Objetivo:</a:t>
            </a:r>
          </a:p>
          <a:p>
            <a:pPr algn="just" fontAlgn="t">
              <a:lnSpc>
                <a:spcPct val="100000"/>
              </a:lnSpc>
            </a:pPr>
            <a:r>
              <a:rPr lang="pt-BR" sz="1600" dirty="0">
                <a:latin typeface="Itau Display Pro Light" panose="020B0403020204020204" pitchFamily="34" charset="0"/>
                <a:cs typeface="Itau Display Pro Light" panose="020B0403020204020204" pitchFamily="34" charset="0"/>
              </a:rPr>
              <a:t>Transformar dados brutos de ativos e vulnerabilidades em informações acionáveis para apoiar a tomada de decisão.</a:t>
            </a:r>
          </a:p>
          <a:p>
            <a:pPr algn="just" fontAlgn="t">
              <a:lnSpc>
                <a:spcPct val="100000"/>
              </a:lnSpc>
            </a:pPr>
            <a:endParaRPr lang="pt-BR" dirty="0"/>
          </a:p>
          <a:p>
            <a:pPr algn="just" fontAlgn="t">
              <a:lnSpc>
                <a:spcPct val="100000"/>
              </a:lnSpc>
            </a:pPr>
            <a:r>
              <a:rPr lang="pt-BR" sz="1600" b="1" dirty="0">
                <a:latin typeface="Itau Display Pro Light" panose="020B0403020204020204" pitchFamily="34" charset="0"/>
                <a:cs typeface="Itau Display Pro Light" panose="020B0403020204020204" pitchFamily="34" charset="0"/>
              </a:rPr>
              <a:t>A análise foi conduzida para responder às seguintes perguntas: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600" dirty="0">
                <a:latin typeface="Itau Display Pro Light" panose="020B0403020204020204" pitchFamily="34" charset="0"/>
                <a:cs typeface="Itau Display Pro Light" panose="020B0403020204020204" pitchFamily="34" charset="0"/>
              </a:rPr>
              <a:t>Qual é o nível atual de exposição ao risco?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600" dirty="0">
                <a:latin typeface="Itau Display Pro Light" panose="020B0403020204020204" pitchFamily="34" charset="0"/>
                <a:cs typeface="Itau Display Pro Light" panose="020B0403020204020204" pitchFamily="34" charset="0"/>
              </a:rPr>
              <a:t>Quais ativos demandam maior atenção?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600" dirty="0">
                <a:latin typeface="Itau Display Pro Light" panose="020B0403020204020204" pitchFamily="34" charset="0"/>
                <a:cs typeface="Itau Display Pro Light" panose="020B0403020204020204" pitchFamily="34" charset="0"/>
              </a:rPr>
              <a:t>Onde os esforços de correção devem ser priorizados?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1600" dirty="0">
                <a:latin typeface="Itau Display Pro Light" panose="020B0403020204020204" pitchFamily="34" charset="0"/>
                <a:cs typeface="Itau Display Pro Light" panose="020B0403020204020204" pitchFamily="34" charset="0"/>
              </a:rPr>
              <a:t>O processo atual de tratamento de vulnerabilidades está sendo efetivo?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2596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FEF08-4293-F57B-2527-2AEAC8384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6C395E88-5F80-40CC-967D-7F39B63C7047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670808" y="305518"/>
            <a:ext cx="3866902" cy="889310"/>
          </a:xfrm>
        </p:spPr>
        <p:txBody>
          <a:bodyPr/>
          <a:lstStyle/>
          <a:p>
            <a:pPr algn="ctr" fontAlgn="t"/>
            <a:r>
              <a:rPr lang="pt-BR" b="1" dirty="0"/>
              <a:t>Abordagem Utilizada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10279A8-1611-3301-AF18-C409FF5972D6}"/>
              </a:ext>
            </a:extLst>
          </p:cNvPr>
          <p:cNvSpPr txBox="1"/>
          <p:nvPr/>
        </p:nvSpPr>
        <p:spPr>
          <a:xfrm>
            <a:off x="484632" y="1043282"/>
            <a:ext cx="405307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1600" dirty="0">
                <a:solidFill>
                  <a:schemeClr val="bg1"/>
                </a:solidFill>
              </a:rPr>
              <a:t>Dados Brutos</a:t>
            </a:r>
          </a:p>
          <a:p>
            <a:pPr algn="ctr">
              <a:buNone/>
            </a:pPr>
            <a:r>
              <a:rPr lang="pt-BR" sz="1600" dirty="0">
                <a:solidFill>
                  <a:schemeClr val="bg1"/>
                </a:solidFill>
              </a:rPr>
              <a:t>(ativos.csv + vulnerabilidades.csv)</a:t>
            </a:r>
          </a:p>
          <a:p>
            <a:pPr algn="ctr">
              <a:buNone/>
            </a:pPr>
            <a:r>
              <a:rPr lang="pt-BR" sz="1600" dirty="0">
                <a:solidFill>
                  <a:schemeClr val="bg1"/>
                </a:solidFill>
              </a:rPr>
              <a:t>↓</a:t>
            </a:r>
          </a:p>
          <a:p>
            <a:pPr algn="ctr">
              <a:buNone/>
            </a:pPr>
            <a:endParaRPr lang="pt-BR" sz="1600" dirty="0">
              <a:solidFill>
                <a:schemeClr val="bg1"/>
              </a:solidFill>
            </a:endParaRPr>
          </a:p>
          <a:p>
            <a:pPr algn="ctr">
              <a:buNone/>
            </a:pPr>
            <a:r>
              <a:rPr lang="pt-BR" sz="1600" dirty="0">
                <a:solidFill>
                  <a:schemeClr val="bg1"/>
                </a:solidFill>
              </a:rPr>
              <a:t>Análise de Qualidade dos Dados</a:t>
            </a:r>
          </a:p>
          <a:p>
            <a:pPr algn="ctr">
              <a:buNone/>
            </a:pPr>
            <a:r>
              <a:rPr lang="pt-BR" sz="1600" dirty="0">
                <a:solidFill>
                  <a:schemeClr val="bg1"/>
                </a:solidFill>
              </a:rPr>
              <a:t>(Athena)</a:t>
            </a:r>
          </a:p>
          <a:p>
            <a:pPr algn="ctr">
              <a:buNone/>
            </a:pPr>
            <a:r>
              <a:rPr lang="pt-BR" sz="1600" dirty="0">
                <a:solidFill>
                  <a:schemeClr val="bg1"/>
                </a:solidFill>
              </a:rPr>
              <a:t>↓</a:t>
            </a:r>
          </a:p>
          <a:p>
            <a:pPr algn="ctr">
              <a:buNone/>
            </a:pPr>
            <a:endParaRPr lang="pt-BR" sz="1600" dirty="0">
              <a:solidFill>
                <a:schemeClr val="bg1"/>
              </a:solidFill>
            </a:endParaRPr>
          </a:p>
          <a:p>
            <a:pPr algn="ctr">
              <a:buNone/>
            </a:pPr>
            <a:r>
              <a:rPr lang="pt-BR" sz="1600" dirty="0">
                <a:solidFill>
                  <a:schemeClr val="bg1"/>
                </a:solidFill>
              </a:rPr>
              <a:t>Tratamento e Padronização</a:t>
            </a:r>
          </a:p>
          <a:p>
            <a:pPr algn="ctr">
              <a:buNone/>
            </a:pPr>
            <a:r>
              <a:rPr lang="pt-BR" sz="1600" dirty="0">
                <a:solidFill>
                  <a:schemeClr val="bg1"/>
                </a:solidFill>
              </a:rPr>
              <a:t>(Python)</a:t>
            </a:r>
          </a:p>
          <a:p>
            <a:pPr algn="ctr">
              <a:buNone/>
            </a:pPr>
            <a:r>
              <a:rPr lang="pt-BR" sz="1600" dirty="0">
                <a:solidFill>
                  <a:schemeClr val="bg1"/>
                </a:solidFill>
              </a:rPr>
              <a:t>↓</a:t>
            </a:r>
          </a:p>
          <a:p>
            <a:pPr algn="ctr">
              <a:buNone/>
            </a:pPr>
            <a:endParaRPr lang="pt-BR" sz="1600" dirty="0">
              <a:solidFill>
                <a:schemeClr val="bg1"/>
              </a:solidFill>
            </a:endParaRPr>
          </a:p>
          <a:p>
            <a:pPr algn="ctr">
              <a:buNone/>
            </a:pPr>
            <a:r>
              <a:rPr lang="pt-BR" sz="1600" dirty="0">
                <a:solidFill>
                  <a:schemeClr val="bg1"/>
                </a:solidFill>
              </a:rPr>
              <a:t>Camada Trusted</a:t>
            </a:r>
          </a:p>
          <a:p>
            <a:pPr algn="ctr">
              <a:buNone/>
            </a:pPr>
            <a:r>
              <a:rPr lang="pt-BR" sz="1600" dirty="0">
                <a:solidFill>
                  <a:schemeClr val="bg1"/>
                </a:solidFill>
              </a:rPr>
              <a:t>(S3)</a:t>
            </a:r>
          </a:p>
          <a:p>
            <a:pPr algn="ctr">
              <a:buNone/>
            </a:pPr>
            <a:r>
              <a:rPr lang="pt-BR" sz="1600" dirty="0">
                <a:solidFill>
                  <a:schemeClr val="bg1"/>
                </a:solidFill>
              </a:rPr>
              <a:t>↓</a:t>
            </a:r>
          </a:p>
          <a:p>
            <a:pPr algn="ctr">
              <a:buNone/>
            </a:pPr>
            <a:endParaRPr lang="pt-BR" sz="1600" dirty="0">
              <a:solidFill>
                <a:schemeClr val="bg1"/>
              </a:solidFill>
            </a:endParaRPr>
          </a:p>
          <a:p>
            <a:pPr algn="ctr">
              <a:buNone/>
            </a:pPr>
            <a:r>
              <a:rPr lang="pt-BR" sz="1600" dirty="0">
                <a:solidFill>
                  <a:schemeClr val="bg1"/>
                </a:solidFill>
              </a:rPr>
              <a:t>Modelagem Analítica</a:t>
            </a:r>
          </a:p>
          <a:p>
            <a:pPr algn="ctr">
              <a:buNone/>
            </a:pPr>
            <a:r>
              <a:rPr lang="pt-BR" sz="1600" dirty="0">
                <a:solidFill>
                  <a:schemeClr val="bg1"/>
                </a:solidFill>
              </a:rPr>
              <a:t>(Athena)</a:t>
            </a:r>
          </a:p>
          <a:p>
            <a:pPr algn="ctr">
              <a:buNone/>
            </a:pPr>
            <a:r>
              <a:rPr lang="pt-BR" sz="1600" dirty="0">
                <a:solidFill>
                  <a:schemeClr val="bg1"/>
                </a:solidFill>
              </a:rPr>
              <a:t>↓</a:t>
            </a:r>
          </a:p>
          <a:p>
            <a:pPr algn="ctr">
              <a:buNone/>
            </a:pPr>
            <a:endParaRPr lang="pt-BR" sz="1600" dirty="0">
              <a:solidFill>
                <a:schemeClr val="bg1"/>
              </a:solidFill>
            </a:endParaRPr>
          </a:p>
          <a:p>
            <a:pPr algn="ctr">
              <a:buNone/>
            </a:pPr>
            <a:r>
              <a:rPr lang="pt-BR" sz="1600" dirty="0">
                <a:solidFill>
                  <a:schemeClr val="bg1"/>
                </a:solidFill>
              </a:rPr>
              <a:t>Dashboard Executivo</a:t>
            </a:r>
          </a:p>
          <a:p>
            <a:pPr algn="ctr">
              <a:buNone/>
            </a:pPr>
            <a:r>
              <a:rPr lang="pt-BR" sz="1600" dirty="0">
                <a:solidFill>
                  <a:schemeClr val="bg1"/>
                </a:solidFill>
              </a:rPr>
              <a:t>(</a:t>
            </a:r>
            <a:r>
              <a:rPr lang="pt-BR" sz="1600" dirty="0" err="1">
                <a:solidFill>
                  <a:schemeClr val="bg1"/>
                </a:solidFill>
              </a:rPr>
              <a:t>QuickSight</a:t>
            </a:r>
            <a:r>
              <a:rPr lang="pt-BR" sz="1600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66559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3B2ED-9B1C-A94C-8CD8-10B3231A1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BAFE0989-58A1-8B9D-D52C-5CC487E9DEA5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474265" y="141825"/>
            <a:ext cx="11243470" cy="420115"/>
          </a:xfrm>
        </p:spPr>
        <p:txBody>
          <a:bodyPr/>
          <a:lstStyle/>
          <a:p>
            <a:pPr fontAlgn="t"/>
            <a:r>
              <a:rPr lang="pt-BR" b="1" dirty="0"/>
              <a:t>Avaliação da Qualidade dos Dados</a:t>
            </a:r>
          </a:p>
        </p:txBody>
      </p:sp>
      <p:sp>
        <p:nvSpPr>
          <p:cNvPr id="2" name="Retângulo Arredondado 15">
            <a:extLst>
              <a:ext uri="{FF2B5EF4-FFF2-40B4-BE49-F238E27FC236}">
                <a16:creationId xmlns:a16="http://schemas.microsoft.com/office/drawing/2014/main" id="{57DBDEC9-879D-90E4-7C61-54DCE7D2AE5D}"/>
              </a:ext>
            </a:extLst>
          </p:cNvPr>
          <p:cNvSpPr/>
          <p:nvPr/>
        </p:nvSpPr>
        <p:spPr>
          <a:xfrm>
            <a:off x="733840" y="1567127"/>
            <a:ext cx="2983861" cy="56853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t">
              <a:lnSpc>
                <a:spcPct val="100000"/>
              </a:lnSpc>
              <a:buNone/>
            </a:pPr>
            <a:r>
              <a:rPr lang="pt-BR" b="1" dirty="0"/>
              <a:t>Qualidade dos Dados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2DEFA8A-D217-41F3-B51C-1651C340FB8E}"/>
              </a:ext>
            </a:extLst>
          </p:cNvPr>
          <p:cNvSpPr txBox="1"/>
          <p:nvPr/>
        </p:nvSpPr>
        <p:spPr>
          <a:xfrm>
            <a:off x="578489" y="2591991"/>
            <a:ext cx="359403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Foram identificadas inconsistências nas variáveis criticidade, severidade, origem e datas.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As regras de tratamento foram aplicadas  para garantir consistência dos indicadores.</a:t>
            </a:r>
          </a:p>
        </p:txBody>
      </p:sp>
      <p:sp>
        <p:nvSpPr>
          <p:cNvPr id="8" name="Retângulo com Canto Arredondado do Mesmo Lado 30">
            <a:extLst>
              <a:ext uri="{FF2B5EF4-FFF2-40B4-BE49-F238E27FC236}">
                <a16:creationId xmlns:a16="http://schemas.microsoft.com/office/drawing/2014/main" id="{BEF930EE-5022-C658-50B8-07D63AE690B5}"/>
              </a:ext>
            </a:extLst>
          </p:cNvPr>
          <p:cNvSpPr/>
          <p:nvPr/>
        </p:nvSpPr>
        <p:spPr>
          <a:xfrm>
            <a:off x="578489" y="5254171"/>
            <a:ext cx="11035022" cy="1603829"/>
          </a:xfrm>
          <a:prstGeom prst="round2SameRect">
            <a:avLst/>
          </a:prstGeom>
          <a:solidFill>
            <a:schemeClr val="accent4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tau Display Pro"/>
              <a:ea typeface="+mn-ea"/>
              <a:cs typeface="+mn-cs"/>
            </a:endParaRPr>
          </a:p>
        </p:txBody>
      </p:sp>
      <p:sp>
        <p:nvSpPr>
          <p:cNvPr id="9" name="Retângulo Arredondado 34">
            <a:extLst>
              <a:ext uri="{FF2B5EF4-FFF2-40B4-BE49-F238E27FC236}">
                <a16:creationId xmlns:a16="http://schemas.microsoft.com/office/drawing/2014/main" id="{A152574B-4A6D-184D-4A81-1452B740237F}"/>
              </a:ext>
            </a:extLst>
          </p:cNvPr>
          <p:cNvSpPr/>
          <p:nvPr/>
        </p:nvSpPr>
        <p:spPr>
          <a:xfrm>
            <a:off x="745363" y="5537454"/>
            <a:ext cx="1652503" cy="1050808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t">
              <a:lnSpc>
                <a:spcPct val="100000"/>
              </a:lnSpc>
              <a:buNone/>
            </a:pPr>
            <a:r>
              <a:rPr lang="pt-BR" b="1" dirty="0"/>
              <a:t>Principais aprendizados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6166C62-2647-2750-482B-C45CE67D4900}"/>
              </a:ext>
            </a:extLst>
          </p:cNvPr>
          <p:cNvSpPr txBox="1"/>
          <p:nvPr/>
        </p:nvSpPr>
        <p:spPr>
          <a:xfrm>
            <a:off x="2692665" y="5693526"/>
            <a:ext cx="18308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 marL="72000" indent="-72000" fontAlgn="t">
              <a:buFont typeface="Arial" panose="020B0604020202020204" pitchFamily="34" charset="0"/>
              <a:buChar char="•"/>
              <a:defRPr sz="1400" b="0">
                <a:latin typeface="Itau Display Pro" panose="020B0503020204020204" pitchFamily="34" charset="0"/>
                <a:cs typeface="Itau Display Pro" panose="020B0503020204020204" pitchFamily="34" charset="0"/>
              </a:defRPr>
            </a:lvl1pPr>
          </a:lstStyle>
          <a:p>
            <a:pPr marL="0" indent="0" algn="ctr">
              <a:buClr>
                <a:srgbClr val="FF6200"/>
              </a:buClr>
              <a:buNone/>
              <a:defRPr/>
            </a:pPr>
            <a:r>
              <a:rPr lang="pt-BR" dirty="0">
                <a:solidFill>
                  <a:prstClr val="white"/>
                </a:solidFill>
              </a:rPr>
              <a:t>Consistência dos indicadores garantida</a:t>
            </a:r>
          </a:p>
          <a:p>
            <a:pPr marL="0" indent="0" algn="ctr">
              <a:buClr>
                <a:srgbClr val="FF6200"/>
              </a:buClr>
              <a:buNone/>
              <a:defRPr/>
            </a:pPr>
            <a:endParaRPr lang="pt-BR" b="1" dirty="0">
              <a:solidFill>
                <a:prstClr val="white"/>
              </a:solidFill>
              <a:latin typeface="Itau Display Pro XBold" panose="020B0503020204020204" pitchFamily="34" charset="0"/>
              <a:cs typeface="Itau Display Pro XBold" panose="020B050302020402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D23CA30-52F4-7EB6-E66D-6C996E1A4D71}"/>
              </a:ext>
            </a:extLst>
          </p:cNvPr>
          <p:cNvSpPr txBox="1"/>
          <p:nvPr/>
        </p:nvSpPr>
        <p:spPr>
          <a:xfrm>
            <a:off x="4897065" y="5693526"/>
            <a:ext cx="17629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 marL="72000" indent="-72000" fontAlgn="t">
              <a:buFont typeface="Arial" panose="020B0604020202020204" pitchFamily="34" charset="0"/>
              <a:buChar char="•"/>
              <a:defRPr sz="1400" b="0">
                <a:latin typeface="Itau Display Pro" panose="020B0503020204020204" pitchFamily="34" charset="0"/>
                <a:cs typeface="Itau Display Pro" panose="020B0503020204020204" pitchFamily="34" charset="0"/>
              </a:defRPr>
            </a:lvl1pPr>
          </a:lstStyle>
          <a:p>
            <a:pPr algn="ctr">
              <a:buNone/>
            </a:pPr>
            <a:r>
              <a:rPr lang="pt-BR" dirty="0">
                <a:solidFill>
                  <a:prstClr val="white"/>
                </a:solidFill>
              </a:rPr>
              <a:t>Integridade referencial validada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E7BDF39-811E-3D7D-C7E1-43C45C64A28F}"/>
              </a:ext>
            </a:extLst>
          </p:cNvPr>
          <p:cNvSpPr txBox="1"/>
          <p:nvPr/>
        </p:nvSpPr>
        <p:spPr>
          <a:xfrm>
            <a:off x="6949713" y="5704456"/>
            <a:ext cx="21205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 marL="72000" indent="-72000" fontAlgn="t">
              <a:buFont typeface="Arial" panose="020B0604020202020204" pitchFamily="34" charset="0"/>
              <a:buChar char="•"/>
              <a:defRPr sz="1400" b="0">
                <a:latin typeface="Itau Display Pro" panose="020B0503020204020204" pitchFamily="34" charset="0"/>
                <a:cs typeface="Itau Display Pro" panose="020B0503020204020204" pitchFamily="34" charset="0"/>
              </a:defRPr>
            </a:lvl1pPr>
          </a:lstStyle>
          <a:p>
            <a:pPr algn="ctr">
              <a:buNone/>
            </a:pPr>
            <a:r>
              <a:rPr lang="pt-BR" dirty="0">
                <a:solidFill>
                  <a:prstClr val="white"/>
                </a:solidFill>
              </a:rPr>
              <a:t>Base preparada para análise de risco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89D2A0B-E785-DD9B-C53C-DA5134481C4F}"/>
              </a:ext>
            </a:extLst>
          </p:cNvPr>
          <p:cNvSpPr txBox="1"/>
          <p:nvPr/>
        </p:nvSpPr>
        <p:spPr>
          <a:xfrm>
            <a:off x="9147969" y="5634561"/>
            <a:ext cx="240185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 marL="72000" indent="-72000" fontAlgn="t">
              <a:buFont typeface="Arial" panose="020B0604020202020204" pitchFamily="34" charset="0"/>
              <a:buChar char="•"/>
              <a:defRPr sz="1400" b="0">
                <a:latin typeface="Itau Display Pro" panose="020B0503020204020204" pitchFamily="34" charset="0"/>
                <a:cs typeface="Itau Display Pro" panose="020B0503020204020204" pitchFamily="34" charset="0"/>
              </a:defRPr>
            </a:lvl1pPr>
          </a:lstStyle>
          <a:p>
            <a:pPr algn="ctr">
              <a:buNone/>
            </a:pPr>
            <a:r>
              <a:rPr lang="pt-BR" dirty="0">
                <a:solidFill>
                  <a:prstClr val="white"/>
                </a:solidFill>
              </a:rPr>
              <a:t>Problemas de qualidade transformados em indicadores monitoráveis</a:t>
            </a:r>
          </a:p>
        </p:txBody>
      </p:sp>
      <p:cxnSp>
        <p:nvCxnSpPr>
          <p:cNvPr id="21" name="Conector Reto 39">
            <a:extLst>
              <a:ext uri="{FF2B5EF4-FFF2-40B4-BE49-F238E27FC236}">
                <a16:creationId xmlns:a16="http://schemas.microsoft.com/office/drawing/2014/main" id="{25447793-07A3-8FD5-623D-8E4315D6CB9D}"/>
              </a:ext>
            </a:extLst>
          </p:cNvPr>
          <p:cNvCxnSpPr>
            <a:cxnSpLocks/>
          </p:cNvCxnSpPr>
          <p:nvPr/>
        </p:nvCxnSpPr>
        <p:spPr>
          <a:xfrm rot="5400000">
            <a:off x="4218238" y="6056085"/>
            <a:ext cx="914400" cy="0"/>
          </a:xfrm>
          <a:prstGeom prst="line">
            <a:avLst/>
          </a:prstGeom>
          <a:noFill/>
          <a:ln w="12700" cap="rnd" cmpd="sng" algn="ctr">
            <a:solidFill>
              <a:sysClr val="window" lastClr="FFFFFF">
                <a:lumMod val="75000"/>
              </a:sysClr>
            </a:solidFill>
            <a:prstDash val="sysDash"/>
            <a:round/>
          </a:ln>
          <a:effectLst/>
        </p:spPr>
      </p:cxnSp>
      <p:cxnSp>
        <p:nvCxnSpPr>
          <p:cNvPr id="22" name="Conector Reto 40">
            <a:extLst>
              <a:ext uri="{FF2B5EF4-FFF2-40B4-BE49-F238E27FC236}">
                <a16:creationId xmlns:a16="http://schemas.microsoft.com/office/drawing/2014/main" id="{017ABC5E-AD5C-F318-53E1-8FDDBECB3927}"/>
              </a:ext>
            </a:extLst>
          </p:cNvPr>
          <p:cNvCxnSpPr>
            <a:cxnSpLocks/>
          </p:cNvCxnSpPr>
          <p:nvPr/>
        </p:nvCxnSpPr>
        <p:spPr>
          <a:xfrm rot="5400000">
            <a:off x="6369700" y="5997702"/>
            <a:ext cx="914400" cy="0"/>
          </a:xfrm>
          <a:prstGeom prst="line">
            <a:avLst/>
          </a:prstGeom>
          <a:noFill/>
          <a:ln w="12700" cap="rnd" cmpd="sng" algn="ctr">
            <a:solidFill>
              <a:sysClr val="window" lastClr="FFFFFF">
                <a:lumMod val="75000"/>
              </a:sysClr>
            </a:solidFill>
            <a:prstDash val="sysDash"/>
            <a:round/>
          </a:ln>
          <a:effectLst/>
        </p:spPr>
      </p:cxnSp>
      <p:cxnSp>
        <p:nvCxnSpPr>
          <p:cNvPr id="23" name="Conector Reto 41">
            <a:extLst>
              <a:ext uri="{FF2B5EF4-FFF2-40B4-BE49-F238E27FC236}">
                <a16:creationId xmlns:a16="http://schemas.microsoft.com/office/drawing/2014/main" id="{9EA6B373-B9F4-7008-3019-73D355766D3A}"/>
              </a:ext>
            </a:extLst>
          </p:cNvPr>
          <p:cNvCxnSpPr>
            <a:cxnSpLocks/>
          </p:cNvCxnSpPr>
          <p:nvPr/>
        </p:nvCxnSpPr>
        <p:spPr>
          <a:xfrm rot="5400000">
            <a:off x="8735863" y="5997702"/>
            <a:ext cx="914400" cy="0"/>
          </a:xfrm>
          <a:prstGeom prst="line">
            <a:avLst/>
          </a:prstGeom>
          <a:noFill/>
          <a:ln w="12700" cap="rnd" cmpd="sng" algn="ctr">
            <a:solidFill>
              <a:sysClr val="window" lastClr="FFFFFF">
                <a:lumMod val="75000"/>
              </a:sysClr>
            </a:solidFill>
            <a:prstDash val="sysDash"/>
            <a:round/>
          </a:ln>
          <a:effectLst/>
        </p:spPr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DC99B30-6286-A220-86F7-DD59BE504554}"/>
              </a:ext>
            </a:extLst>
          </p:cNvPr>
          <p:cNvSpPr txBox="1"/>
          <p:nvPr/>
        </p:nvSpPr>
        <p:spPr>
          <a:xfrm>
            <a:off x="4557918" y="2485075"/>
            <a:ext cx="356599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• Padronização de categorias</a:t>
            </a:r>
          </a:p>
          <a:p>
            <a:endParaRPr lang="pt-BR" dirty="0"/>
          </a:p>
          <a:p>
            <a:r>
              <a:rPr lang="pt-BR" dirty="0"/>
              <a:t>• Conversão de datas válidas</a:t>
            </a:r>
          </a:p>
          <a:p>
            <a:endParaRPr lang="pt-BR" dirty="0"/>
          </a:p>
          <a:p>
            <a:r>
              <a:rPr lang="pt-BR" dirty="0"/>
              <a:t>• Flag de datas inválidas</a:t>
            </a:r>
          </a:p>
          <a:p>
            <a:endParaRPr lang="pt-BR" dirty="0"/>
          </a:p>
          <a:p>
            <a:r>
              <a:rPr lang="pt-BR" dirty="0"/>
              <a:t>• Flag de ativo inexistente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046DC74C-A44C-2709-BF96-DC5115360D87}"/>
              </a:ext>
            </a:extLst>
          </p:cNvPr>
          <p:cNvSpPr txBox="1"/>
          <p:nvPr/>
        </p:nvSpPr>
        <p:spPr>
          <a:xfrm>
            <a:off x="8250661" y="2474182"/>
            <a:ext cx="35659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78 registros cujo as datas estão  inválidas.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5 vulnerabilidades ligadas ao ativo inexistente A9999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Categorias padronizadas para análises consistentes</a:t>
            </a:r>
          </a:p>
        </p:txBody>
      </p:sp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2C552C47-7817-478E-8FAC-D3EF925E9EBD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474265" y="594939"/>
            <a:ext cx="11243469" cy="597856"/>
          </a:xfrm>
        </p:spPr>
        <p:txBody>
          <a:bodyPr/>
          <a:lstStyle/>
          <a:p>
            <a:pPr fontAlgn="t"/>
            <a:r>
              <a:rPr lang="pt-BR" dirty="0"/>
              <a:t>Antes da construção dos indicadores, foi realizada uma avaliação estruturada da qualidade dos dados com foco em completude, consistência, integridade referencial e validade.</a:t>
            </a:r>
          </a:p>
        </p:txBody>
      </p:sp>
      <p:sp>
        <p:nvSpPr>
          <p:cNvPr id="16" name="Retângulo Arredondado 15">
            <a:extLst>
              <a:ext uri="{FF2B5EF4-FFF2-40B4-BE49-F238E27FC236}">
                <a16:creationId xmlns:a16="http://schemas.microsoft.com/office/drawing/2014/main" id="{57CBC1DA-5DF0-46A9-B6C1-045CF7395765}"/>
              </a:ext>
            </a:extLst>
          </p:cNvPr>
          <p:cNvSpPr/>
          <p:nvPr/>
        </p:nvSpPr>
        <p:spPr>
          <a:xfrm>
            <a:off x="4586493" y="1573738"/>
            <a:ext cx="2983861" cy="56853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t">
              <a:lnSpc>
                <a:spcPct val="100000"/>
              </a:lnSpc>
              <a:buNone/>
            </a:pPr>
            <a:r>
              <a:rPr lang="pt-BR" b="1" dirty="0"/>
              <a:t>Principais Correções</a:t>
            </a:r>
          </a:p>
        </p:txBody>
      </p:sp>
      <p:sp>
        <p:nvSpPr>
          <p:cNvPr id="18" name="Retângulo Arredondado 15">
            <a:extLst>
              <a:ext uri="{FF2B5EF4-FFF2-40B4-BE49-F238E27FC236}">
                <a16:creationId xmlns:a16="http://schemas.microsoft.com/office/drawing/2014/main" id="{58D6E41E-4751-A903-FEF5-2CFDFD840A15}"/>
              </a:ext>
            </a:extLst>
          </p:cNvPr>
          <p:cNvSpPr/>
          <p:nvPr/>
        </p:nvSpPr>
        <p:spPr>
          <a:xfrm>
            <a:off x="8439146" y="1553218"/>
            <a:ext cx="2983861" cy="56853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t">
              <a:lnSpc>
                <a:spcPct val="100000"/>
              </a:lnSpc>
              <a:buNone/>
            </a:pPr>
            <a:r>
              <a:rPr lang="pt-BR" b="1" dirty="0"/>
              <a:t>Resultado da Qualificação</a:t>
            </a:r>
          </a:p>
        </p:txBody>
      </p:sp>
    </p:spTree>
    <p:extLst>
      <p:ext uri="{BB962C8B-B14F-4D97-AF65-F5344CB8AC3E}">
        <p14:creationId xmlns:p14="http://schemas.microsoft.com/office/powerpoint/2010/main" val="2955759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4A0B9570-0D21-7702-A945-50B80833436A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469899" y="281953"/>
            <a:ext cx="11243470" cy="420115"/>
          </a:xfrm>
        </p:spPr>
        <p:txBody>
          <a:bodyPr/>
          <a:lstStyle/>
          <a:p>
            <a:pPr fontAlgn="t"/>
            <a:r>
              <a:rPr lang="pt-BR" b="1" dirty="0"/>
              <a:t>Nível Atual de Exposição ao Risco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6306A65-9D0E-B6D6-5CED-4445E80E1B8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469900" y="797318"/>
            <a:ext cx="11243469" cy="377026"/>
          </a:xfrm>
        </p:spPr>
        <p:txBody>
          <a:bodyPr/>
          <a:lstStyle/>
          <a:p>
            <a:pPr fontAlgn="t"/>
            <a:r>
              <a:rPr lang="pt-BR" sz="2000" dirty="0"/>
              <a:t>Foram identificadas 2.000 vulnerabilidades, das quais 989 (49%) estão classificadas como Críticas ou Altas.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6A15329-F118-B53E-6489-879D1DF42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56" y="3463234"/>
            <a:ext cx="4041345" cy="332616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B58167B-6AFD-FF74-C199-B77BCA483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56" y="1530514"/>
            <a:ext cx="11404838" cy="1864253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03E32645-7D27-9EFA-BCA1-9727E5F67145}"/>
              </a:ext>
            </a:extLst>
          </p:cNvPr>
          <p:cNvSpPr txBox="1"/>
          <p:nvPr/>
        </p:nvSpPr>
        <p:spPr>
          <a:xfrm>
            <a:off x="4506358" y="3652279"/>
            <a:ext cx="736758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600" b="1" i="0" dirty="0">
                <a:effectLst/>
                <a:latin typeface="+mn-lt"/>
              </a:rPr>
              <a:t>49% das vulnerabilidades encontram-se nas categorias Crítica ou Alta, indicando elevado nível de exposição ao risco.</a:t>
            </a: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1600" b="0" i="0" dirty="0">
              <a:effectLst/>
              <a:latin typeface="+mn-lt"/>
            </a:endParaRP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600" b="1" i="0" dirty="0">
                <a:effectLst/>
                <a:latin typeface="+mn-lt"/>
              </a:rPr>
              <a:t>Os riscos estão distribuídos entre diferentes níveis de severidade, exigindo priorização estruturada das ações de remediação.</a:t>
            </a:r>
          </a:p>
          <a:p>
            <a:pPr fontAlgn="t">
              <a:lnSpc>
                <a:spcPct val="100000"/>
              </a:lnSpc>
            </a:pPr>
            <a:endParaRPr lang="pt-BR" sz="1600" b="1" dirty="0"/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pt-BR" sz="1600" b="1" dirty="0"/>
              <a:t>201 Ativos foram impactados pelas vulnerabilidades encontradas.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endParaRPr lang="pt-BR" sz="1600" b="1" dirty="0"/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pt-BR" sz="1600" b="1" dirty="0"/>
              <a:t>Aprofundar os estudos nas volumetrias encontradas para score,  dadas as categorias de severidade. 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endParaRPr lang="pt-BR" sz="1600" b="1" dirty="0"/>
          </a:p>
        </p:txBody>
      </p:sp>
    </p:spTree>
    <p:extLst>
      <p:ext uri="{BB962C8B-B14F-4D97-AF65-F5344CB8AC3E}">
        <p14:creationId xmlns:p14="http://schemas.microsoft.com/office/powerpoint/2010/main" val="3865213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1A654-985F-44DC-1B30-CBD4BE220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ADD7664-E188-7755-38B0-8BED6C2869C4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469899" y="271744"/>
            <a:ext cx="11243470" cy="420115"/>
          </a:xfrm>
        </p:spPr>
        <p:txBody>
          <a:bodyPr/>
          <a:lstStyle/>
          <a:p>
            <a:pPr fontAlgn="t"/>
            <a:r>
              <a:rPr lang="pt-BR" b="1" dirty="0"/>
              <a:t>Priorização dos Esforços de Correção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9237FF0-2DDF-8C5B-FC95-7B41796BCE4B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469899" y="691859"/>
            <a:ext cx="11243469" cy="597856"/>
          </a:xfrm>
        </p:spPr>
        <p:txBody>
          <a:bodyPr/>
          <a:lstStyle/>
          <a:p>
            <a:pPr fontAlgn="t"/>
            <a:r>
              <a:rPr lang="pt-BR" dirty="0"/>
              <a:t>A priorização foi realizada utilizando o score de risco, calculado a partir da combinação entre criticidade do ativo e severidade da vulnerabilidade.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7EE1EC3-FFA1-7443-90D7-E49D13F81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524" y="2366723"/>
            <a:ext cx="9864726" cy="4394309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6828FC43-63F3-9337-F681-B6554A116142}"/>
              </a:ext>
            </a:extLst>
          </p:cNvPr>
          <p:cNvSpPr txBox="1"/>
          <p:nvPr/>
        </p:nvSpPr>
        <p:spPr>
          <a:xfrm>
            <a:off x="2147094" y="1505053"/>
            <a:ext cx="73675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pt-BR" sz="1800" b="1" i="0" dirty="0">
                <a:solidFill>
                  <a:schemeClr val="tx2"/>
                </a:solidFill>
                <a:effectLst/>
                <a:latin typeface="+mn-lt"/>
              </a:rPr>
              <a:t>* Os ativos A0086, A0120 e A0173 concentram os maiores scores de risco e representam as principais prioridades de atuação.</a:t>
            </a:r>
            <a:endParaRPr lang="pt-BR" sz="1800" b="1" i="0" dirty="0">
              <a:solidFill>
                <a:schemeClr val="tx2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561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3E890-9F26-CCBB-B4D5-4EC001867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FD2049F3-6D6C-7A3B-A9D9-0A596A8EA777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469899" y="281953"/>
            <a:ext cx="11243470" cy="420115"/>
          </a:xfrm>
        </p:spPr>
        <p:txBody>
          <a:bodyPr/>
          <a:lstStyle/>
          <a:p>
            <a:pPr fontAlgn="t"/>
            <a:r>
              <a:rPr lang="pt-BR" b="1" dirty="0"/>
              <a:t>Priorização dos Esforços de Correção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112B46-59E7-00BE-0C2B-E580446E68F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479366" y="734387"/>
            <a:ext cx="11243469" cy="597856"/>
          </a:xfrm>
        </p:spPr>
        <p:txBody>
          <a:bodyPr/>
          <a:lstStyle/>
          <a:p>
            <a:pPr fontAlgn="t"/>
            <a:r>
              <a:rPr lang="pt-BR" dirty="0"/>
              <a:t>A priorização baseada em score de risco permite direcionar os esforços de correção para os ativos, domínios e ambientes de maior impacto potencial.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5DF9C71-FB42-67EE-18DE-04918C75F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30" y="4196419"/>
            <a:ext cx="5743579" cy="2661581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13B26A7C-FA9E-F905-0E85-04A22BCC3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634" y="1573978"/>
            <a:ext cx="5200765" cy="250971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1528CE0-1D13-376E-7D37-030EF3B452FC}"/>
              </a:ext>
            </a:extLst>
          </p:cNvPr>
          <p:cNvSpPr txBox="1"/>
          <p:nvPr/>
        </p:nvSpPr>
        <p:spPr>
          <a:xfrm>
            <a:off x="6845068" y="2304871"/>
            <a:ext cx="40896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800" b="1" i="0" dirty="0">
                <a:solidFill>
                  <a:schemeClr val="tx2"/>
                </a:solidFill>
                <a:effectLst/>
                <a:latin typeface="+mn-lt"/>
              </a:rPr>
              <a:t>O ambiente de Produção apresenta o maior score de risco, concentrando aproximadamente 48% da exposição identificada.</a:t>
            </a:r>
            <a:endParaRPr lang="pt-BR" sz="1800" b="1" i="0" dirty="0">
              <a:solidFill>
                <a:schemeClr val="tx2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3B24963-4196-A58B-2D61-93142A422D9E}"/>
              </a:ext>
            </a:extLst>
          </p:cNvPr>
          <p:cNvSpPr txBox="1"/>
          <p:nvPr/>
        </p:nvSpPr>
        <p:spPr>
          <a:xfrm>
            <a:off x="6845068" y="4889375"/>
            <a:ext cx="43053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800" b="1" i="0" dirty="0">
                <a:solidFill>
                  <a:schemeClr val="tx2"/>
                </a:solidFill>
                <a:effectLst/>
                <a:latin typeface="+mn-lt"/>
              </a:rPr>
              <a:t>A exposição encontra-se concentrada em um conjunto reduzido de ativos e domínios (62% no top 3), permitindo uma abordagem direcionada para remediação dos riscos mais relevantes. </a:t>
            </a:r>
            <a:endParaRPr lang="pt-BR" sz="1800" b="1" i="0" dirty="0">
              <a:solidFill>
                <a:schemeClr val="tx2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692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9E7EC-AEAF-B0D1-C4AF-796751EBC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com Canto Arredondado do Mesmo Lado 30">
            <a:extLst>
              <a:ext uri="{FF2B5EF4-FFF2-40B4-BE49-F238E27FC236}">
                <a16:creationId xmlns:a16="http://schemas.microsoft.com/office/drawing/2014/main" id="{5BB33373-F2BC-7E76-C8E6-BBBB92C9947D}"/>
              </a:ext>
            </a:extLst>
          </p:cNvPr>
          <p:cNvSpPr/>
          <p:nvPr/>
        </p:nvSpPr>
        <p:spPr>
          <a:xfrm>
            <a:off x="0" y="5890532"/>
            <a:ext cx="12192000" cy="967468"/>
          </a:xfrm>
          <a:prstGeom prst="round2SameRect">
            <a:avLst/>
          </a:prstGeom>
          <a:solidFill>
            <a:schemeClr val="accent4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tau Display Pro"/>
              <a:ea typeface="+mn-ea"/>
              <a:cs typeface="+mn-cs"/>
            </a:endParaRPr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5B89203C-AA1B-FD06-9FE0-93135EE90EE4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469899" y="281953"/>
            <a:ext cx="11243470" cy="420115"/>
          </a:xfrm>
        </p:spPr>
        <p:txBody>
          <a:bodyPr/>
          <a:lstStyle/>
          <a:p>
            <a:pPr fontAlgn="t"/>
            <a:r>
              <a:rPr lang="pt-BR" b="1" dirty="0"/>
              <a:t>Efetividade do Processo de Tratamento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1CF2536-A1AD-0778-ECB5-E67C33F6A39C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479366" y="734387"/>
            <a:ext cx="11243469" cy="348557"/>
          </a:xfrm>
        </p:spPr>
        <p:txBody>
          <a:bodyPr/>
          <a:lstStyle/>
          <a:p>
            <a:pPr fontAlgn="t"/>
            <a:r>
              <a:rPr lang="pt-BR" b="1" dirty="0"/>
              <a:t>A distribuição por status indica um volume expressivo de vulnerabilidades ainda não encerradas.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024D138-C1BE-47E2-C182-4ED287DB4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49" y="1165177"/>
            <a:ext cx="5534656" cy="452764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9DBF3056-7E99-879A-9921-3E735D8AB79C}"/>
              </a:ext>
            </a:extLst>
          </p:cNvPr>
          <p:cNvSpPr txBox="1"/>
          <p:nvPr/>
        </p:nvSpPr>
        <p:spPr>
          <a:xfrm>
            <a:off x="5918197" y="1630171"/>
            <a:ext cx="5534657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600" dirty="0"/>
              <a:t>469 vulnerabilidades foram corrigidas, correspondendo a 23,5% do total analisado.</a:t>
            </a:r>
          </a:p>
          <a:p>
            <a:pPr marL="342900" lvl="0" indent="-342900" algn="just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342900" lvl="0" indent="-342900" algn="just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600" dirty="0"/>
              <a:t>1.014 vulnerabilidades permanecem abertas ou em tratamento, representando 50,7% da base.</a:t>
            </a:r>
          </a:p>
          <a:p>
            <a:pPr marL="342900" lvl="0" indent="-342900" algn="just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342900" lvl="0" indent="-342900" algn="just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600" dirty="0"/>
              <a:t>517 vulnerabilidades possuem risco aceito e devem ser monitoradas separadamente, pois não representam necessariamente uma correção concluída.</a:t>
            </a:r>
          </a:p>
          <a:p>
            <a:pPr marL="342900" lvl="0" indent="-342900" algn="just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600" dirty="0"/>
              <a:t>p</a:t>
            </a:r>
          </a:p>
          <a:p>
            <a:pPr algn="just" fontAlgn="t"/>
            <a:endParaRPr lang="pt-BR" sz="1600" dirty="0"/>
          </a:p>
          <a:p>
            <a:pPr algn="just" fontAlgn="t"/>
            <a:r>
              <a:rPr lang="pt-BR" sz="1600" b="1" dirty="0"/>
              <a:t>* Os dados sugerem oportunidade de melhoria no processo de remediação, principalmente na redução do estoque de vulnerabilidades abertas e em tratamento.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/>
          </a:p>
          <a:p>
            <a:pPr fontAlgn="t">
              <a:lnSpc>
                <a:spcPct val="100000"/>
              </a:lnSpc>
              <a:buNone/>
            </a:pPr>
            <a:endParaRPr lang="pt-BR" sz="1600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B7556F2-47E2-9B23-48C4-F7E5161AFA78}"/>
              </a:ext>
            </a:extLst>
          </p:cNvPr>
          <p:cNvSpPr txBox="1"/>
          <p:nvPr/>
        </p:nvSpPr>
        <p:spPr>
          <a:xfrm>
            <a:off x="2203289" y="6051100"/>
            <a:ext cx="92495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</a:pPr>
            <a:r>
              <a:rPr lang="pt-BR" sz="1800" b="0" i="0" dirty="0">
                <a:solidFill>
                  <a:schemeClr val="bg1"/>
                </a:solidFill>
                <a:effectLst/>
                <a:latin typeface="+mn-lt"/>
              </a:rPr>
              <a:t>A efetividade foi avaliada pela distribuição dos registros por status. Métricas como tempo de correção, </a:t>
            </a:r>
            <a:r>
              <a:rPr lang="pt-BR" sz="1800" b="0" i="0" dirty="0" err="1">
                <a:solidFill>
                  <a:schemeClr val="bg1"/>
                </a:solidFill>
                <a:effectLst/>
                <a:latin typeface="+mn-lt"/>
              </a:rPr>
              <a:t>aging</a:t>
            </a:r>
            <a:r>
              <a:rPr lang="pt-BR" sz="1800" b="0" i="0" dirty="0">
                <a:solidFill>
                  <a:schemeClr val="bg1"/>
                </a:solidFill>
                <a:effectLst/>
                <a:latin typeface="+mn-lt"/>
              </a:rPr>
              <a:t> e cumprimento de SLA são recomendadas como evolução da análise.</a:t>
            </a:r>
            <a:endParaRPr lang="pt-BR" sz="1800" b="0" i="0" dirty="0">
              <a:solidFill>
                <a:schemeClr val="bg1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9" name="Retângulo Arredondado 34">
            <a:extLst>
              <a:ext uri="{FF2B5EF4-FFF2-40B4-BE49-F238E27FC236}">
                <a16:creationId xmlns:a16="http://schemas.microsoft.com/office/drawing/2014/main" id="{4224EACA-8BB8-AE37-0C40-40837C9BE9D3}"/>
              </a:ext>
            </a:extLst>
          </p:cNvPr>
          <p:cNvSpPr/>
          <p:nvPr/>
        </p:nvSpPr>
        <p:spPr>
          <a:xfrm>
            <a:off x="372682" y="6105684"/>
            <a:ext cx="1457926" cy="537162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t">
              <a:lnSpc>
                <a:spcPct val="100000"/>
              </a:lnSpc>
              <a:buNone/>
            </a:pPr>
            <a:r>
              <a:rPr lang="pt-BR" b="1" dirty="0"/>
              <a:t>Observação</a:t>
            </a:r>
          </a:p>
        </p:txBody>
      </p:sp>
    </p:spTree>
    <p:extLst>
      <p:ext uri="{BB962C8B-B14F-4D97-AF65-F5344CB8AC3E}">
        <p14:creationId xmlns:p14="http://schemas.microsoft.com/office/powerpoint/2010/main" val="3549786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6E276-8DCE-9345-D891-CC981C5A9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D5366052-DF5C-EE20-27C4-2D905A42A484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469899" y="281953"/>
            <a:ext cx="11243470" cy="420115"/>
          </a:xfrm>
        </p:spPr>
        <p:txBody>
          <a:bodyPr/>
          <a:lstStyle/>
          <a:p>
            <a:pPr fontAlgn="t"/>
            <a:r>
              <a:rPr lang="pt-BR" dirty="0"/>
              <a:t>Recomendações de Ação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061111-1236-50B6-8B46-55249DD8CF7C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479366" y="734387"/>
            <a:ext cx="11243469" cy="597856"/>
          </a:xfrm>
        </p:spPr>
        <p:txBody>
          <a:bodyPr/>
          <a:lstStyle/>
          <a:p>
            <a:pPr fontAlgn="t"/>
            <a:r>
              <a:rPr lang="pt-BR" dirty="0"/>
              <a:t>A análise permitiu definir ações objetivas para redução da exposição e evolução do processo de gestão de vulnerabilidades.</a:t>
            </a:r>
          </a:p>
        </p:txBody>
      </p:sp>
      <p:sp>
        <p:nvSpPr>
          <p:cNvPr id="19" name="Retângulo Arredondado 15">
            <a:extLst>
              <a:ext uri="{FF2B5EF4-FFF2-40B4-BE49-F238E27FC236}">
                <a16:creationId xmlns:a16="http://schemas.microsoft.com/office/drawing/2014/main" id="{4CF7397F-8778-7E44-7910-93E7067293FD}"/>
              </a:ext>
            </a:extLst>
          </p:cNvPr>
          <p:cNvSpPr/>
          <p:nvPr/>
        </p:nvSpPr>
        <p:spPr>
          <a:xfrm>
            <a:off x="1283393" y="1943100"/>
            <a:ext cx="2743200" cy="68992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t">
              <a:lnSpc>
                <a:spcPct val="100000"/>
              </a:lnSpc>
              <a:buNone/>
            </a:pPr>
            <a:r>
              <a:rPr lang="pt-BR" b="1" dirty="0"/>
              <a:t>1. Priorizar o risco mais relevante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EFEEAC2-8FC2-4F08-0A47-8ADF43BAB3B3}"/>
              </a:ext>
            </a:extLst>
          </p:cNvPr>
          <p:cNvSpPr txBox="1"/>
          <p:nvPr/>
        </p:nvSpPr>
        <p:spPr>
          <a:xfrm>
            <a:off x="852539" y="2771072"/>
            <a:ext cx="37382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t">
              <a:lnSpc>
                <a:spcPct val="100000"/>
              </a:lnSpc>
              <a:buNone/>
            </a:pPr>
            <a:r>
              <a:rPr lang="pt-BR" dirty="0"/>
              <a:t>Concentrar inicialmente os esforços nas vulnerabilidades Críticas e Altas que permanecem Abertas ou Em tratamento.</a:t>
            </a:r>
          </a:p>
        </p:txBody>
      </p:sp>
      <p:sp>
        <p:nvSpPr>
          <p:cNvPr id="25" name="Retângulo Arredondado 15">
            <a:extLst>
              <a:ext uri="{FF2B5EF4-FFF2-40B4-BE49-F238E27FC236}">
                <a16:creationId xmlns:a16="http://schemas.microsoft.com/office/drawing/2014/main" id="{4508B7E6-B619-9E6D-8EDC-51554B3B1824}"/>
              </a:ext>
            </a:extLst>
          </p:cNvPr>
          <p:cNvSpPr/>
          <p:nvPr/>
        </p:nvSpPr>
        <p:spPr>
          <a:xfrm>
            <a:off x="7195936" y="4554527"/>
            <a:ext cx="2743200" cy="68992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t"/>
            <a:r>
              <a:rPr lang="pt-BR" b="1" dirty="0"/>
              <a:t>4. Fortalecer a qualidade dos dados</a:t>
            </a:r>
          </a:p>
        </p:txBody>
      </p:sp>
      <p:sp>
        <p:nvSpPr>
          <p:cNvPr id="27" name="Retângulo Arredondado 15">
            <a:extLst>
              <a:ext uri="{FF2B5EF4-FFF2-40B4-BE49-F238E27FC236}">
                <a16:creationId xmlns:a16="http://schemas.microsoft.com/office/drawing/2014/main" id="{BBB5CA82-BC81-1B2A-8945-E43D832C2239}"/>
              </a:ext>
            </a:extLst>
          </p:cNvPr>
          <p:cNvSpPr/>
          <p:nvPr/>
        </p:nvSpPr>
        <p:spPr>
          <a:xfrm>
            <a:off x="7195936" y="1869498"/>
            <a:ext cx="2743200" cy="68992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t"/>
            <a:r>
              <a:rPr lang="pt-BR" b="1" dirty="0"/>
              <a:t>2. Atuar nos pontos mais expostos</a:t>
            </a:r>
          </a:p>
        </p:txBody>
      </p:sp>
      <p:sp>
        <p:nvSpPr>
          <p:cNvPr id="29" name="Retângulo Arredondado 15">
            <a:extLst>
              <a:ext uri="{FF2B5EF4-FFF2-40B4-BE49-F238E27FC236}">
                <a16:creationId xmlns:a16="http://schemas.microsoft.com/office/drawing/2014/main" id="{D5A584E2-3BF7-33DE-F8F9-C4217657D71B}"/>
              </a:ext>
            </a:extLst>
          </p:cNvPr>
          <p:cNvSpPr/>
          <p:nvPr/>
        </p:nvSpPr>
        <p:spPr>
          <a:xfrm>
            <a:off x="1435793" y="4554527"/>
            <a:ext cx="2743200" cy="68992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t"/>
            <a:r>
              <a:rPr lang="pt-BR" b="1" dirty="0"/>
              <a:t>3. Evoluir o acompanhamento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EFF80D7-7D45-BA78-59D5-82FC0F42F346}"/>
              </a:ext>
            </a:extLst>
          </p:cNvPr>
          <p:cNvSpPr txBox="1"/>
          <p:nvPr/>
        </p:nvSpPr>
        <p:spPr>
          <a:xfrm>
            <a:off x="6575084" y="5380672"/>
            <a:ext cx="44187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t"/>
            <a:r>
              <a:rPr lang="pt-BR" dirty="0"/>
              <a:t>Implementar validações automáticas na entrada dos dados para categorias, datas e integridade referencial entre ativos e vulnerabilidades.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22078C8D-6D2F-162D-8EC1-32ABFE20B302}"/>
              </a:ext>
            </a:extLst>
          </p:cNvPr>
          <p:cNvSpPr txBox="1"/>
          <p:nvPr/>
        </p:nvSpPr>
        <p:spPr>
          <a:xfrm>
            <a:off x="6729464" y="2771072"/>
            <a:ext cx="41099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t"/>
            <a:r>
              <a:rPr lang="pt-BR" dirty="0"/>
              <a:t>Direcionar a remediação para os ativos A0086, A0120 e A0173, priorizando o ambiente de Produção e os domínios com maior score de risco.</a:t>
            </a:r>
          </a:p>
          <a:p>
            <a:pPr algn="just" fontAlgn="t">
              <a:lnSpc>
                <a:spcPct val="100000"/>
              </a:lnSpc>
              <a:buNone/>
            </a:pPr>
            <a:endParaRPr lang="pt-BR" dirty="0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05A956C0-61E1-DCD4-7E8F-A10237ECFD5C}"/>
              </a:ext>
            </a:extLst>
          </p:cNvPr>
          <p:cNvSpPr txBox="1"/>
          <p:nvPr/>
        </p:nvSpPr>
        <p:spPr>
          <a:xfrm>
            <a:off x="1043039" y="5410230"/>
            <a:ext cx="37382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pt-BR" dirty="0"/>
              <a:t>Monitorar tempo de correção, evolução mensal do estoque para avaliar a velocidade e a efetividade do processo.</a:t>
            </a:r>
          </a:p>
        </p:txBody>
      </p:sp>
    </p:spTree>
    <p:extLst>
      <p:ext uri="{BB962C8B-B14F-4D97-AF65-F5344CB8AC3E}">
        <p14:creationId xmlns:p14="http://schemas.microsoft.com/office/powerpoint/2010/main" val="2559012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6C406-F506-3D76-CA9D-10A2F02D7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3">
            <a:extLst>
              <a:ext uri="{FF2B5EF4-FFF2-40B4-BE49-F238E27FC236}">
                <a16:creationId xmlns:a16="http://schemas.microsoft.com/office/drawing/2014/main" id="{94AE6510-B33E-B643-4954-015B593D809A}"/>
              </a:ext>
            </a:extLst>
          </p:cNvPr>
          <p:cNvSpPr txBox="1">
            <a:spLocks/>
          </p:cNvSpPr>
          <p:nvPr/>
        </p:nvSpPr>
        <p:spPr>
          <a:xfrm>
            <a:off x="4333623" y="1551339"/>
            <a:ext cx="3238500" cy="3492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tx2"/>
                </a:solidFill>
              </a:rPr>
              <a:t>Verifique o case no github:</a:t>
            </a:r>
          </a:p>
          <a:p>
            <a:endParaRPr lang="pt-BR"/>
          </a:p>
          <a:p>
            <a:endParaRPr lang="pt-BR" dirty="0"/>
          </a:p>
        </p:txBody>
      </p:sp>
      <p:sp>
        <p:nvSpPr>
          <p:cNvPr id="8" name="Espaço Reservado para Texto 1">
            <a:extLst>
              <a:ext uri="{FF2B5EF4-FFF2-40B4-BE49-F238E27FC236}">
                <a16:creationId xmlns:a16="http://schemas.microsoft.com/office/drawing/2014/main" id="{4223CF35-27DB-1D4A-3D3E-E0A35327BC90}"/>
              </a:ext>
            </a:extLst>
          </p:cNvPr>
          <p:cNvSpPr txBox="1">
            <a:spLocks/>
          </p:cNvSpPr>
          <p:nvPr/>
        </p:nvSpPr>
        <p:spPr>
          <a:xfrm>
            <a:off x="3315639" y="355105"/>
            <a:ext cx="8512969" cy="4201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t">
              <a:buNone/>
            </a:pPr>
            <a:r>
              <a:rPr lang="pt-BR" dirty="0">
                <a:solidFill>
                  <a:schemeClr val="tx2"/>
                </a:solidFill>
              </a:rPr>
              <a:t>Confira o processo nos links abaixo:</a:t>
            </a:r>
          </a:p>
        </p:txBody>
      </p:sp>
      <p:sp>
        <p:nvSpPr>
          <p:cNvPr id="9" name="Espaço Reservado para Texto 3">
            <a:extLst>
              <a:ext uri="{FF2B5EF4-FFF2-40B4-BE49-F238E27FC236}">
                <a16:creationId xmlns:a16="http://schemas.microsoft.com/office/drawing/2014/main" id="{3EBCA17E-D783-5175-AAC1-38FE605BCBBB}"/>
              </a:ext>
            </a:extLst>
          </p:cNvPr>
          <p:cNvSpPr txBox="1">
            <a:spLocks/>
          </p:cNvSpPr>
          <p:nvPr/>
        </p:nvSpPr>
        <p:spPr>
          <a:xfrm>
            <a:off x="4409822" y="2903889"/>
            <a:ext cx="3725467" cy="3492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2"/>
                </a:solidFill>
              </a:rPr>
              <a:t>Visualize o dashboard executivo: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10" name="Espaço Reservado para Texto 3">
            <a:extLst>
              <a:ext uri="{FF2B5EF4-FFF2-40B4-BE49-F238E27FC236}">
                <a16:creationId xmlns:a16="http://schemas.microsoft.com/office/drawing/2014/main" id="{E7ED1DED-EF44-A19B-39DE-A5A28B48B317}"/>
              </a:ext>
            </a:extLst>
          </p:cNvPr>
          <p:cNvSpPr txBox="1">
            <a:spLocks/>
          </p:cNvSpPr>
          <p:nvPr/>
        </p:nvSpPr>
        <p:spPr>
          <a:xfrm>
            <a:off x="4363759" y="4608162"/>
            <a:ext cx="5811442" cy="941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7484A"/>
                </a:solidFill>
                <a:latin typeface="Itau Display Pro" panose="020B0503020204020204" pitchFamily="34" charset="0"/>
                <a:ea typeface="+mn-ea"/>
                <a:cs typeface="Itau Display Pro" panose="020B05030202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2"/>
                </a:solidFill>
              </a:rPr>
              <a:t>Tenha acesso aos códigos utilizados nas seguintes tecnologias – AWS (Athena, </a:t>
            </a:r>
            <a:r>
              <a:rPr lang="pt-BR" dirty="0" err="1">
                <a:solidFill>
                  <a:schemeClr val="tx2"/>
                </a:solidFill>
              </a:rPr>
              <a:t>quicksight</a:t>
            </a:r>
            <a:r>
              <a:rPr lang="pt-BR" dirty="0">
                <a:solidFill>
                  <a:schemeClr val="tx2"/>
                </a:solidFill>
              </a:rPr>
              <a:t> e S3), notebook python (google </a:t>
            </a:r>
            <a:r>
              <a:rPr lang="pt-BR" dirty="0" err="1">
                <a:solidFill>
                  <a:schemeClr val="tx2"/>
                </a:solidFill>
              </a:rPr>
              <a:t>collab</a:t>
            </a:r>
            <a:r>
              <a:rPr lang="pt-BR" dirty="0">
                <a:solidFill>
                  <a:schemeClr val="tx2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graphicFrame>
        <p:nvGraphicFramePr>
          <p:cNvPr id="11" name="Objeto 10">
            <a:extLst>
              <a:ext uri="{FF2B5EF4-FFF2-40B4-BE49-F238E27FC236}">
                <a16:creationId xmlns:a16="http://schemas.microsoft.com/office/drawing/2014/main" id="{808E64CD-828D-EBA3-EE62-F7010A79BF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0170909"/>
              </p:ext>
            </p:extLst>
          </p:nvPr>
        </p:nvGraphicFramePr>
        <p:xfrm>
          <a:off x="4572635" y="3429000"/>
          <a:ext cx="2462378" cy="827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jeto de Shell de Gerenciador" showAsIcon="1" r:id="rId2" imgW="1568353" imgH="526915" progId="Package">
                  <p:embed/>
                </p:oleObj>
              </mc:Choice>
              <mc:Fallback>
                <p:oleObj name="Objeto de Shell de Gerenciador" showAsIcon="1" r:id="rId2" imgW="1568353" imgH="526915" progId="Package">
                  <p:embed/>
                  <p:pic>
                    <p:nvPicPr>
                      <p:cNvPr id="10" name="Objeto 9">
                        <a:extLst>
                          <a:ext uri="{FF2B5EF4-FFF2-40B4-BE49-F238E27FC236}">
                            <a16:creationId xmlns:a16="http://schemas.microsoft.com/office/drawing/2014/main" id="{47765E79-5E8C-35F8-8AC0-02496E7B84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72635" y="3429000"/>
                        <a:ext cx="2462378" cy="8274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A4168665-7ECA-752B-5DE8-E8C10F98E093}"/>
              </a:ext>
            </a:extLst>
          </p:cNvPr>
          <p:cNvSpPr txBox="1"/>
          <p:nvPr/>
        </p:nvSpPr>
        <p:spPr>
          <a:xfrm>
            <a:off x="4671950" y="2024102"/>
            <a:ext cx="61271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800" u="sng" dirty="0">
                <a:solidFill>
                  <a:schemeClr val="tx1"/>
                </a:solidFill>
                <a:effectLst/>
                <a:latin typeface="+mn-lt"/>
                <a:ea typeface="Aptos" panose="020B0004020202020204" pitchFamily="34" charset="0"/>
                <a:cs typeface="Aptos" panose="020B0004020202020204" pitchFamily="34" charset="0"/>
                <a:hlinkClick r:id="rId4"/>
              </a:rPr>
              <a:t>https://github.com/Flavia-crfaria/Case-Engenharia-Analytics</a:t>
            </a:r>
            <a:endParaRPr lang="pt-BR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A14EC7AD-A400-DF21-9812-A9C29488AD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4498152"/>
              </p:ext>
            </p:extLst>
          </p:nvPr>
        </p:nvGraphicFramePr>
        <p:xfrm>
          <a:off x="4772041" y="5778254"/>
          <a:ext cx="2647918" cy="845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jeto de Shell de Gerenciador" showAsIcon="1" r:id="rId5" imgW="1650983" imgH="526915" progId="Package">
                  <p:embed/>
                </p:oleObj>
              </mc:Choice>
              <mc:Fallback>
                <p:oleObj name="Objeto de Shell de Gerenciador" showAsIcon="1" r:id="rId5" imgW="1650983" imgH="526915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72041" y="5778254"/>
                        <a:ext cx="2647918" cy="845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7234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2_Tema Itaú Assuntos BUPJ">
  <a:themeElements>
    <a:clrScheme name="Personalizada 1">
      <a:dk1>
        <a:srgbClr val="3B3B3B"/>
      </a:dk1>
      <a:lt1>
        <a:sysClr val="window" lastClr="FFFFFF"/>
      </a:lt1>
      <a:dk2>
        <a:srgbClr val="000000"/>
      </a:dk2>
      <a:lt2>
        <a:srgbClr val="FF7D00"/>
      </a:lt2>
      <a:accent1>
        <a:srgbClr val="FFBA00"/>
      </a:accent1>
      <a:accent2>
        <a:srgbClr val="FF9C00"/>
      </a:accent2>
      <a:accent3>
        <a:srgbClr val="FF6200"/>
      </a:accent3>
      <a:accent4>
        <a:srgbClr val="000D3C"/>
      </a:accent4>
      <a:accent5>
        <a:srgbClr val="001FBD"/>
      </a:accent5>
      <a:accent6>
        <a:srgbClr val="0131FF"/>
      </a:accent6>
      <a:hlink>
        <a:srgbClr val="47484A"/>
      </a:hlink>
      <a:folHlink>
        <a:srgbClr val="47484A"/>
      </a:folHlink>
    </a:clrScheme>
    <a:fontScheme name="Itaú">
      <a:majorFont>
        <a:latin typeface="Itau Display Pro XBold"/>
        <a:ea typeface=""/>
        <a:cs typeface=""/>
      </a:majorFont>
      <a:minorFont>
        <a:latin typeface="Itau Display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>
        <a:noFill/>
        <a:ln w="12700" cap="rnd" cmpd="sng" algn="ctr">
          <a:solidFill>
            <a:sysClr val="window" lastClr="FFFFFF">
              <a:lumMod val="75000"/>
            </a:sysClr>
          </a:solidFill>
          <a:prstDash val="solid"/>
          <a:round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defRPr sz="1600" dirty="0">
            <a:solidFill>
              <a:srgbClr val="47484A"/>
            </a:solidFill>
            <a:latin typeface="Itau Display Pro" panose="020B0503020204020204" pitchFamily="34" charset="0"/>
            <a:cs typeface="Itau Display Pro" panose="020B05030202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823</Words>
  <Application>Microsoft Office PowerPoint</Application>
  <PresentationFormat>Widescreen</PresentationFormat>
  <Paragraphs>105</Paragraphs>
  <Slides>10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10</vt:i4>
      </vt:variant>
    </vt:vector>
  </HeadingPairs>
  <TitlesOfParts>
    <vt:vector size="23" baseType="lpstr">
      <vt:lpstr>Aptos</vt:lpstr>
      <vt:lpstr>Arial</vt:lpstr>
      <vt:lpstr>Itau Display</vt:lpstr>
      <vt:lpstr>Itau Display Pro</vt:lpstr>
      <vt:lpstr>Itau Display Pro Light</vt:lpstr>
      <vt:lpstr>Itau Display Pro XBold</vt:lpstr>
      <vt:lpstr>Itau Text Pro</vt:lpstr>
      <vt:lpstr>Itau Text Pro Light</vt:lpstr>
      <vt:lpstr>Itau Text Pro XBold</vt:lpstr>
      <vt:lpstr>Segoe UI</vt:lpstr>
      <vt:lpstr>2_Tema Itaú Assuntos BUPJ</vt:lpstr>
      <vt:lpstr>Objeto de Shell de Gerenciador</vt:lpstr>
      <vt:lpstr>Pacote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Flavia Da Costa Rodrigues Faria</dc:creator>
  <cp:lastModifiedBy>Flavia Da Costa Rodrigues Faria</cp:lastModifiedBy>
  <cp:revision>3</cp:revision>
  <dcterms:created xsi:type="dcterms:W3CDTF">2026-10-06T16:34:35Z</dcterms:created>
  <dcterms:modified xsi:type="dcterms:W3CDTF">2026-10-07T19:36:09Z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c996bf-6aee-415c-aa4c-e35ad0009c67_Enabled">
    <vt:lpwstr>true</vt:lpwstr>
  </property>
  <property fmtid="{D5CDD505-2E9C-101B-9397-08002B2CF9AE}" pid="3" name="MSIP_Label_4fc996bf-6aee-415c-aa4c-e35ad0009c67_SetDate">
    <vt:lpwstr>2026-10-06T17:24:45Z</vt:lpwstr>
  </property>
  <property fmtid="{D5CDD505-2E9C-101B-9397-08002B2CF9AE}" pid="4" name="MSIP_Label_4fc996bf-6aee-415c-aa4c-e35ad0009c67_Method">
    <vt:lpwstr>Standard</vt:lpwstr>
  </property>
  <property fmtid="{D5CDD505-2E9C-101B-9397-08002B2CF9AE}" pid="5" name="MSIP_Label_4fc996bf-6aee-415c-aa4c-e35ad0009c67_Name">
    <vt:lpwstr>Compartilhamento Interno</vt:lpwstr>
  </property>
  <property fmtid="{D5CDD505-2E9C-101B-9397-08002B2CF9AE}" pid="6" name="MSIP_Label_4fc996bf-6aee-415c-aa4c-e35ad0009c67_SiteId">
    <vt:lpwstr>591669a0-183f-49a5-98f4-9aa0d0b63d81</vt:lpwstr>
  </property>
  <property fmtid="{D5CDD505-2E9C-101B-9397-08002B2CF9AE}" pid="7" name="MSIP_Label_4fc996bf-6aee-415c-aa4c-e35ad0009c67_ActionId">
    <vt:lpwstr>52db4f2b-cdb8-4e5f-ae3a-5048bac0d7ca</vt:lpwstr>
  </property>
  <property fmtid="{D5CDD505-2E9C-101B-9397-08002B2CF9AE}" pid="8" name="MSIP_Label_4fc996bf-6aee-415c-aa4c-e35ad0009c67_ContentBits">
    <vt:lpwstr>2</vt:lpwstr>
  </property>
  <property fmtid="{D5CDD505-2E9C-101B-9397-08002B2CF9AE}" pid="9" name="MSIP_Label_4fc996bf-6aee-415c-aa4c-e35ad0009c67_Tag">
    <vt:lpwstr>10, 3, 0, 1</vt:lpwstr>
  </property>
  <property fmtid="{D5CDD505-2E9C-101B-9397-08002B2CF9AE}" pid="10" name="ClassificationContentMarkingFooterLocations">
    <vt:lpwstr>2_Tema Itaú Assuntos BUPJ:19</vt:lpwstr>
  </property>
  <property fmtid="{D5CDD505-2E9C-101B-9397-08002B2CF9AE}" pid="11" name="ClassificationContentMarkingFooterText">
    <vt:lpwstr>Corporativo | Interno</vt:lpwstr>
  </property>
</Properties>
</file>